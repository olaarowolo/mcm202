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handoutMasterIdLst>
    <p:handoutMasterId r:id="rId36"/>
  </p:handoutMasterIdLst>
  <p:sldIdLst>
    <p:sldId id="256" r:id="rId2"/>
    <p:sldId id="290" r:id="rId3"/>
    <p:sldId id="272" r:id="rId4"/>
    <p:sldId id="261" r:id="rId5"/>
    <p:sldId id="291" r:id="rId6"/>
    <p:sldId id="262" r:id="rId7"/>
    <p:sldId id="292" r:id="rId8"/>
    <p:sldId id="263" r:id="rId9"/>
    <p:sldId id="264" r:id="rId10"/>
    <p:sldId id="367" r:id="rId11"/>
    <p:sldId id="265" r:id="rId12"/>
    <p:sldId id="266" r:id="rId13"/>
    <p:sldId id="269" r:id="rId14"/>
    <p:sldId id="299" r:id="rId15"/>
    <p:sldId id="300" r:id="rId16"/>
    <p:sldId id="320" r:id="rId17"/>
    <p:sldId id="293" r:id="rId18"/>
    <p:sldId id="294" r:id="rId19"/>
    <p:sldId id="295" r:id="rId20"/>
    <p:sldId id="296" r:id="rId21"/>
    <p:sldId id="297" r:id="rId22"/>
    <p:sldId id="315" r:id="rId23"/>
    <p:sldId id="369" r:id="rId24"/>
    <p:sldId id="370" r:id="rId25"/>
    <p:sldId id="371" r:id="rId26"/>
    <p:sldId id="372" r:id="rId27"/>
    <p:sldId id="318" r:id="rId28"/>
    <p:sldId id="287" r:id="rId29"/>
    <p:sldId id="316" r:id="rId30"/>
    <p:sldId id="314" r:id="rId31"/>
    <p:sldId id="328" r:id="rId32"/>
    <p:sldId id="345" r:id="rId33"/>
    <p:sldId id="373"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C8B2DA-E641-4AED-AD1A-370DCD3DA165}" v="159" dt="2026-04-10T09:33:25.1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292" autoAdjust="0"/>
  </p:normalViewPr>
  <p:slideViewPr>
    <p:cSldViewPr snapToGrid="0">
      <p:cViewPr varScale="1">
        <p:scale>
          <a:sx n="51" d="100"/>
          <a:sy n="51" d="100"/>
        </p:scale>
        <p:origin x="1308" y="276"/>
      </p:cViewPr>
      <p:guideLst/>
    </p:cSldViewPr>
  </p:slideViewPr>
  <p:notesTextViewPr>
    <p:cViewPr>
      <p:scale>
        <a:sx n="3" d="2"/>
        <a:sy n="3" d="2"/>
      </p:scale>
      <p:origin x="0" y="0"/>
    </p:cViewPr>
  </p:notesTextViewPr>
  <p:notesViewPr>
    <p:cSldViewPr snapToGrid="0">
      <p:cViewPr varScale="1">
        <p:scale>
          <a:sx n="81" d="100"/>
          <a:sy n="81" d="100"/>
        </p:scale>
        <p:origin x="3894"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asunkanmi Arowolo" userId="b1d4bfef6b4a9739" providerId="LiveId" clId="{B94EA0D5-4A62-4905-A0A5-198FB6972D82}"/>
    <pc:docChg chg="undo custSel addSld delSld modSld sldOrd">
      <pc:chgData name="Olasunkanmi Arowolo" userId="b1d4bfef6b4a9739" providerId="LiveId" clId="{B94EA0D5-4A62-4905-A0A5-198FB6972D82}" dt="2026-04-10T09:33:25.168" v="330"/>
      <pc:docMkLst>
        <pc:docMk/>
      </pc:docMkLst>
      <pc:sldChg chg="modSp mod">
        <pc:chgData name="Olasunkanmi Arowolo" userId="b1d4bfef6b4a9739" providerId="LiveId" clId="{B94EA0D5-4A62-4905-A0A5-198FB6972D82}" dt="2026-04-10T09:22:48.382" v="317" actId="20577"/>
        <pc:sldMkLst>
          <pc:docMk/>
          <pc:sldMk cId="1959314725" sldId="256"/>
        </pc:sldMkLst>
        <pc:spChg chg="mod">
          <ac:chgData name="Olasunkanmi Arowolo" userId="b1d4bfef6b4a9739" providerId="LiveId" clId="{B94EA0D5-4A62-4905-A0A5-198FB6972D82}" dt="2026-04-10T09:22:48.382" v="317" actId="20577"/>
          <ac:spMkLst>
            <pc:docMk/>
            <pc:sldMk cId="1959314725" sldId="256"/>
            <ac:spMk id="2" creationId="{E228C031-3726-3177-1934-73EA4BEEB3FC}"/>
          </ac:spMkLst>
        </pc:spChg>
      </pc:sldChg>
      <pc:sldChg chg="addSp modSp modAnim">
        <pc:chgData name="Olasunkanmi Arowolo" userId="b1d4bfef6b4a9739" providerId="LiveId" clId="{B94EA0D5-4A62-4905-A0A5-198FB6972D82}" dt="2026-04-09T08:45:58.986" v="44"/>
        <pc:sldMkLst>
          <pc:docMk/>
          <pc:sldMk cId="2826128435" sldId="261"/>
        </pc:sldMkLst>
        <pc:spChg chg="mod">
          <ac:chgData name="Olasunkanmi Arowolo" userId="b1d4bfef6b4a9739" providerId="LiveId" clId="{B94EA0D5-4A62-4905-A0A5-198FB6972D82}" dt="2026-04-09T08:45:58.986" v="44"/>
          <ac:spMkLst>
            <pc:docMk/>
            <pc:sldMk cId="2826128435" sldId="261"/>
            <ac:spMk id="3" creationId="{839AD960-211D-3ED0-0849-B1826F768D49}"/>
          </ac:spMkLst>
        </pc:spChg>
        <pc:spChg chg="add">
          <ac:chgData name="Olasunkanmi Arowolo" userId="b1d4bfef6b4a9739" providerId="LiveId" clId="{B94EA0D5-4A62-4905-A0A5-198FB6972D82}" dt="2026-04-09T08:22:22.742" v="5"/>
          <ac:spMkLst>
            <pc:docMk/>
            <pc:sldMk cId="2826128435" sldId="261"/>
            <ac:spMk id="6" creationId="{9AEBC725-24B1-0884-08AC-2DE02A1B94F7}"/>
          </ac:spMkLst>
        </pc:spChg>
        <pc:spChg chg="add">
          <ac:chgData name="Olasunkanmi Arowolo" userId="b1d4bfef6b4a9739" providerId="LiveId" clId="{B94EA0D5-4A62-4905-A0A5-198FB6972D82}" dt="2026-04-09T08:22:26.159" v="6"/>
          <ac:spMkLst>
            <pc:docMk/>
            <pc:sldMk cId="2826128435" sldId="261"/>
            <ac:spMk id="7" creationId="{1B11F772-D751-BEED-5067-0CA2DCCB48B3}"/>
          </ac:spMkLst>
        </pc:spChg>
      </pc:sldChg>
      <pc:sldChg chg="modSp mod modAnim">
        <pc:chgData name="Olasunkanmi Arowolo" userId="b1d4bfef6b4a9739" providerId="LiveId" clId="{B94EA0D5-4A62-4905-A0A5-198FB6972D82}" dt="2026-04-09T08:45:27.283" v="43" actId="33524"/>
        <pc:sldMkLst>
          <pc:docMk/>
          <pc:sldMk cId="1519123789" sldId="262"/>
        </pc:sldMkLst>
        <pc:spChg chg="mod">
          <ac:chgData name="Olasunkanmi Arowolo" userId="b1d4bfef6b4a9739" providerId="LiveId" clId="{B94EA0D5-4A62-4905-A0A5-198FB6972D82}" dt="2026-04-09T08:43:06.737" v="21" actId="27636"/>
          <ac:spMkLst>
            <pc:docMk/>
            <pc:sldMk cId="1519123789" sldId="262"/>
            <ac:spMk id="2" creationId="{D53592E2-D2E7-27FD-730B-EE7FD3F7BD28}"/>
          </ac:spMkLst>
        </pc:spChg>
        <pc:spChg chg="mod">
          <ac:chgData name="Olasunkanmi Arowolo" userId="b1d4bfef6b4a9739" providerId="LiveId" clId="{B94EA0D5-4A62-4905-A0A5-198FB6972D82}" dt="2026-04-09T08:45:27.283" v="43" actId="33524"/>
          <ac:spMkLst>
            <pc:docMk/>
            <pc:sldMk cId="1519123789" sldId="262"/>
            <ac:spMk id="3" creationId="{4AB0D9CC-3159-FF07-E488-6D99E477D816}"/>
          </ac:spMkLst>
        </pc:spChg>
        <pc:spChg chg="mod">
          <ac:chgData name="Olasunkanmi Arowolo" userId="b1d4bfef6b4a9739" providerId="LiveId" clId="{B94EA0D5-4A62-4905-A0A5-198FB6972D82}" dt="2026-04-09T08:45:19.850" v="42" actId="20577"/>
          <ac:spMkLst>
            <pc:docMk/>
            <pc:sldMk cId="1519123789" sldId="262"/>
            <ac:spMk id="4" creationId="{3D9AC6F8-C187-0B3A-8BBE-599DA3D68400}"/>
          </ac:spMkLst>
        </pc:spChg>
      </pc:sldChg>
      <pc:sldChg chg="addSp delSp modSp mod modAnim">
        <pc:chgData name="Olasunkanmi Arowolo" userId="b1d4bfef6b4a9739" providerId="LiveId" clId="{B94EA0D5-4A62-4905-A0A5-198FB6972D82}" dt="2026-04-10T07:20:49.542" v="292"/>
        <pc:sldMkLst>
          <pc:docMk/>
          <pc:sldMk cId="2967033415" sldId="263"/>
        </pc:sldMkLst>
        <pc:spChg chg="mod">
          <ac:chgData name="Olasunkanmi Arowolo" userId="b1d4bfef6b4a9739" providerId="LiveId" clId="{B94EA0D5-4A62-4905-A0A5-198FB6972D82}" dt="2026-04-09T08:48:05.772" v="58" actId="20577"/>
          <ac:spMkLst>
            <pc:docMk/>
            <pc:sldMk cId="2967033415" sldId="263"/>
            <ac:spMk id="2" creationId="{15D2216B-81DA-09F9-7A47-22BC2921C5A4}"/>
          </ac:spMkLst>
        </pc:spChg>
        <pc:spChg chg="mod">
          <ac:chgData name="Olasunkanmi Arowolo" userId="b1d4bfef6b4a9739" providerId="LiveId" clId="{B94EA0D5-4A62-4905-A0A5-198FB6972D82}" dt="2026-04-09T08:48:39.121" v="72"/>
          <ac:spMkLst>
            <pc:docMk/>
            <pc:sldMk cId="2967033415" sldId="263"/>
            <ac:spMk id="3" creationId="{CFFB85CC-F198-8877-59DB-88418F9BFA49}"/>
          </ac:spMkLst>
        </pc:spChg>
        <pc:spChg chg="mod">
          <ac:chgData name="Olasunkanmi Arowolo" userId="b1d4bfef6b4a9739" providerId="LiveId" clId="{B94EA0D5-4A62-4905-A0A5-198FB6972D82}" dt="2026-04-09T08:48:15.486" v="60" actId="113"/>
          <ac:spMkLst>
            <pc:docMk/>
            <pc:sldMk cId="2967033415" sldId="263"/>
            <ac:spMk id="4" creationId="{3A6CD5CD-F8F2-86E0-83D1-C61C535B2D47}"/>
          </ac:spMkLst>
        </pc:spChg>
        <pc:spChg chg="add del mod">
          <ac:chgData name="Olasunkanmi Arowolo" userId="b1d4bfef6b4a9739" providerId="LiveId" clId="{B94EA0D5-4A62-4905-A0A5-198FB6972D82}" dt="2026-04-09T08:49:20.265" v="80"/>
          <ac:spMkLst>
            <pc:docMk/>
            <pc:sldMk cId="2967033415" sldId="263"/>
            <ac:spMk id="7" creationId="{099B0601-C6D2-D1D0-FD88-23837509BECC}"/>
          </ac:spMkLst>
        </pc:spChg>
        <pc:graphicFrameChg chg="add mod modGraphic">
          <ac:chgData name="Olasunkanmi Arowolo" userId="b1d4bfef6b4a9739" providerId="LiveId" clId="{B94EA0D5-4A62-4905-A0A5-198FB6972D82}" dt="2026-04-09T08:49:23.946" v="81" actId="14100"/>
          <ac:graphicFrameMkLst>
            <pc:docMk/>
            <pc:sldMk cId="2967033415" sldId="263"/>
            <ac:graphicFrameMk id="5" creationId="{7C45D8AA-2820-9F57-D16C-8B28ACD4C294}"/>
          </ac:graphicFrameMkLst>
        </pc:graphicFrameChg>
      </pc:sldChg>
      <pc:sldChg chg="modSp mod modAnim">
        <pc:chgData name="Olasunkanmi Arowolo" userId="b1d4bfef6b4a9739" providerId="LiveId" clId="{B94EA0D5-4A62-4905-A0A5-198FB6972D82}" dt="2026-04-09T08:50:20.723" v="106" actId="20577"/>
        <pc:sldMkLst>
          <pc:docMk/>
          <pc:sldMk cId="2606407833" sldId="264"/>
        </pc:sldMkLst>
        <pc:spChg chg="mod">
          <ac:chgData name="Olasunkanmi Arowolo" userId="b1d4bfef6b4a9739" providerId="LiveId" clId="{B94EA0D5-4A62-4905-A0A5-198FB6972D82}" dt="2026-04-09T08:49:52.982" v="82"/>
          <ac:spMkLst>
            <pc:docMk/>
            <pc:sldMk cId="2606407833" sldId="264"/>
            <ac:spMk id="2" creationId="{4F980854-DC82-BCA4-5C8D-6F46A9F03999}"/>
          </ac:spMkLst>
        </pc:spChg>
        <pc:spChg chg="mod">
          <ac:chgData name="Olasunkanmi Arowolo" userId="b1d4bfef6b4a9739" providerId="LiveId" clId="{B94EA0D5-4A62-4905-A0A5-198FB6972D82}" dt="2026-04-09T08:50:20.723" v="106" actId="20577"/>
          <ac:spMkLst>
            <pc:docMk/>
            <pc:sldMk cId="2606407833" sldId="264"/>
            <ac:spMk id="3" creationId="{1D921AE2-D4D5-77A5-DE43-C0EAEA18162A}"/>
          </ac:spMkLst>
        </pc:spChg>
        <pc:spChg chg="mod">
          <ac:chgData name="Olasunkanmi Arowolo" userId="b1d4bfef6b4a9739" providerId="LiveId" clId="{B94EA0D5-4A62-4905-A0A5-198FB6972D82}" dt="2026-04-09T08:50:05.284" v="86"/>
          <ac:spMkLst>
            <pc:docMk/>
            <pc:sldMk cId="2606407833" sldId="264"/>
            <ac:spMk id="4" creationId="{92911057-6FA5-3193-1AF3-7CEC50B6569D}"/>
          </ac:spMkLst>
        </pc:spChg>
      </pc:sldChg>
      <pc:sldChg chg="modSp mod modAnim">
        <pc:chgData name="Olasunkanmi Arowolo" userId="b1d4bfef6b4a9739" providerId="LiveId" clId="{B94EA0D5-4A62-4905-A0A5-198FB6972D82}" dt="2026-04-09T08:51:00.666" v="122" actId="5793"/>
        <pc:sldMkLst>
          <pc:docMk/>
          <pc:sldMk cId="1025665560" sldId="265"/>
        </pc:sldMkLst>
        <pc:spChg chg="mod">
          <ac:chgData name="Olasunkanmi Arowolo" userId="b1d4bfef6b4a9739" providerId="LiveId" clId="{B94EA0D5-4A62-4905-A0A5-198FB6972D82}" dt="2026-04-09T08:50:42.944" v="114"/>
          <ac:spMkLst>
            <pc:docMk/>
            <pc:sldMk cId="1025665560" sldId="265"/>
            <ac:spMk id="2" creationId="{8B85EB5C-2F4D-C28A-B052-F4F2EAF8B2FD}"/>
          </ac:spMkLst>
        </pc:spChg>
        <pc:spChg chg="mod">
          <ac:chgData name="Olasunkanmi Arowolo" userId="b1d4bfef6b4a9739" providerId="LiveId" clId="{B94EA0D5-4A62-4905-A0A5-198FB6972D82}" dt="2026-04-09T08:51:00.666" v="122" actId="5793"/>
          <ac:spMkLst>
            <pc:docMk/>
            <pc:sldMk cId="1025665560" sldId="265"/>
            <ac:spMk id="3" creationId="{C805374E-6A9A-232E-3BA3-CBEA8D0A9B4C}"/>
          </ac:spMkLst>
        </pc:spChg>
        <pc:spChg chg="mod">
          <ac:chgData name="Olasunkanmi Arowolo" userId="b1d4bfef6b4a9739" providerId="LiveId" clId="{B94EA0D5-4A62-4905-A0A5-198FB6972D82}" dt="2026-04-09T08:50:55.642" v="117"/>
          <ac:spMkLst>
            <pc:docMk/>
            <pc:sldMk cId="1025665560" sldId="265"/>
            <ac:spMk id="4" creationId="{3A7B58D1-DA9B-C131-4980-C948F0EC51D6}"/>
          </ac:spMkLst>
        </pc:spChg>
      </pc:sldChg>
      <pc:sldChg chg="modSp mod modAnim">
        <pc:chgData name="Olasunkanmi Arowolo" userId="b1d4bfef6b4a9739" providerId="LiveId" clId="{B94EA0D5-4A62-4905-A0A5-198FB6972D82}" dt="2026-04-09T08:51:23.074" v="127"/>
        <pc:sldMkLst>
          <pc:docMk/>
          <pc:sldMk cId="3061219509" sldId="266"/>
        </pc:sldMkLst>
        <pc:spChg chg="mod">
          <ac:chgData name="Olasunkanmi Arowolo" userId="b1d4bfef6b4a9739" providerId="LiveId" clId="{B94EA0D5-4A62-4905-A0A5-198FB6972D82}" dt="2026-04-09T08:51:23.074" v="127"/>
          <ac:spMkLst>
            <pc:docMk/>
            <pc:sldMk cId="3061219509" sldId="266"/>
            <ac:spMk id="2" creationId="{6C7FC6A1-DF16-9CDB-3BBB-FF71496FCFE9}"/>
          </ac:spMkLst>
        </pc:spChg>
        <pc:spChg chg="mod">
          <ac:chgData name="Olasunkanmi Arowolo" userId="b1d4bfef6b4a9739" providerId="LiveId" clId="{B94EA0D5-4A62-4905-A0A5-198FB6972D82}" dt="2026-04-09T08:51:18.488" v="125" actId="21"/>
          <ac:spMkLst>
            <pc:docMk/>
            <pc:sldMk cId="3061219509" sldId="266"/>
            <ac:spMk id="3" creationId="{A6F1171F-2DD2-96B7-C404-A99E4B78A159}"/>
          </ac:spMkLst>
        </pc:spChg>
        <pc:spChg chg="mod">
          <ac:chgData name="Olasunkanmi Arowolo" userId="b1d4bfef6b4a9739" providerId="LiveId" clId="{B94EA0D5-4A62-4905-A0A5-198FB6972D82}" dt="2026-04-09T08:51:20.343" v="126" actId="6549"/>
          <ac:spMkLst>
            <pc:docMk/>
            <pc:sldMk cId="3061219509" sldId="266"/>
            <ac:spMk id="4" creationId="{53AAEB9B-5EA9-CDB8-FA8F-5910DD85F32C}"/>
          </ac:spMkLst>
        </pc:spChg>
      </pc:sldChg>
      <pc:sldChg chg="modSp mod modAnim">
        <pc:chgData name="Olasunkanmi Arowolo" userId="b1d4bfef6b4a9739" providerId="LiveId" clId="{B94EA0D5-4A62-4905-A0A5-198FB6972D82}" dt="2026-04-09T08:51:48.210" v="131"/>
        <pc:sldMkLst>
          <pc:docMk/>
          <pc:sldMk cId="2296693082" sldId="269"/>
        </pc:sldMkLst>
        <pc:spChg chg="mod">
          <ac:chgData name="Olasunkanmi Arowolo" userId="b1d4bfef6b4a9739" providerId="LiveId" clId="{B94EA0D5-4A62-4905-A0A5-198FB6972D82}" dt="2026-04-09T08:51:48.210" v="131"/>
          <ac:spMkLst>
            <pc:docMk/>
            <pc:sldMk cId="2296693082" sldId="269"/>
            <ac:spMk id="2" creationId="{D0E23B10-7BAF-4630-5960-32F597C1768B}"/>
          </ac:spMkLst>
        </pc:spChg>
        <pc:spChg chg="mod">
          <ac:chgData name="Olasunkanmi Arowolo" userId="b1d4bfef6b4a9739" providerId="LiveId" clId="{B94EA0D5-4A62-4905-A0A5-198FB6972D82}" dt="2026-04-09T08:51:43.437" v="129" actId="21"/>
          <ac:spMkLst>
            <pc:docMk/>
            <pc:sldMk cId="2296693082" sldId="269"/>
            <ac:spMk id="3" creationId="{F8290C08-3586-9A4C-48EC-EDEBDF04CEB0}"/>
          </ac:spMkLst>
        </pc:spChg>
        <pc:spChg chg="mod">
          <ac:chgData name="Olasunkanmi Arowolo" userId="b1d4bfef6b4a9739" providerId="LiveId" clId="{B94EA0D5-4A62-4905-A0A5-198FB6972D82}" dt="2026-04-09T08:51:45.925" v="130" actId="6549"/>
          <ac:spMkLst>
            <pc:docMk/>
            <pc:sldMk cId="2296693082" sldId="269"/>
            <ac:spMk id="4" creationId="{675F909F-540C-B869-A977-BE79EA6D359F}"/>
          </ac:spMkLst>
        </pc:spChg>
      </pc:sldChg>
      <pc:sldChg chg="addSp delSp modSp mod">
        <pc:chgData name="Olasunkanmi Arowolo" userId="b1d4bfef6b4a9739" providerId="LiveId" clId="{B94EA0D5-4A62-4905-A0A5-198FB6972D82}" dt="2026-04-10T07:17:30.085" v="277" actId="1076"/>
        <pc:sldMkLst>
          <pc:docMk/>
          <pc:sldMk cId="2565478236" sldId="272"/>
        </pc:sldMkLst>
        <pc:picChg chg="del">
          <ac:chgData name="Olasunkanmi Arowolo" userId="b1d4bfef6b4a9739" providerId="LiveId" clId="{B94EA0D5-4A62-4905-A0A5-198FB6972D82}" dt="2026-04-09T08:22:19.801" v="4" actId="478"/>
          <ac:picMkLst>
            <pc:docMk/>
            <pc:sldMk cId="2565478236" sldId="272"/>
            <ac:picMk id="5" creationId="{60399E32-2348-086E-AC71-ABB80B8BEBB1}"/>
          </ac:picMkLst>
        </pc:picChg>
        <pc:picChg chg="add mod">
          <ac:chgData name="Olasunkanmi Arowolo" userId="b1d4bfef6b4a9739" providerId="LiveId" clId="{B94EA0D5-4A62-4905-A0A5-198FB6972D82}" dt="2026-04-10T07:17:30.085" v="277" actId="1076"/>
          <ac:picMkLst>
            <pc:docMk/>
            <pc:sldMk cId="2565478236" sldId="272"/>
            <ac:picMk id="5" creationId="{65B57D10-5C4E-7670-63B0-D38036E5E10D}"/>
          </ac:picMkLst>
        </pc:picChg>
      </pc:sldChg>
      <pc:sldChg chg="del mod modShow">
        <pc:chgData name="Olasunkanmi Arowolo" userId="b1d4bfef6b4a9739" providerId="LiveId" clId="{B94EA0D5-4A62-4905-A0A5-198FB6972D82}" dt="2026-04-10T07:20:58.216" v="293" actId="47"/>
        <pc:sldMkLst>
          <pc:docMk/>
          <pc:sldMk cId="2601421425" sldId="277"/>
        </pc:sldMkLst>
      </pc:sldChg>
      <pc:sldChg chg="del mod modShow">
        <pc:chgData name="Olasunkanmi Arowolo" userId="b1d4bfef6b4a9739" providerId="LiveId" clId="{B94EA0D5-4A62-4905-A0A5-198FB6972D82}" dt="2026-04-10T07:21:20.424" v="294" actId="47"/>
        <pc:sldMkLst>
          <pc:docMk/>
          <pc:sldMk cId="4010741968" sldId="279"/>
        </pc:sldMkLst>
      </pc:sldChg>
      <pc:sldChg chg="addSp delSp modSp mod ord">
        <pc:chgData name="Olasunkanmi Arowolo" userId="b1d4bfef6b4a9739" providerId="LiveId" clId="{B94EA0D5-4A62-4905-A0A5-198FB6972D82}" dt="2026-04-10T07:18:34.773" v="283" actId="1076"/>
        <pc:sldMkLst>
          <pc:docMk/>
          <pc:sldMk cId="429181448" sldId="287"/>
        </pc:sldMkLst>
        <pc:picChg chg="add mod">
          <ac:chgData name="Olasunkanmi Arowolo" userId="b1d4bfef6b4a9739" providerId="LiveId" clId="{B94EA0D5-4A62-4905-A0A5-198FB6972D82}" dt="2026-04-10T07:18:34.773" v="283" actId="1076"/>
          <ac:picMkLst>
            <pc:docMk/>
            <pc:sldMk cId="429181448" sldId="287"/>
            <ac:picMk id="5" creationId="{61388888-EC15-D064-B264-0D2353D4135A}"/>
          </ac:picMkLst>
        </pc:picChg>
        <pc:picChg chg="del">
          <ac:chgData name="Olasunkanmi Arowolo" userId="b1d4bfef6b4a9739" providerId="LiveId" clId="{B94EA0D5-4A62-4905-A0A5-198FB6972D82}" dt="2026-04-09T09:02:47.730" v="255" actId="478"/>
          <ac:picMkLst>
            <pc:docMk/>
            <pc:sldMk cId="429181448" sldId="287"/>
            <ac:picMk id="6" creationId="{8232A4FF-396D-9BF3-A873-2C462E339A84}"/>
          </ac:picMkLst>
        </pc:picChg>
      </pc:sldChg>
      <pc:sldChg chg="addSp modSp modAnim">
        <pc:chgData name="Olasunkanmi Arowolo" userId="b1d4bfef6b4a9739" providerId="LiveId" clId="{B94EA0D5-4A62-4905-A0A5-198FB6972D82}" dt="2026-04-10T07:19:55.420" v="287"/>
        <pc:sldMkLst>
          <pc:docMk/>
          <pc:sldMk cId="1446552941" sldId="291"/>
        </pc:sldMkLst>
        <pc:spChg chg="mod">
          <ac:chgData name="Olasunkanmi Arowolo" userId="b1d4bfef6b4a9739" providerId="LiveId" clId="{B94EA0D5-4A62-4905-A0A5-198FB6972D82}" dt="2026-04-09T08:46:57.283" v="48"/>
          <ac:spMkLst>
            <pc:docMk/>
            <pc:sldMk cId="1446552941" sldId="291"/>
            <ac:spMk id="3" creationId="{839AD960-211D-3ED0-0849-B1826F768D49}"/>
          </ac:spMkLst>
        </pc:spChg>
        <pc:spChg chg="add">
          <ac:chgData name="Olasunkanmi Arowolo" userId="b1d4bfef6b4a9739" providerId="LiveId" clId="{B94EA0D5-4A62-4905-A0A5-198FB6972D82}" dt="2026-04-09T08:46:17.788" v="45"/>
          <ac:spMkLst>
            <pc:docMk/>
            <pc:sldMk cId="1446552941" sldId="291"/>
            <ac:spMk id="6" creationId="{A015099C-6770-65FA-A7D2-FE2B5C9D2BD3}"/>
          </ac:spMkLst>
        </pc:spChg>
      </pc:sldChg>
      <pc:sldChg chg="modSp mod modAnim">
        <pc:chgData name="Olasunkanmi Arowolo" userId="b1d4bfef6b4a9739" providerId="LiveId" clId="{B94EA0D5-4A62-4905-A0A5-198FB6972D82}" dt="2026-04-10T07:20:25.494" v="290"/>
        <pc:sldMkLst>
          <pc:docMk/>
          <pc:sldMk cId="635970524" sldId="292"/>
        </pc:sldMkLst>
        <pc:spChg chg="mod">
          <ac:chgData name="Olasunkanmi Arowolo" userId="b1d4bfef6b4a9739" providerId="LiveId" clId="{B94EA0D5-4A62-4905-A0A5-198FB6972D82}" dt="2026-04-09T08:47:34.052" v="53"/>
          <ac:spMkLst>
            <pc:docMk/>
            <pc:sldMk cId="635970524" sldId="292"/>
            <ac:spMk id="2" creationId="{D53592E2-D2E7-27FD-730B-EE7FD3F7BD28}"/>
          </ac:spMkLst>
        </pc:spChg>
        <pc:spChg chg="mod">
          <ac:chgData name="Olasunkanmi Arowolo" userId="b1d4bfef6b4a9739" providerId="LiveId" clId="{B94EA0D5-4A62-4905-A0A5-198FB6972D82}" dt="2026-04-09T08:47:43.760" v="54"/>
          <ac:spMkLst>
            <pc:docMk/>
            <pc:sldMk cId="635970524" sldId="292"/>
            <ac:spMk id="3" creationId="{4AB0D9CC-3159-FF07-E488-6D99E477D816}"/>
          </ac:spMkLst>
        </pc:spChg>
        <pc:spChg chg="mod">
          <ac:chgData name="Olasunkanmi Arowolo" userId="b1d4bfef6b4a9739" providerId="LiveId" clId="{B94EA0D5-4A62-4905-A0A5-198FB6972D82}" dt="2026-04-09T08:47:25.208" v="52" actId="6549"/>
          <ac:spMkLst>
            <pc:docMk/>
            <pc:sldMk cId="635970524" sldId="292"/>
            <ac:spMk id="4" creationId="{3D9AC6F8-C187-0B3A-8BBE-599DA3D68400}"/>
          </ac:spMkLst>
        </pc:spChg>
      </pc:sldChg>
      <pc:sldChg chg="modSp mod modAnim modNotesTx">
        <pc:chgData name="Olasunkanmi Arowolo" userId="b1d4bfef6b4a9739" providerId="LiveId" clId="{B94EA0D5-4A62-4905-A0A5-198FB6972D82}" dt="2026-04-10T07:46:44.066" v="315" actId="20577"/>
        <pc:sldMkLst>
          <pc:docMk/>
          <pc:sldMk cId="1009125722" sldId="293"/>
        </pc:sldMkLst>
        <pc:spChg chg="mod">
          <ac:chgData name="Olasunkanmi Arowolo" userId="b1d4bfef6b4a9739" providerId="LiveId" clId="{B94EA0D5-4A62-4905-A0A5-198FB6972D82}" dt="2026-04-09T08:53:46.172" v="160" actId="21"/>
          <ac:spMkLst>
            <pc:docMk/>
            <pc:sldMk cId="1009125722" sldId="293"/>
            <ac:spMk id="2" creationId="{BD5CA8CD-000C-BE27-43A9-936F7F6C06FB}"/>
          </ac:spMkLst>
        </pc:spChg>
        <pc:spChg chg="mod">
          <ac:chgData name="Olasunkanmi Arowolo" userId="b1d4bfef6b4a9739" providerId="LiveId" clId="{B94EA0D5-4A62-4905-A0A5-198FB6972D82}" dt="2026-04-09T08:53:38.185" v="157" actId="21"/>
          <ac:spMkLst>
            <pc:docMk/>
            <pc:sldMk cId="1009125722" sldId="293"/>
            <ac:spMk id="3" creationId="{4AD6C606-4444-DAD8-3414-8F3E67E47A06}"/>
          </ac:spMkLst>
        </pc:spChg>
        <pc:spChg chg="mod">
          <ac:chgData name="Olasunkanmi Arowolo" userId="b1d4bfef6b4a9739" providerId="LiveId" clId="{B94EA0D5-4A62-4905-A0A5-198FB6972D82}" dt="2026-04-09T08:53:47.600" v="161"/>
          <ac:spMkLst>
            <pc:docMk/>
            <pc:sldMk cId="1009125722" sldId="293"/>
            <ac:spMk id="4" creationId="{D16C4A08-D6B7-89F8-5571-750491EA59A6}"/>
          </ac:spMkLst>
        </pc:spChg>
      </pc:sldChg>
      <pc:sldChg chg="modSp mod modAnim">
        <pc:chgData name="Olasunkanmi Arowolo" userId="b1d4bfef6b4a9739" providerId="LiveId" clId="{B94EA0D5-4A62-4905-A0A5-198FB6972D82}" dt="2026-04-10T07:21:46.520" v="299"/>
        <pc:sldMkLst>
          <pc:docMk/>
          <pc:sldMk cId="3179940564" sldId="294"/>
        </pc:sldMkLst>
        <pc:spChg chg="mod">
          <ac:chgData name="Olasunkanmi Arowolo" userId="b1d4bfef6b4a9739" providerId="LiveId" clId="{B94EA0D5-4A62-4905-A0A5-198FB6972D82}" dt="2026-04-09T08:54:07.307" v="164"/>
          <ac:spMkLst>
            <pc:docMk/>
            <pc:sldMk cId="3179940564" sldId="294"/>
            <ac:spMk id="2" creationId="{B1CB18B5-231A-256F-5324-8DB103467E59}"/>
          </ac:spMkLst>
        </pc:spChg>
        <pc:spChg chg="mod">
          <ac:chgData name="Olasunkanmi Arowolo" userId="b1d4bfef6b4a9739" providerId="LiveId" clId="{B94EA0D5-4A62-4905-A0A5-198FB6972D82}" dt="2026-04-09T08:54:10.281" v="165" actId="21"/>
          <ac:spMkLst>
            <pc:docMk/>
            <pc:sldMk cId="3179940564" sldId="294"/>
            <ac:spMk id="3" creationId="{025537B4-F964-92D8-409E-D624F7DD0DFC}"/>
          </ac:spMkLst>
        </pc:spChg>
        <pc:spChg chg="mod">
          <ac:chgData name="Olasunkanmi Arowolo" userId="b1d4bfef6b4a9739" providerId="LiveId" clId="{B94EA0D5-4A62-4905-A0A5-198FB6972D82}" dt="2026-04-09T08:54:12.024" v="166"/>
          <ac:spMkLst>
            <pc:docMk/>
            <pc:sldMk cId="3179940564" sldId="294"/>
            <ac:spMk id="4" creationId="{24769967-23BB-ABA9-A25E-A1186253F43E}"/>
          </ac:spMkLst>
        </pc:spChg>
      </pc:sldChg>
      <pc:sldChg chg="modSp mod modAnim">
        <pc:chgData name="Olasunkanmi Arowolo" userId="b1d4bfef6b4a9739" providerId="LiveId" clId="{B94EA0D5-4A62-4905-A0A5-198FB6972D82}" dt="2026-04-10T07:21:51.707" v="300"/>
        <pc:sldMkLst>
          <pc:docMk/>
          <pc:sldMk cId="2211465848" sldId="295"/>
        </pc:sldMkLst>
        <pc:spChg chg="mod">
          <ac:chgData name="Olasunkanmi Arowolo" userId="b1d4bfef6b4a9739" providerId="LiveId" clId="{B94EA0D5-4A62-4905-A0A5-198FB6972D82}" dt="2026-04-09T08:54:33.904" v="170" actId="6549"/>
          <ac:spMkLst>
            <pc:docMk/>
            <pc:sldMk cId="2211465848" sldId="295"/>
            <ac:spMk id="2" creationId="{BDC3D164-1C5B-E891-FBC1-184BADFEF218}"/>
          </ac:spMkLst>
        </pc:spChg>
        <pc:spChg chg="mod">
          <ac:chgData name="Olasunkanmi Arowolo" userId="b1d4bfef6b4a9739" providerId="LiveId" clId="{B94EA0D5-4A62-4905-A0A5-198FB6972D82}" dt="2026-04-09T08:54:30.314" v="168" actId="21"/>
          <ac:spMkLst>
            <pc:docMk/>
            <pc:sldMk cId="2211465848" sldId="295"/>
            <ac:spMk id="3" creationId="{046979C5-DE65-0878-C1B1-5220CD1D1AD6}"/>
          </ac:spMkLst>
        </pc:spChg>
        <pc:spChg chg="mod">
          <ac:chgData name="Olasunkanmi Arowolo" userId="b1d4bfef6b4a9739" providerId="LiveId" clId="{B94EA0D5-4A62-4905-A0A5-198FB6972D82}" dt="2026-04-09T08:54:32.087" v="169"/>
          <ac:spMkLst>
            <pc:docMk/>
            <pc:sldMk cId="2211465848" sldId="295"/>
            <ac:spMk id="4" creationId="{0ABA5325-D3B1-8EA2-7CD9-6926D57D87F7}"/>
          </ac:spMkLst>
        </pc:spChg>
      </pc:sldChg>
      <pc:sldChg chg="addSp delSp modSp mod setBg modAnim">
        <pc:chgData name="Olasunkanmi Arowolo" userId="b1d4bfef6b4a9739" providerId="LiveId" clId="{B94EA0D5-4A62-4905-A0A5-198FB6972D82}" dt="2026-04-10T07:21:57.980" v="301"/>
        <pc:sldMkLst>
          <pc:docMk/>
          <pc:sldMk cId="1944837373" sldId="296"/>
        </pc:sldMkLst>
        <pc:spChg chg="mod">
          <ac:chgData name="Olasunkanmi Arowolo" userId="b1d4bfef6b4a9739" providerId="LiveId" clId="{B94EA0D5-4A62-4905-A0A5-198FB6972D82}" dt="2026-04-09T08:55:36.079" v="180" actId="26606"/>
          <ac:spMkLst>
            <pc:docMk/>
            <pc:sldMk cId="1944837373" sldId="296"/>
            <ac:spMk id="2" creationId="{953F1010-B3EF-CED8-5A7E-0638C3F4BBBA}"/>
          </ac:spMkLst>
        </pc:spChg>
        <pc:spChg chg="del mod">
          <ac:chgData name="Olasunkanmi Arowolo" userId="b1d4bfef6b4a9739" providerId="LiveId" clId="{B94EA0D5-4A62-4905-A0A5-198FB6972D82}" dt="2026-04-09T08:55:14.943" v="177"/>
          <ac:spMkLst>
            <pc:docMk/>
            <pc:sldMk cId="1944837373" sldId="296"/>
            <ac:spMk id="3" creationId="{80B5102A-82E4-66EC-89B0-94AF872AA6B7}"/>
          </ac:spMkLst>
        </pc:spChg>
        <pc:spChg chg="mod">
          <ac:chgData name="Olasunkanmi Arowolo" userId="b1d4bfef6b4a9739" providerId="LiveId" clId="{B94EA0D5-4A62-4905-A0A5-198FB6972D82}" dt="2026-04-09T08:55:36.079" v="180" actId="26606"/>
          <ac:spMkLst>
            <pc:docMk/>
            <pc:sldMk cId="1944837373" sldId="296"/>
            <ac:spMk id="4" creationId="{B62CDCE6-ABE9-3EB3-DABE-1EE05E484BA7}"/>
          </ac:spMkLst>
        </pc:spChg>
        <pc:spChg chg="add del">
          <ac:chgData name="Olasunkanmi Arowolo" userId="b1d4bfef6b4a9739" providerId="LiveId" clId="{B94EA0D5-4A62-4905-A0A5-198FB6972D82}" dt="2026-04-09T08:55:36.060" v="179" actId="26606"/>
          <ac:spMkLst>
            <pc:docMk/>
            <pc:sldMk cId="1944837373" sldId="296"/>
            <ac:spMk id="10" creationId="{47942995-B07F-4636-9A06-C6A104B260A8}"/>
          </ac:spMkLst>
        </pc:spChg>
        <pc:spChg chg="add">
          <ac:chgData name="Olasunkanmi Arowolo" userId="b1d4bfef6b4a9739" providerId="LiveId" clId="{B94EA0D5-4A62-4905-A0A5-198FB6972D82}" dt="2026-04-09T08:55:36.079" v="180" actId="26606"/>
          <ac:spMkLst>
            <pc:docMk/>
            <pc:sldMk cId="1944837373" sldId="296"/>
            <ac:spMk id="16" creationId="{AF2F604E-43BE-4DC3-B983-E071523364F8}"/>
          </ac:spMkLst>
        </pc:spChg>
        <pc:spChg chg="add del">
          <ac:chgData name="Olasunkanmi Arowolo" userId="b1d4bfef6b4a9739" providerId="LiveId" clId="{B94EA0D5-4A62-4905-A0A5-198FB6972D82}" dt="2026-04-09T08:55:36.060" v="179" actId="26606"/>
          <ac:spMkLst>
            <pc:docMk/>
            <pc:sldMk cId="1944837373" sldId="296"/>
            <ac:spMk id="17" creationId="{B81933D1-5615-42C7-9C0B-4EB7105CCE2D}"/>
          </ac:spMkLst>
        </pc:spChg>
        <pc:spChg chg="add">
          <ac:chgData name="Olasunkanmi Arowolo" userId="b1d4bfef6b4a9739" providerId="LiveId" clId="{B94EA0D5-4A62-4905-A0A5-198FB6972D82}" dt="2026-04-09T08:55:36.079" v="180" actId="26606"/>
          <ac:spMkLst>
            <pc:docMk/>
            <pc:sldMk cId="1944837373" sldId="296"/>
            <ac:spMk id="18" creationId="{08C9B587-E65E-4B52-B37C-ABEBB6E87928}"/>
          </ac:spMkLst>
        </pc:spChg>
        <pc:spChg chg="add del">
          <ac:chgData name="Olasunkanmi Arowolo" userId="b1d4bfef6b4a9739" providerId="LiveId" clId="{B94EA0D5-4A62-4905-A0A5-198FB6972D82}" dt="2026-04-09T08:55:36.060" v="179" actId="26606"/>
          <ac:spMkLst>
            <pc:docMk/>
            <pc:sldMk cId="1944837373" sldId="296"/>
            <ac:spMk id="19" creationId="{19C9EAEA-39D0-4B0E-A0EB-51E7B26740B1}"/>
          </ac:spMkLst>
        </pc:spChg>
        <pc:spChg chg="add">
          <ac:chgData name="Olasunkanmi Arowolo" userId="b1d4bfef6b4a9739" providerId="LiveId" clId="{B94EA0D5-4A62-4905-A0A5-198FB6972D82}" dt="2026-04-09T08:55:36.079" v="180" actId="26606"/>
          <ac:spMkLst>
            <pc:docMk/>
            <pc:sldMk cId="1944837373" sldId="296"/>
            <ac:spMk id="21" creationId="{5DCB5928-DC7D-4612-9922-441966E15627}"/>
          </ac:spMkLst>
        </pc:spChg>
        <pc:spChg chg="add">
          <ac:chgData name="Olasunkanmi Arowolo" userId="b1d4bfef6b4a9739" providerId="LiveId" clId="{B94EA0D5-4A62-4905-A0A5-198FB6972D82}" dt="2026-04-09T08:55:36.079" v="180" actId="26606"/>
          <ac:spMkLst>
            <pc:docMk/>
            <pc:sldMk cId="1944837373" sldId="296"/>
            <ac:spMk id="22" creationId="{682C1161-1736-45EC-99B7-33F3CAE9D517}"/>
          </ac:spMkLst>
        </pc:spChg>
        <pc:spChg chg="add">
          <ac:chgData name="Olasunkanmi Arowolo" userId="b1d4bfef6b4a9739" providerId="LiveId" clId="{B94EA0D5-4A62-4905-A0A5-198FB6972D82}" dt="2026-04-09T08:55:36.079" v="180" actId="26606"/>
          <ac:spMkLst>
            <pc:docMk/>
            <pc:sldMk cId="1944837373" sldId="296"/>
            <ac:spMk id="23" creationId="{84D4DDB8-B68F-45B0-9F62-C4279996F672}"/>
          </ac:spMkLst>
        </pc:spChg>
        <pc:grpChg chg="add del">
          <ac:chgData name="Olasunkanmi Arowolo" userId="b1d4bfef6b4a9739" providerId="LiveId" clId="{B94EA0D5-4A62-4905-A0A5-198FB6972D82}" dt="2026-04-09T08:55:36.060" v="179" actId="26606"/>
          <ac:grpSpMkLst>
            <pc:docMk/>
            <pc:sldMk cId="1944837373" sldId="296"/>
            <ac:grpSpMk id="12" creationId="{032D8612-31EB-44CF-A1D0-14FD4C705424}"/>
          </ac:grpSpMkLst>
        </pc:grpChg>
        <pc:graphicFrameChg chg="add mod ord modGraphic">
          <ac:chgData name="Olasunkanmi Arowolo" userId="b1d4bfef6b4a9739" providerId="LiveId" clId="{B94EA0D5-4A62-4905-A0A5-198FB6972D82}" dt="2026-04-09T08:55:36.079" v="180" actId="26606"/>
          <ac:graphicFrameMkLst>
            <pc:docMk/>
            <pc:sldMk cId="1944837373" sldId="296"/>
            <ac:graphicFrameMk id="5" creationId="{9FF22EA5-AF7B-DFCB-D733-E0400B80EF50}"/>
          </ac:graphicFrameMkLst>
        </pc:graphicFrameChg>
      </pc:sldChg>
      <pc:sldChg chg="modSp mod modAnim">
        <pc:chgData name="Olasunkanmi Arowolo" userId="b1d4bfef6b4a9739" providerId="LiveId" clId="{B94EA0D5-4A62-4905-A0A5-198FB6972D82}" dt="2026-04-10T07:22:02.721" v="303"/>
        <pc:sldMkLst>
          <pc:docMk/>
          <pc:sldMk cId="1072879938" sldId="297"/>
        </pc:sldMkLst>
        <pc:spChg chg="mod">
          <ac:chgData name="Olasunkanmi Arowolo" userId="b1d4bfef6b4a9739" providerId="LiveId" clId="{B94EA0D5-4A62-4905-A0A5-198FB6972D82}" dt="2026-04-09T08:56:08.424" v="185"/>
          <ac:spMkLst>
            <pc:docMk/>
            <pc:sldMk cId="1072879938" sldId="297"/>
            <ac:spMk id="2" creationId="{AC8170F8-DDA9-5644-C41D-EC74F4F914B2}"/>
          </ac:spMkLst>
        </pc:spChg>
        <pc:spChg chg="mod">
          <ac:chgData name="Olasunkanmi Arowolo" userId="b1d4bfef6b4a9739" providerId="LiveId" clId="{B94EA0D5-4A62-4905-A0A5-198FB6972D82}" dt="2026-04-09T08:56:25.715" v="188" actId="5793"/>
          <ac:spMkLst>
            <pc:docMk/>
            <pc:sldMk cId="1072879938" sldId="297"/>
            <ac:spMk id="3" creationId="{B8421740-22A3-FE3D-D2B2-B409B6DE80F9}"/>
          </ac:spMkLst>
        </pc:spChg>
        <pc:spChg chg="mod">
          <ac:chgData name="Olasunkanmi Arowolo" userId="b1d4bfef6b4a9739" providerId="LiveId" clId="{B94EA0D5-4A62-4905-A0A5-198FB6972D82}" dt="2026-04-09T08:56:16.331" v="186" actId="6549"/>
          <ac:spMkLst>
            <pc:docMk/>
            <pc:sldMk cId="1072879938" sldId="297"/>
            <ac:spMk id="4" creationId="{2A52DA15-6304-CE7F-EB80-D78D79884400}"/>
          </ac:spMkLst>
        </pc:spChg>
      </pc:sldChg>
      <pc:sldChg chg="del">
        <pc:chgData name="Olasunkanmi Arowolo" userId="b1d4bfef6b4a9739" providerId="LiveId" clId="{B94EA0D5-4A62-4905-A0A5-198FB6972D82}" dt="2026-04-09T09:02:39.878" v="251" actId="47"/>
        <pc:sldMkLst>
          <pc:docMk/>
          <pc:sldMk cId="2434123689" sldId="298"/>
        </pc:sldMkLst>
      </pc:sldChg>
      <pc:sldChg chg="modSp mod modAnim modNotesTx">
        <pc:chgData name="Olasunkanmi Arowolo" userId="b1d4bfef6b4a9739" providerId="LiveId" clId="{B94EA0D5-4A62-4905-A0A5-198FB6972D82}" dt="2026-04-10T07:45:17.366" v="314" actId="20577"/>
        <pc:sldMkLst>
          <pc:docMk/>
          <pc:sldMk cId="4125285734" sldId="299"/>
        </pc:sldMkLst>
        <pc:spChg chg="mod">
          <ac:chgData name="Olasunkanmi Arowolo" userId="b1d4bfef6b4a9739" providerId="LiveId" clId="{B94EA0D5-4A62-4905-A0A5-198FB6972D82}" dt="2026-04-09T08:52:18.644" v="138" actId="5793"/>
          <ac:spMkLst>
            <pc:docMk/>
            <pc:sldMk cId="4125285734" sldId="299"/>
            <ac:spMk id="3" creationId="{C9488872-B4F4-42BD-B469-B01C4BC0DD8F}"/>
          </ac:spMkLst>
        </pc:spChg>
        <pc:spChg chg="mod">
          <ac:chgData name="Olasunkanmi Arowolo" userId="b1d4bfef6b4a9739" providerId="LiveId" clId="{B94EA0D5-4A62-4905-A0A5-198FB6972D82}" dt="2026-04-09T08:52:14.667" v="136" actId="6549"/>
          <ac:spMkLst>
            <pc:docMk/>
            <pc:sldMk cId="4125285734" sldId="299"/>
            <ac:spMk id="4" creationId="{F43BFEFC-646C-E3A4-FB53-BF23C762985B}"/>
          </ac:spMkLst>
        </pc:spChg>
        <pc:spChg chg="mod">
          <ac:chgData name="Olasunkanmi Arowolo" userId="b1d4bfef6b4a9739" providerId="LiveId" clId="{B94EA0D5-4A62-4905-A0A5-198FB6972D82}" dt="2026-04-09T08:52:12.742" v="135"/>
          <ac:spMkLst>
            <pc:docMk/>
            <pc:sldMk cId="4125285734" sldId="299"/>
            <ac:spMk id="6" creationId="{62ECB7BB-A41D-55C9-0BCE-041227C4523C}"/>
          </ac:spMkLst>
        </pc:spChg>
      </pc:sldChg>
      <pc:sldChg chg="modSp mod modAnim">
        <pc:chgData name="Olasunkanmi Arowolo" userId="b1d4bfef6b4a9739" providerId="LiveId" clId="{B94EA0D5-4A62-4905-A0A5-198FB6972D82}" dt="2026-04-10T07:21:35.004" v="296"/>
        <pc:sldMkLst>
          <pc:docMk/>
          <pc:sldMk cId="1773386565" sldId="300"/>
        </pc:sldMkLst>
        <pc:spChg chg="mod">
          <ac:chgData name="Olasunkanmi Arowolo" userId="b1d4bfef6b4a9739" providerId="LiveId" clId="{B94EA0D5-4A62-4905-A0A5-198FB6972D82}" dt="2026-04-09T08:52:42.286" v="140"/>
          <ac:spMkLst>
            <pc:docMk/>
            <pc:sldMk cId="1773386565" sldId="300"/>
            <ac:spMk id="3" creationId="{70CF6E86-C8AD-E5B1-AFBB-A4C7C4F782AB}"/>
          </ac:spMkLst>
        </pc:spChg>
        <pc:spChg chg="mod">
          <ac:chgData name="Olasunkanmi Arowolo" userId="b1d4bfef6b4a9739" providerId="LiveId" clId="{B94EA0D5-4A62-4905-A0A5-198FB6972D82}" dt="2026-04-09T08:52:45.016" v="141" actId="6549"/>
          <ac:spMkLst>
            <pc:docMk/>
            <pc:sldMk cId="1773386565" sldId="300"/>
            <ac:spMk id="4" creationId="{981B9BEB-529F-17B0-B656-69C605B6AD62}"/>
          </ac:spMkLst>
        </pc:spChg>
        <pc:spChg chg="mod">
          <ac:chgData name="Olasunkanmi Arowolo" userId="b1d4bfef6b4a9739" providerId="LiveId" clId="{B94EA0D5-4A62-4905-A0A5-198FB6972D82}" dt="2026-04-09T08:52:35.671" v="139"/>
          <ac:spMkLst>
            <pc:docMk/>
            <pc:sldMk cId="1773386565" sldId="300"/>
            <ac:spMk id="6" creationId="{AC57E2C6-A968-5768-F60C-D41DD158AFEB}"/>
          </ac:spMkLst>
        </pc:spChg>
      </pc:sldChg>
      <pc:sldChg chg="del">
        <pc:chgData name="Olasunkanmi Arowolo" userId="b1d4bfef6b4a9739" providerId="LiveId" clId="{B94EA0D5-4A62-4905-A0A5-198FB6972D82}" dt="2026-04-09T09:03:22.758" v="263" actId="47"/>
        <pc:sldMkLst>
          <pc:docMk/>
          <pc:sldMk cId="1686986384" sldId="301"/>
        </pc:sldMkLst>
      </pc:sldChg>
      <pc:sldChg chg="del mod modShow">
        <pc:chgData name="Olasunkanmi Arowolo" userId="b1d4bfef6b4a9739" providerId="LiveId" clId="{B94EA0D5-4A62-4905-A0A5-198FB6972D82}" dt="2026-04-10T07:20:58.216" v="293" actId="47"/>
        <pc:sldMkLst>
          <pc:docMk/>
          <pc:sldMk cId="1659473838" sldId="302"/>
        </pc:sldMkLst>
      </pc:sldChg>
      <pc:sldChg chg="del mod modShow">
        <pc:chgData name="Olasunkanmi Arowolo" userId="b1d4bfef6b4a9739" providerId="LiveId" clId="{B94EA0D5-4A62-4905-A0A5-198FB6972D82}" dt="2026-04-10T07:21:20.424" v="294" actId="47"/>
        <pc:sldMkLst>
          <pc:docMk/>
          <pc:sldMk cId="3175442775" sldId="303"/>
        </pc:sldMkLst>
      </pc:sldChg>
      <pc:sldChg chg="del mod modShow">
        <pc:chgData name="Olasunkanmi Arowolo" userId="b1d4bfef6b4a9739" providerId="LiveId" clId="{B94EA0D5-4A62-4905-A0A5-198FB6972D82}" dt="2026-04-10T07:22:00.133" v="302" actId="47"/>
        <pc:sldMkLst>
          <pc:docMk/>
          <pc:sldMk cId="3929202352" sldId="305"/>
        </pc:sldMkLst>
      </pc:sldChg>
      <pc:sldChg chg="modSp mod modAnim">
        <pc:chgData name="Olasunkanmi Arowolo" userId="b1d4bfef6b4a9739" providerId="LiveId" clId="{B94EA0D5-4A62-4905-A0A5-198FB6972D82}" dt="2026-04-10T07:22:48.509" v="313"/>
        <pc:sldMkLst>
          <pc:docMk/>
          <pc:sldMk cId="1437194129" sldId="314"/>
        </pc:sldMkLst>
        <pc:spChg chg="mod">
          <ac:chgData name="Olasunkanmi Arowolo" userId="b1d4bfef6b4a9739" providerId="LiveId" clId="{B94EA0D5-4A62-4905-A0A5-198FB6972D82}" dt="2026-04-09T09:01:45.881" v="225"/>
          <ac:spMkLst>
            <pc:docMk/>
            <pc:sldMk cId="1437194129" sldId="314"/>
            <ac:spMk id="2" creationId="{C0017CA4-F0D0-1DAE-5DFE-B56AFDB6D56E}"/>
          </ac:spMkLst>
        </pc:spChg>
        <pc:spChg chg="mod">
          <ac:chgData name="Olasunkanmi Arowolo" userId="b1d4bfef6b4a9739" providerId="LiveId" clId="{B94EA0D5-4A62-4905-A0A5-198FB6972D82}" dt="2026-04-09T09:03:05.055" v="258" actId="5793"/>
          <ac:spMkLst>
            <pc:docMk/>
            <pc:sldMk cId="1437194129" sldId="314"/>
            <ac:spMk id="3" creationId="{2C4897F0-C715-789A-AADE-7AD58C397307}"/>
          </ac:spMkLst>
        </pc:spChg>
        <pc:spChg chg="mod">
          <ac:chgData name="Olasunkanmi Arowolo" userId="b1d4bfef6b4a9739" providerId="LiveId" clId="{B94EA0D5-4A62-4905-A0A5-198FB6972D82}" dt="2026-04-09T09:01:52.955" v="228" actId="113"/>
          <ac:spMkLst>
            <pc:docMk/>
            <pc:sldMk cId="1437194129" sldId="314"/>
            <ac:spMk id="4" creationId="{6968436C-F208-BC1E-7602-F13107ED9013}"/>
          </ac:spMkLst>
        </pc:spChg>
      </pc:sldChg>
      <pc:sldChg chg="modSp mod modAnim">
        <pc:chgData name="Olasunkanmi Arowolo" userId="b1d4bfef6b4a9739" providerId="LiveId" clId="{B94EA0D5-4A62-4905-A0A5-198FB6972D82}" dt="2026-04-10T07:22:05.451" v="304"/>
        <pc:sldMkLst>
          <pc:docMk/>
          <pc:sldMk cId="3618468135" sldId="315"/>
        </pc:sldMkLst>
        <pc:spChg chg="mod">
          <ac:chgData name="Olasunkanmi Arowolo" userId="b1d4bfef6b4a9739" providerId="LiveId" clId="{B94EA0D5-4A62-4905-A0A5-198FB6972D82}" dt="2026-04-09T08:56:57.573" v="191"/>
          <ac:spMkLst>
            <pc:docMk/>
            <pc:sldMk cId="3618468135" sldId="315"/>
            <ac:spMk id="2" creationId="{13AC7E9C-0AE6-661A-B3EB-A8D5F4AFE5D8}"/>
          </ac:spMkLst>
        </pc:spChg>
        <pc:spChg chg="mod">
          <ac:chgData name="Olasunkanmi Arowolo" userId="b1d4bfef6b4a9739" providerId="LiveId" clId="{B94EA0D5-4A62-4905-A0A5-198FB6972D82}" dt="2026-04-09T08:57:25.929" v="193" actId="21"/>
          <ac:spMkLst>
            <pc:docMk/>
            <pc:sldMk cId="3618468135" sldId="315"/>
            <ac:spMk id="3" creationId="{21C4B91E-5A7F-5F1E-5209-633EA87496D1}"/>
          </ac:spMkLst>
        </pc:spChg>
        <pc:spChg chg="mod">
          <ac:chgData name="Olasunkanmi Arowolo" userId="b1d4bfef6b4a9739" providerId="LiveId" clId="{B94EA0D5-4A62-4905-A0A5-198FB6972D82}" dt="2026-04-09T08:57:34.108" v="195" actId="113"/>
          <ac:spMkLst>
            <pc:docMk/>
            <pc:sldMk cId="3618468135" sldId="315"/>
            <ac:spMk id="4" creationId="{B051365A-4EC4-D9CD-7420-585FF23B81F1}"/>
          </ac:spMkLst>
        </pc:spChg>
      </pc:sldChg>
      <pc:sldChg chg="modSp mod modAnim">
        <pc:chgData name="Olasunkanmi Arowolo" userId="b1d4bfef6b4a9739" providerId="LiveId" clId="{B94EA0D5-4A62-4905-A0A5-198FB6972D82}" dt="2026-04-10T07:22:42.019" v="310"/>
        <pc:sldMkLst>
          <pc:docMk/>
          <pc:sldMk cId="229572168" sldId="316"/>
        </pc:sldMkLst>
        <pc:spChg chg="mod">
          <ac:chgData name="Olasunkanmi Arowolo" userId="b1d4bfef6b4a9739" providerId="LiveId" clId="{B94EA0D5-4A62-4905-A0A5-198FB6972D82}" dt="2026-04-09T09:01:27.815" v="222" actId="6549"/>
          <ac:spMkLst>
            <pc:docMk/>
            <pc:sldMk cId="229572168" sldId="316"/>
            <ac:spMk id="2" creationId="{EA574BCB-6BE9-9FA3-9068-A83B2771EE4B}"/>
          </ac:spMkLst>
        </pc:spChg>
        <pc:spChg chg="mod">
          <ac:chgData name="Olasunkanmi Arowolo" userId="b1d4bfef6b4a9739" providerId="LiveId" clId="{B94EA0D5-4A62-4905-A0A5-198FB6972D82}" dt="2026-04-09T09:01:21.347" v="218" actId="21"/>
          <ac:spMkLst>
            <pc:docMk/>
            <pc:sldMk cId="229572168" sldId="316"/>
            <ac:spMk id="3" creationId="{777DD60B-3F04-343D-C5E8-DEB032CC749F}"/>
          </ac:spMkLst>
        </pc:spChg>
        <pc:spChg chg="mod">
          <ac:chgData name="Olasunkanmi Arowolo" userId="b1d4bfef6b4a9739" providerId="LiveId" clId="{B94EA0D5-4A62-4905-A0A5-198FB6972D82}" dt="2026-04-09T09:01:25.366" v="221" actId="113"/>
          <ac:spMkLst>
            <pc:docMk/>
            <pc:sldMk cId="229572168" sldId="316"/>
            <ac:spMk id="4" creationId="{090F8856-3E00-606E-8553-BAB8890B9C9C}"/>
          </ac:spMkLst>
        </pc:spChg>
      </pc:sldChg>
      <pc:sldChg chg="del">
        <pc:chgData name="Olasunkanmi Arowolo" userId="b1d4bfef6b4a9739" providerId="LiveId" clId="{B94EA0D5-4A62-4905-A0A5-198FB6972D82}" dt="2026-04-09T09:02:36.425" v="250" actId="47"/>
        <pc:sldMkLst>
          <pc:docMk/>
          <pc:sldMk cId="1964763224" sldId="317"/>
        </pc:sldMkLst>
      </pc:sldChg>
      <pc:sldChg chg="modSp mod modAnim">
        <pc:chgData name="Olasunkanmi Arowolo" userId="b1d4bfef6b4a9739" providerId="LiveId" clId="{B94EA0D5-4A62-4905-A0A5-198FB6972D82}" dt="2026-04-10T07:22:37.655" v="309"/>
        <pc:sldMkLst>
          <pc:docMk/>
          <pc:sldMk cId="1043439250" sldId="318"/>
        </pc:sldMkLst>
        <pc:spChg chg="mod">
          <ac:chgData name="Olasunkanmi Arowolo" userId="b1d4bfef6b4a9739" providerId="LiveId" clId="{B94EA0D5-4A62-4905-A0A5-198FB6972D82}" dt="2026-04-09T08:59:22.988" v="214"/>
          <ac:spMkLst>
            <pc:docMk/>
            <pc:sldMk cId="1043439250" sldId="318"/>
            <ac:spMk id="2" creationId="{D2E361B5-F298-C115-5512-386D9FC0301C}"/>
          </ac:spMkLst>
        </pc:spChg>
        <pc:spChg chg="mod">
          <ac:chgData name="Olasunkanmi Arowolo" userId="b1d4bfef6b4a9739" providerId="LiveId" clId="{B94EA0D5-4A62-4905-A0A5-198FB6972D82}" dt="2026-04-10T07:22:33.324" v="308" actId="113"/>
          <ac:spMkLst>
            <pc:docMk/>
            <pc:sldMk cId="1043439250" sldId="318"/>
            <ac:spMk id="3" creationId="{78EC9694-5516-3B98-52B8-081B4F21C5BB}"/>
          </ac:spMkLst>
        </pc:spChg>
        <pc:spChg chg="mod">
          <ac:chgData name="Olasunkanmi Arowolo" userId="b1d4bfef6b4a9739" providerId="LiveId" clId="{B94EA0D5-4A62-4905-A0A5-198FB6972D82}" dt="2026-04-09T08:59:29.211" v="216"/>
          <ac:spMkLst>
            <pc:docMk/>
            <pc:sldMk cId="1043439250" sldId="318"/>
            <ac:spMk id="4" creationId="{B43FBD73-6CE3-4DB4-E679-4CAFF3D6C5E6}"/>
          </ac:spMkLst>
        </pc:spChg>
      </pc:sldChg>
      <pc:sldChg chg="modSp mod modAnim">
        <pc:chgData name="Olasunkanmi Arowolo" userId="b1d4bfef6b4a9739" providerId="LiveId" clId="{B94EA0D5-4A62-4905-A0A5-198FB6972D82}" dt="2026-04-10T07:21:38.300" v="297"/>
        <pc:sldMkLst>
          <pc:docMk/>
          <pc:sldMk cId="3503759721" sldId="320"/>
        </pc:sldMkLst>
        <pc:spChg chg="mod">
          <ac:chgData name="Olasunkanmi Arowolo" userId="b1d4bfef6b4a9739" providerId="LiveId" clId="{B94EA0D5-4A62-4905-A0A5-198FB6972D82}" dt="2026-04-09T08:53:08.678" v="147"/>
          <ac:spMkLst>
            <pc:docMk/>
            <pc:sldMk cId="3503759721" sldId="320"/>
            <ac:spMk id="2" creationId="{67C070EA-9778-F61D-3050-2527D361A5B9}"/>
          </ac:spMkLst>
        </pc:spChg>
        <pc:spChg chg="mod">
          <ac:chgData name="Olasunkanmi Arowolo" userId="b1d4bfef6b4a9739" providerId="LiveId" clId="{B94EA0D5-4A62-4905-A0A5-198FB6972D82}" dt="2026-04-09T08:53:20.713" v="155" actId="5793"/>
          <ac:spMkLst>
            <pc:docMk/>
            <pc:sldMk cId="3503759721" sldId="320"/>
            <ac:spMk id="3" creationId="{D60D5C15-56F1-F143-E0B7-E18A81D39DBF}"/>
          </ac:spMkLst>
        </pc:spChg>
        <pc:spChg chg="mod">
          <ac:chgData name="Olasunkanmi Arowolo" userId="b1d4bfef6b4a9739" providerId="LiveId" clId="{B94EA0D5-4A62-4905-A0A5-198FB6972D82}" dt="2026-04-09T08:53:14.322" v="150" actId="20577"/>
          <ac:spMkLst>
            <pc:docMk/>
            <pc:sldMk cId="3503759721" sldId="320"/>
            <ac:spMk id="4" creationId="{C3155394-D5F5-E188-C430-36ACD707D6B8}"/>
          </ac:spMkLst>
        </pc:spChg>
      </pc:sldChg>
      <pc:sldChg chg="del">
        <pc:chgData name="Olasunkanmi Arowolo" userId="b1d4bfef6b4a9739" providerId="LiveId" clId="{B94EA0D5-4A62-4905-A0A5-198FB6972D82}" dt="2026-04-09T09:02:42.179" v="252" actId="47"/>
        <pc:sldMkLst>
          <pc:docMk/>
          <pc:sldMk cId="480252222" sldId="321"/>
        </pc:sldMkLst>
      </pc:sldChg>
      <pc:sldChg chg="del">
        <pc:chgData name="Olasunkanmi Arowolo" userId="b1d4bfef6b4a9739" providerId="LiveId" clId="{B94EA0D5-4A62-4905-A0A5-198FB6972D82}" dt="2026-04-09T09:02:43.620" v="254" actId="47"/>
        <pc:sldMkLst>
          <pc:docMk/>
          <pc:sldMk cId="394746586" sldId="322"/>
        </pc:sldMkLst>
      </pc:sldChg>
      <pc:sldChg chg="del">
        <pc:chgData name="Olasunkanmi Arowolo" userId="b1d4bfef6b4a9739" providerId="LiveId" clId="{B94EA0D5-4A62-4905-A0A5-198FB6972D82}" dt="2026-04-09T09:02:42.910" v="253" actId="47"/>
        <pc:sldMkLst>
          <pc:docMk/>
          <pc:sldMk cId="2594842650" sldId="324"/>
        </pc:sldMkLst>
      </pc:sldChg>
      <pc:sldChg chg="del">
        <pc:chgData name="Olasunkanmi Arowolo" userId="b1d4bfef6b4a9739" providerId="LiveId" clId="{B94EA0D5-4A62-4905-A0A5-198FB6972D82}" dt="2026-04-09T09:03:11.091" v="259" actId="47"/>
        <pc:sldMkLst>
          <pc:docMk/>
          <pc:sldMk cId="3642436735" sldId="325"/>
        </pc:sldMkLst>
      </pc:sldChg>
      <pc:sldChg chg="addSp delSp modSp mod">
        <pc:chgData name="Olasunkanmi Arowolo" userId="b1d4bfef6b4a9739" providerId="LiveId" clId="{B94EA0D5-4A62-4905-A0A5-198FB6972D82}" dt="2026-04-10T07:19:01.915" v="286" actId="1076"/>
        <pc:sldMkLst>
          <pc:docMk/>
          <pc:sldMk cId="1205360480" sldId="328"/>
        </pc:sldMkLst>
        <pc:spChg chg="add del mod">
          <ac:chgData name="Olasunkanmi Arowolo" userId="b1d4bfef6b4a9739" providerId="LiveId" clId="{B94EA0D5-4A62-4905-A0A5-198FB6972D82}" dt="2026-04-10T07:18:55.691" v="284" actId="22"/>
          <ac:spMkLst>
            <pc:docMk/>
            <pc:sldMk cId="1205360480" sldId="328"/>
            <ac:spMk id="4" creationId="{1AC9C4FF-A0EA-DE89-9F02-6C81468B723D}"/>
          </ac:spMkLst>
        </pc:spChg>
        <pc:picChg chg="add mod ord">
          <ac:chgData name="Olasunkanmi Arowolo" userId="b1d4bfef6b4a9739" providerId="LiveId" clId="{B94EA0D5-4A62-4905-A0A5-198FB6972D82}" dt="2026-04-10T07:19:01.915" v="286" actId="1076"/>
          <ac:picMkLst>
            <pc:docMk/>
            <pc:sldMk cId="1205360480" sldId="328"/>
            <ac:picMk id="5" creationId="{F7EB4CC0-9475-A102-93B1-1B96FA9ED70D}"/>
          </ac:picMkLst>
        </pc:picChg>
        <pc:picChg chg="del">
          <ac:chgData name="Olasunkanmi Arowolo" userId="b1d4bfef6b4a9739" providerId="LiveId" clId="{B94EA0D5-4A62-4905-A0A5-198FB6972D82}" dt="2026-04-09T09:03:19.904" v="262" actId="478"/>
          <ac:picMkLst>
            <pc:docMk/>
            <pc:sldMk cId="1205360480" sldId="328"/>
            <ac:picMk id="9" creationId="{32AC2164-9D1F-0D34-0FDF-115BD537E05E}"/>
          </ac:picMkLst>
        </pc:picChg>
      </pc:sldChg>
      <pc:sldChg chg="del">
        <pc:chgData name="Olasunkanmi Arowolo" userId="b1d4bfef6b4a9739" providerId="LiveId" clId="{B94EA0D5-4A62-4905-A0A5-198FB6972D82}" dt="2026-04-09T09:03:13.971" v="260" actId="47"/>
        <pc:sldMkLst>
          <pc:docMk/>
          <pc:sldMk cId="947899852" sldId="329"/>
        </pc:sldMkLst>
      </pc:sldChg>
      <pc:sldChg chg="del">
        <pc:chgData name="Olasunkanmi Arowolo" userId="b1d4bfef6b4a9739" providerId="LiveId" clId="{B94EA0D5-4A62-4905-A0A5-198FB6972D82}" dt="2026-04-09T09:03:15.943" v="261" actId="47"/>
        <pc:sldMkLst>
          <pc:docMk/>
          <pc:sldMk cId="913875661" sldId="330"/>
        </pc:sldMkLst>
      </pc:sldChg>
      <pc:sldChg chg="del mod modShow">
        <pc:chgData name="Olasunkanmi Arowolo" userId="b1d4bfef6b4a9739" providerId="LiveId" clId="{B94EA0D5-4A62-4905-A0A5-198FB6972D82}" dt="2026-04-10T07:20:58.216" v="293" actId="47"/>
        <pc:sldMkLst>
          <pc:docMk/>
          <pc:sldMk cId="198582554" sldId="331"/>
        </pc:sldMkLst>
      </pc:sldChg>
      <pc:sldChg chg="del mod modShow">
        <pc:chgData name="Olasunkanmi Arowolo" userId="b1d4bfef6b4a9739" providerId="LiveId" clId="{B94EA0D5-4A62-4905-A0A5-198FB6972D82}" dt="2026-04-10T07:20:58.216" v="293" actId="47"/>
        <pc:sldMkLst>
          <pc:docMk/>
          <pc:sldMk cId="1282306966" sldId="332"/>
        </pc:sldMkLst>
      </pc:sldChg>
      <pc:sldChg chg="del mod modShow">
        <pc:chgData name="Olasunkanmi Arowolo" userId="b1d4bfef6b4a9739" providerId="LiveId" clId="{B94EA0D5-4A62-4905-A0A5-198FB6972D82}" dt="2026-04-10T07:20:58.216" v="293" actId="47"/>
        <pc:sldMkLst>
          <pc:docMk/>
          <pc:sldMk cId="480897549" sldId="333"/>
        </pc:sldMkLst>
      </pc:sldChg>
      <pc:sldChg chg="del mod modShow">
        <pc:chgData name="Olasunkanmi Arowolo" userId="b1d4bfef6b4a9739" providerId="LiveId" clId="{B94EA0D5-4A62-4905-A0A5-198FB6972D82}" dt="2026-04-10T07:20:58.216" v="293" actId="47"/>
        <pc:sldMkLst>
          <pc:docMk/>
          <pc:sldMk cId="3931831720" sldId="335"/>
        </pc:sldMkLst>
      </pc:sldChg>
      <pc:sldChg chg="del mod modShow">
        <pc:chgData name="Olasunkanmi Arowolo" userId="b1d4bfef6b4a9739" providerId="LiveId" clId="{B94EA0D5-4A62-4905-A0A5-198FB6972D82}" dt="2026-04-10T07:21:20.424" v="294" actId="47"/>
        <pc:sldMkLst>
          <pc:docMk/>
          <pc:sldMk cId="1144319023" sldId="336"/>
        </pc:sldMkLst>
      </pc:sldChg>
      <pc:sldChg chg="del mod modShow">
        <pc:chgData name="Olasunkanmi Arowolo" userId="b1d4bfef6b4a9739" providerId="LiveId" clId="{B94EA0D5-4A62-4905-A0A5-198FB6972D82}" dt="2026-04-10T07:21:20.424" v="294" actId="47"/>
        <pc:sldMkLst>
          <pc:docMk/>
          <pc:sldMk cId="1820988228" sldId="337"/>
        </pc:sldMkLst>
      </pc:sldChg>
      <pc:sldChg chg="del mod modShow">
        <pc:chgData name="Olasunkanmi Arowolo" userId="b1d4bfef6b4a9739" providerId="LiveId" clId="{B94EA0D5-4A62-4905-A0A5-198FB6972D82}" dt="2026-04-10T07:21:20.424" v="294" actId="47"/>
        <pc:sldMkLst>
          <pc:docMk/>
          <pc:sldMk cId="1936975873" sldId="338"/>
        </pc:sldMkLst>
      </pc:sldChg>
      <pc:sldChg chg="del mod modShow">
        <pc:chgData name="Olasunkanmi Arowolo" userId="b1d4bfef6b4a9739" providerId="LiveId" clId="{B94EA0D5-4A62-4905-A0A5-198FB6972D82}" dt="2026-04-10T07:21:20.424" v="294" actId="47"/>
        <pc:sldMkLst>
          <pc:docMk/>
          <pc:sldMk cId="4164060577" sldId="339"/>
        </pc:sldMkLst>
      </pc:sldChg>
      <pc:sldChg chg="del mod modShow">
        <pc:chgData name="Olasunkanmi Arowolo" userId="b1d4bfef6b4a9739" providerId="LiveId" clId="{B94EA0D5-4A62-4905-A0A5-198FB6972D82}" dt="2026-04-10T07:22:00.133" v="302" actId="47"/>
        <pc:sldMkLst>
          <pc:docMk/>
          <pc:sldMk cId="176297715" sldId="340"/>
        </pc:sldMkLst>
      </pc:sldChg>
      <pc:sldChg chg="del mod modShow">
        <pc:chgData name="Olasunkanmi Arowolo" userId="b1d4bfef6b4a9739" providerId="LiveId" clId="{B94EA0D5-4A62-4905-A0A5-198FB6972D82}" dt="2026-04-10T07:22:23.238" v="306" actId="47"/>
        <pc:sldMkLst>
          <pc:docMk/>
          <pc:sldMk cId="3329744625" sldId="341"/>
        </pc:sldMkLst>
      </pc:sldChg>
      <pc:sldChg chg="del mod modShow">
        <pc:chgData name="Olasunkanmi Arowolo" userId="b1d4bfef6b4a9739" providerId="LiveId" clId="{B94EA0D5-4A62-4905-A0A5-198FB6972D82}" dt="2026-04-10T07:22:23.238" v="306" actId="47"/>
        <pc:sldMkLst>
          <pc:docMk/>
          <pc:sldMk cId="2820923006" sldId="342"/>
        </pc:sldMkLst>
      </pc:sldChg>
      <pc:sldChg chg="del mod modShow">
        <pc:chgData name="Olasunkanmi Arowolo" userId="b1d4bfef6b4a9739" providerId="LiveId" clId="{B94EA0D5-4A62-4905-A0A5-198FB6972D82}" dt="2026-04-10T07:22:23.238" v="306" actId="47"/>
        <pc:sldMkLst>
          <pc:docMk/>
          <pc:sldMk cId="2903870313" sldId="343"/>
        </pc:sldMkLst>
      </pc:sldChg>
      <pc:sldChg chg="del mod modShow">
        <pc:chgData name="Olasunkanmi Arowolo" userId="b1d4bfef6b4a9739" providerId="LiveId" clId="{B94EA0D5-4A62-4905-A0A5-198FB6972D82}" dt="2026-04-10T07:22:23.238" v="306" actId="47"/>
        <pc:sldMkLst>
          <pc:docMk/>
          <pc:sldMk cId="800803553" sldId="344"/>
        </pc:sldMkLst>
      </pc:sldChg>
      <pc:sldChg chg="modSp mod ord">
        <pc:chgData name="Olasunkanmi Arowolo" userId="b1d4bfef6b4a9739" providerId="LiveId" clId="{B94EA0D5-4A62-4905-A0A5-198FB6972D82}" dt="2026-04-09T09:13:45.901" v="274"/>
        <pc:sldMkLst>
          <pc:docMk/>
          <pc:sldMk cId="84892740" sldId="345"/>
        </pc:sldMkLst>
        <pc:spChg chg="mod">
          <ac:chgData name="Olasunkanmi Arowolo" userId="b1d4bfef6b4a9739" providerId="LiveId" clId="{B94EA0D5-4A62-4905-A0A5-198FB6972D82}" dt="2026-04-09T09:03:35.668" v="266" actId="21"/>
          <ac:spMkLst>
            <pc:docMk/>
            <pc:sldMk cId="84892740" sldId="345"/>
            <ac:spMk id="2" creationId="{51413BD7-D4D7-87A5-1BE5-A91996826B02}"/>
          </ac:spMkLst>
        </pc:spChg>
        <pc:spChg chg="mod">
          <ac:chgData name="Olasunkanmi Arowolo" userId="b1d4bfef6b4a9739" providerId="LiveId" clId="{B94EA0D5-4A62-4905-A0A5-198FB6972D82}" dt="2026-04-09T09:13:44.274" v="273" actId="21"/>
          <ac:spMkLst>
            <pc:docMk/>
            <pc:sldMk cId="84892740" sldId="345"/>
            <ac:spMk id="3" creationId="{62A0E65A-5885-CE3A-36C9-ED41E26F99AC}"/>
          </ac:spMkLst>
        </pc:spChg>
        <pc:spChg chg="mod">
          <ac:chgData name="Olasunkanmi Arowolo" userId="b1d4bfef6b4a9739" providerId="LiveId" clId="{B94EA0D5-4A62-4905-A0A5-198FB6972D82}" dt="2026-04-09T09:13:45.901" v="274"/>
          <ac:spMkLst>
            <pc:docMk/>
            <pc:sldMk cId="84892740" sldId="345"/>
            <ac:spMk id="4" creationId="{5B6931E7-87C0-A435-DE85-C53502740354}"/>
          </ac:spMkLst>
        </pc:spChg>
      </pc:sldChg>
      <pc:sldChg chg="del">
        <pc:chgData name="Olasunkanmi Arowolo" userId="b1d4bfef6b4a9739" providerId="LiveId" clId="{B94EA0D5-4A62-4905-A0A5-198FB6972D82}" dt="2026-04-09T09:02:29.819" v="243" actId="47"/>
        <pc:sldMkLst>
          <pc:docMk/>
          <pc:sldMk cId="4272984867" sldId="346"/>
        </pc:sldMkLst>
      </pc:sldChg>
      <pc:sldChg chg="del">
        <pc:chgData name="Olasunkanmi Arowolo" userId="b1d4bfef6b4a9739" providerId="LiveId" clId="{B94EA0D5-4A62-4905-A0A5-198FB6972D82}" dt="2026-04-09T09:02:24.615" v="234" actId="47"/>
        <pc:sldMkLst>
          <pc:docMk/>
          <pc:sldMk cId="292362062" sldId="348"/>
        </pc:sldMkLst>
      </pc:sldChg>
      <pc:sldChg chg="del">
        <pc:chgData name="Olasunkanmi Arowolo" userId="b1d4bfef6b4a9739" providerId="LiveId" clId="{B94EA0D5-4A62-4905-A0A5-198FB6972D82}" dt="2026-04-09T09:02:27.564" v="240" actId="47"/>
        <pc:sldMkLst>
          <pc:docMk/>
          <pc:sldMk cId="1047456327" sldId="349"/>
        </pc:sldMkLst>
      </pc:sldChg>
      <pc:sldChg chg="del">
        <pc:chgData name="Olasunkanmi Arowolo" userId="b1d4bfef6b4a9739" providerId="LiveId" clId="{B94EA0D5-4A62-4905-A0A5-198FB6972D82}" dt="2026-04-09T09:02:27.136" v="239" actId="47"/>
        <pc:sldMkLst>
          <pc:docMk/>
          <pc:sldMk cId="1385437286" sldId="350"/>
        </pc:sldMkLst>
      </pc:sldChg>
      <pc:sldChg chg="del">
        <pc:chgData name="Olasunkanmi Arowolo" userId="b1d4bfef6b4a9739" providerId="LiveId" clId="{B94EA0D5-4A62-4905-A0A5-198FB6972D82}" dt="2026-04-09T09:02:25.705" v="236" actId="47"/>
        <pc:sldMkLst>
          <pc:docMk/>
          <pc:sldMk cId="4277060895" sldId="351"/>
        </pc:sldMkLst>
      </pc:sldChg>
      <pc:sldChg chg="del">
        <pc:chgData name="Olasunkanmi Arowolo" userId="b1d4bfef6b4a9739" providerId="LiveId" clId="{B94EA0D5-4A62-4905-A0A5-198FB6972D82}" dt="2026-04-09T09:02:26.348" v="237" actId="47"/>
        <pc:sldMkLst>
          <pc:docMk/>
          <pc:sldMk cId="1029159701" sldId="352"/>
        </pc:sldMkLst>
      </pc:sldChg>
      <pc:sldChg chg="del">
        <pc:chgData name="Olasunkanmi Arowolo" userId="b1d4bfef6b4a9739" providerId="LiveId" clId="{B94EA0D5-4A62-4905-A0A5-198FB6972D82}" dt="2026-04-09T09:02:26.687" v="238" actId="47"/>
        <pc:sldMkLst>
          <pc:docMk/>
          <pc:sldMk cId="2677187181" sldId="353"/>
        </pc:sldMkLst>
      </pc:sldChg>
      <pc:sldChg chg="del">
        <pc:chgData name="Olasunkanmi Arowolo" userId="b1d4bfef6b4a9739" providerId="LiveId" clId="{B94EA0D5-4A62-4905-A0A5-198FB6972D82}" dt="2026-04-09T09:02:25.236" v="235" actId="47"/>
        <pc:sldMkLst>
          <pc:docMk/>
          <pc:sldMk cId="294079007" sldId="355"/>
        </pc:sldMkLst>
      </pc:sldChg>
      <pc:sldChg chg="del">
        <pc:chgData name="Olasunkanmi Arowolo" userId="b1d4bfef6b4a9739" providerId="LiveId" clId="{B94EA0D5-4A62-4905-A0A5-198FB6972D82}" dt="2026-04-09T09:02:28.772" v="242" actId="47"/>
        <pc:sldMkLst>
          <pc:docMk/>
          <pc:sldMk cId="261987064" sldId="356"/>
        </pc:sldMkLst>
      </pc:sldChg>
      <pc:sldChg chg="del">
        <pc:chgData name="Olasunkanmi Arowolo" userId="b1d4bfef6b4a9739" providerId="LiveId" clId="{B94EA0D5-4A62-4905-A0A5-198FB6972D82}" dt="2026-04-09T09:02:28.244" v="241" actId="47"/>
        <pc:sldMkLst>
          <pc:docMk/>
          <pc:sldMk cId="3273486319" sldId="357"/>
        </pc:sldMkLst>
      </pc:sldChg>
      <pc:sldChg chg="del">
        <pc:chgData name="Olasunkanmi Arowolo" userId="b1d4bfef6b4a9739" providerId="LiveId" clId="{B94EA0D5-4A62-4905-A0A5-198FB6972D82}" dt="2026-04-09T09:02:30.877" v="244" actId="47"/>
        <pc:sldMkLst>
          <pc:docMk/>
          <pc:sldMk cId="1870634593" sldId="359"/>
        </pc:sldMkLst>
      </pc:sldChg>
      <pc:sldChg chg="del">
        <pc:chgData name="Olasunkanmi Arowolo" userId="b1d4bfef6b4a9739" providerId="LiveId" clId="{B94EA0D5-4A62-4905-A0A5-198FB6972D82}" dt="2026-04-09T09:02:31.143" v="245" actId="47"/>
        <pc:sldMkLst>
          <pc:docMk/>
          <pc:sldMk cId="3526755135" sldId="360"/>
        </pc:sldMkLst>
      </pc:sldChg>
      <pc:sldChg chg="del">
        <pc:chgData name="Olasunkanmi Arowolo" userId="b1d4bfef6b4a9739" providerId="LiveId" clId="{B94EA0D5-4A62-4905-A0A5-198FB6972D82}" dt="2026-04-09T09:02:31.725" v="246" actId="47"/>
        <pc:sldMkLst>
          <pc:docMk/>
          <pc:sldMk cId="3020841439" sldId="362"/>
        </pc:sldMkLst>
      </pc:sldChg>
      <pc:sldChg chg="del">
        <pc:chgData name="Olasunkanmi Arowolo" userId="b1d4bfef6b4a9739" providerId="LiveId" clId="{B94EA0D5-4A62-4905-A0A5-198FB6972D82}" dt="2026-04-09T09:02:32.802" v="248" actId="47"/>
        <pc:sldMkLst>
          <pc:docMk/>
          <pc:sldMk cId="3352587752" sldId="363"/>
        </pc:sldMkLst>
      </pc:sldChg>
      <pc:sldChg chg="del">
        <pc:chgData name="Olasunkanmi Arowolo" userId="b1d4bfef6b4a9739" providerId="LiveId" clId="{B94EA0D5-4A62-4905-A0A5-198FB6972D82}" dt="2026-04-09T09:02:33.183" v="249" actId="47"/>
        <pc:sldMkLst>
          <pc:docMk/>
          <pc:sldMk cId="2032801264" sldId="364"/>
        </pc:sldMkLst>
      </pc:sldChg>
      <pc:sldChg chg="del">
        <pc:chgData name="Olasunkanmi Arowolo" userId="b1d4bfef6b4a9739" providerId="LiveId" clId="{B94EA0D5-4A62-4905-A0A5-198FB6972D82}" dt="2026-04-09T09:02:32.089" v="247" actId="47"/>
        <pc:sldMkLst>
          <pc:docMk/>
          <pc:sldMk cId="3513626661" sldId="365"/>
        </pc:sldMkLst>
      </pc:sldChg>
      <pc:sldChg chg="del">
        <pc:chgData name="Olasunkanmi Arowolo" userId="b1d4bfef6b4a9739" providerId="LiveId" clId="{B94EA0D5-4A62-4905-A0A5-198FB6972D82}" dt="2026-04-09T08:52:59.905" v="142" actId="47"/>
        <pc:sldMkLst>
          <pc:docMk/>
          <pc:sldMk cId="1298077786" sldId="366"/>
        </pc:sldMkLst>
      </pc:sldChg>
      <pc:sldChg chg="modSp add mod modAnim">
        <pc:chgData name="Olasunkanmi Arowolo" userId="b1d4bfef6b4a9739" providerId="LiveId" clId="{B94EA0D5-4A62-4905-A0A5-198FB6972D82}" dt="2026-04-09T08:50:31.266" v="113"/>
        <pc:sldMkLst>
          <pc:docMk/>
          <pc:sldMk cId="2244763996" sldId="367"/>
        </pc:sldMkLst>
        <pc:spChg chg="mod">
          <ac:chgData name="Olasunkanmi Arowolo" userId="b1d4bfef6b4a9739" providerId="LiveId" clId="{B94EA0D5-4A62-4905-A0A5-198FB6972D82}" dt="2026-04-09T08:50:29.699" v="112" actId="20577"/>
          <ac:spMkLst>
            <pc:docMk/>
            <pc:sldMk cId="2244763996" sldId="367"/>
            <ac:spMk id="3" creationId="{AAB40AEC-FE1C-721D-5D3C-86E34ACBEC9F}"/>
          </ac:spMkLst>
        </pc:spChg>
        <pc:spChg chg="mod">
          <ac:chgData name="Olasunkanmi Arowolo" userId="b1d4bfef6b4a9739" providerId="LiveId" clId="{B94EA0D5-4A62-4905-A0A5-198FB6972D82}" dt="2026-04-09T08:50:31.266" v="113"/>
          <ac:spMkLst>
            <pc:docMk/>
            <pc:sldMk cId="2244763996" sldId="367"/>
            <ac:spMk id="4" creationId="{CE7D3586-CE0B-1DCD-5A85-C6A55521B17B}"/>
          </ac:spMkLst>
        </pc:spChg>
      </pc:sldChg>
      <pc:sldChg chg="modSp new del">
        <pc:chgData name="Olasunkanmi Arowolo" userId="b1d4bfef6b4a9739" providerId="LiveId" clId="{B94EA0D5-4A62-4905-A0A5-198FB6972D82}" dt="2026-04-09T08:58:20.409" v="202" actId="47"/>
        <pc:sldMkLst>
          <pc:docMk/>
          <pc:sldMk cId="987534139" sldId="368"/>
        </pc:sldMkLst>
        <pc:spChg chg="mod">
          <ac:chgData name="Olasunkanmi Arowolo" userId="b1d4bfef6b4a9739" providerId="LiveId" clId="{B94EA0D5-4A62-4905-A0A5-198FB6972D82}" dt="2026-04-09T08:58:08.268" v="197"/>
          <ac:spMkLst>
            <pc:docMk/>
            <pc:sldMk cId="987534139" sldId="368"/>
            <ac:spMk id="2" creationId="{E1630663-66C5-B704-950E-38D8CA394177}"/>
          </ac:spMkLst>
        </pc:spChg>
      </pc:sldChg>
      <pc:sldChg chg="modSp new mod modTransition">
        <pc:chgData name="Olasunkanmi Arowolo" userId="b1d4bfef6b4a9739" providerId="LiveId" clId="{B94EA0D5-4A62-4905-A0A5-198FB6972D82}" dt="2026-04-10T07:22:17.630" v="305"/>
        <pc:sldMkLst>
          <pc:docMk/>
          <pc:sldMk cId="664621131" sldId="369"/>
        </pc:sldMkLst>
        <pc:spChg chg="mod">
          <ac:chgData name="Olasunkanmi Arowolo" userId="b1d4bfef6b4a9739" providerId="LiveId" clId="{B94EA0D5-4A62-4905-A0A5-198FB6972D82}" dt="2026-04-09T08:58:17.588" v="201" actId="113"/>
          <ac:spMkLst>
            <pc:docMk/>
            <pc:sldMk cId="664621131" sldId="369"/>
            <ac:spMk id="2" creationId="{CE75D46C-D718-61F8-72A8-E5BCCBA74493}"/>
          </ac:spMkLst>
        </pc:spChg>
      </pc:sldChg>
      <pc:sldChg chg="modSp add mod modTransition">
        <pc:chgData name="Olasunkanmi Arowolo" userId="b1d4bfef6b4a9739" providerId="LiveId" clId="{B94EA0D5-4A62-4905-A0A5-198FB6972D82}" dt="2026-04-10T09:33:25.168" v="330"/>
        <pc:sldMkLst>
          <pc:docMk/>
          <pc:sldMk cId="2365296512" sldId="370"/>
        </pc:sldMkLst>
        <pc:spChg chg="mod">
          <ac:chgData name="Olasunkanmi Arowolo" userId="b1d4bfef6b4a9739" providerId="LiveId" clId="{B94EA0D5-4A62-4905-A0A5-198FB6972D82}" dt="2026-04-09T08:58:34.893" v="205" actId="113"/>
          <ac:spMkLst>
            <pc:docMk/>
            <pc:sldMk cId="2365296512" sldId="370"/>
            <ac:spMk id="2" creationId="{BAE0D00E-74D5-A526-8455-B9025B3E8DA3}"/>
          </ac:spMkLst>
        </pc:spChg>
        <pc:spChg chg="mod">
          <ac:chgData name="Olasunkanmi Arowolo" userId="b1d4bfef6b4a9739" providerId="LiveId" clId="{B94EA0D5-4A62-4905-A0A5-198FB6972D82}" dt="2026-04-10T09:33:25.168" v="330"/>
          <ac:spMkLst>
            <pc:docMk/>
            <pc:sldMk cId="2365296512" sldId="370"/>
            <ac:spMk id="3" creationId="{E057EC18-17A3-5AC4-B8C2-51F72D98674D}"/>
          </ac:spMkLst>
        </pc:spChg>
      </pc:sldChg>
      <pc:sldChg chg="modSp add mod modTransition">
        <pc:chgData name="Olasunkanmi Arowolo" userId="b1d4bfef6b4a9739" providerId="LiveId" clId="{B94EA0D5-4A62-4905-A0A5-198FB6972D82}" dt="2026-04-10T09:33:22.318" v="329" actId="21"/>
        <pc:sldMkLst>
          <pc:docMk/>
          <pc:sldMk cId="3619545826" sldId="371"/>
        </pc:sldMkLst>
        <pc:spChg chg="mod">
          <ac:chgData name="Olasunkanmi Arowolo" userId="b1d4bfef6b4a9739" providerId="LiveId" clId="{B94EA0D5-4A62-4905-A0A5-198FB6972D82}" dt="2026-04-09T08:58:48.221" v="208" actId="113"/>
          <ac:spMkLst>
            <pc:docMk/>
            <pc:sldMk cId="3619545826" sldId="371"/>
            <ac:spMk id="2" creationId="{49E3E35C-616E-F608-CD60-C4C6C638ACEC}"/>
          </ac:spMkLst>
        </pc:spChg>
        <pc:spChg chg="mod">
          <ac:chgData name="Olasunkanmi Arowolo" userId="b1d4bfef6b4a9739" providerId="LiveId" clId="{B94EA0D5-4A62-4905-A0A5-198FB6972D82}" dt="2026-04-10T09:33:22.318" v="329" actId="21"/>
          <ac:spMkLst>
            <pc:docMk/>
            <pc:sldMk cId="3619545826" sldId="371"/>
            <ac:spMk id="3" creationId="{A4EE418C-49BB-5664-6762-B51087D46BA1}"/>
          </ac:spMkLst>
        </pc:spChg>
      </pc:sldChg>
      <pc:sldChg chg="modSp add mod modTransition">
        <pc:chgData name="Olasunkanmi Arowolo" userId="b1d4bfef6b4a9739" providerId="LiveId" clId="{B94EA0D5-4A62-4905-A0A5-198FB6972D82}" dt="2026-04-10T07:22:17.630" v="305"/>
        <pc:sldMkLst>
          <pc:docMk/>
          <pc:sldMk cId="819784298" sldId="372"/>
        </pc:sldMkLst>
        <pc:spChg chg="mod">
          <ac:chgData name="Olasunkanmi Arowolo" userId="b1d4bfef6b4a9739" providerId="LiveId" clId="{B94EA0D5-4A62-4905-A0A5-198FB6972D82}" dt="2026-04-09T08:58:58.713" v="211" actId="113"/>
          <ac:spMkLst>
            <pc:docMk/>
            <pc:sldMk cId="819784298" sldId="372"/>
            <ac:spMk id="2" creationId="{B21F53CE-480B-E1DA-4607-171E3074CF9A}"/>
          </ac:spMkLst>
        </pc:spChg>
      </pc:sldChg>
      <pc:sldChg chg="add">
        <pc:chgData name="Olasunkanmi Arowolo" userId="b1d4bfef6b4a9739" providerId="LiveId" clId="{B94EA0D5-4A62-4905-A0A5-198FB6972D82}" dt="2026-04-09T09:13:38.684" v="271" actId="2890"/>
        <pc:sldMkLst>
          <pc:docMk/>
          <pc:sldMk cId="3925484131"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0C5BF94-82EA-25ED-1C94-5562FF7667A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EB846D86-7E86-C40D-A9DF-ABC9B7B1126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E9053B-97E6-4F45-93EE-48938139E930}" type="datetimeFigureOut">
              <a:rPr lang="en-GB" smtClean="0"/>
              <a:t>10/04/2026</a:t>
            </a:fld>
            <a:endParaRPr lang="en-GB"/>
          </a:p>
        </p:txBody>
      </p:sp>
      <p:sp>
        <p:nvSpPr>
          <p:cNvPr id="4" name="Footer Placeholder 3">
            <a:extLst>
              <a:ext uri="{FF2B5EF4-FFF2-40B4-BE49-F238E27FC236}">
                <a16:creationId xmlns:a16="http://schemas.microsoft.com/office/drawing/2014/main" id="{0FDEC034-238A-F70D-5C20-C3E3E4B57B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E5BE38AA-0BD4-5177-1B0C-9D8EFCAF5BA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0CF3D3-E080-442A-9331-627F5BA3DCF0}" type="slidenum">
              <a:rPr lang="en-GB" smtClean="0"/>
              <a:t>‹#›</a:t>
            </a:fld>
            <a:endParaRPr lang="en-GB"/>
          </a:p>
        </p:txBody>
      </p:sp>
    </p:spTree>
    <p:extLst>
      <p:ext uri="{BB962C8B-B14F-4D97-AF65-F5344CB8AC3E}">
        <p14:creationId xmlns:p14="http://schemas.microsoft.com/office/powerpoint/2010/main" val="25345897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7A926E-790D-450F-961B-8B6B99E0CD01}" type="datetimeFigureOut">
              <a:rPr lang="en-GB" smtClean="0"/>
              <a:t>10/04/2026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BD1FD5-3411-4380-8A9A-C24F3BB8453F}" type="slidenum">
              <a:rPr lang="en-GB" smtClean="0"/>
              <a:t>‹#›</a:t>
            </a:fld>
            <a:endParaRPr lang="en-GB"/>
          </a:p>
        </p:txBody>
      </p:sp>
    </p:spTree>
    <p:extLst>
      <p:ext uri="{BB962C8B-B14F-4D97-AF65-F5344CB8AC3E}">
        <p14:creationId xmlns:p14="http://schemas.microsoft.com/office/powerpoint/2010/main" val="2314653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one news story trusted instantly, while another is dismissed as unreliable or misleading?</a:t>
            </a:r>
          </a:p>
          <a:p>
            <a:r>
              <a:rPr lang="en-US" dirty="0"/>
              <a:t>It is not only the facts. It is how those facts are shaped before they ever reach the reader.</a:t>
            </a:r>
          </a:p>
          <a:p>
            <a:r>
              <a:rPr lang="en-US" dirty="0"/>
              <a:t>Every headline you see, every photograph you believe, and every story you share has already passed through a hidden process of selection, correction, and design. That process is editing. And in modern media, editing is no longer just about fixing errors. It is about constructing meaning, guiding attention, and shaping public perception across print, broadcast, and digital platforms.</a:t>
            </a:r>
          </a:p>
          <a:p>
            <a:r>
              <a:rPr lang="en-US" dirty="0"/>
              <a:t>In this session, we will open up that process. We will trace how editorial decisions are made, how visual elements influence interpretation, and why editing sits at the </a:t>
            </a:r>
            <a:r>
              <a:rPr lang="en-US" dirty="0" err="1"/>
              <a:t>centre</a:t>
            </a:r>
            <a:r>
              <a:rPr lang="en-US" dirty="0"/>
              <a:t> of media credibility in Nigeria and across global journalism.</a:t>
            </a:r>
          </a:p>
          <a:p>
            <a:r>
              <a:rPr lang="en-US" dirty="0"/>
              <a:t>By the end, you will no longer read news the same way again.</a:t>
            </a:r>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a:t>
            </a:fld>
            <a:endParaRPr lang="en-GB"/>
          </a:p>
        </p:txBody>
      </p:sp>
    </p:spTree>
    <p:extLst>
      <p:ext uri="{BB962C8B-B14F-4D97-AF65-F5344CB8AC3E}">
        <p14:creationId xmlns:p14="http://schemas.microsoft.com/office/powerpoint/2010/main" val="1198984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Frame the lecture as both foundational and professionally relevant.</a:t>
            </a:r>
          </a:p>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4</a:t>
            </a:fld>
            <a:endParaRPr lang="en-GB"/>
          </a:p>
        </p:txBody>
      </p:sp>
    </p:spTree>
    <p:extLst>
      <p:ext uri="{BB962C8B-B14F-4D97-AF65-F5344CB8AC3E}">
        <p14:creationId xmlns:p14="http://schemas.microsoft.com/office/powerpoint/2010/main" val="1057331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Frame the lecture as both foundational and professionally relevant.</a:t>
            </a:r>
          </a:p>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5</a:t>
            </a:fld>
            <a:endParaRPr lang="en-GB"/>
          </a:p>
        </p:txBody>
      </p:sp>
    </p:spTree>
    <p:extLst>
      <p:ext uri="{BB962C8B-B14F-4D97-AF65-F5344CB8AC3E}">
        <p14:creationId xmlns:p14="http://schemas.microsoft.com/office/powerpoint/2010/main" val="1057331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Ask students to imagine breaking news happening right now.</a:t>
            </a:r>
          </a:p>
          <a:p>
            <a:r>
              <a:rPr lang="en-GB" dirty="0"/>
              <a:t>“How does that information go from a reporter’s notebook to your phone screen?”</a:t>
            </a:r>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6</a:t>
            </a:fld>
            <a:endParaRPr lang="en-GB"/>
          </a:p>
        </p:txBody>
      </p:sp>
    </p:spTree>
    <p:extLst>
      <p:ext uri="{BB962C8B-B14F-4D97-AF65-F5344CB8AC3E}">
        <p14:creationId xmlns:p14="http://schemas.microsoft.com/office/powerpoint/2010/main" val="1414946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7</a:t>
            </a:fld>
            <a:endParaRPr lang="en-GB"/>
          </a:p>
        </p:txBody>
      </p:sp>
    </p:spTree>
    <p:extLst>
      <p:ext uri="{BB962C8B-B14F-4D97-AF65-F5344CB8AC3E}">
        <p14:creationId xmlns:p14="http://schemas.microsoft.com/office/powerpoint/2010/main" val="1414946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8</a:t>
            </a:fld>
            <a:endParaRPr lang="en-GB"/>
          </a:p>
        </p:txBody>
      </p:sp>
    </p:spTree>
    <p:extLst>
      <p:ext uri="{BB962C8B-B14F-4D97-AF65-F5344CB8AC3E}">
        <p14:creationId xmlns:p14="http://schemas.microsoft.com/office/powerpoint/2010/main" val="2019515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Lecturer Note</a:t>
            </a:r>
          </a:p>
          <a:p>
            <a:br>
              <a:rPr lang="en-GB" dirty="0"/>
            </a:br>
            <a:endParaRPr lang="en-GB" dirty="0"/>
          </a:p>
          <a:p>
            <a:r>
              <a:rPr lang="en-GB" dirty="0"/>
              <a:t>Emphasise:</a:t>
            </a:r>
          </a:p>
          <a:p>
            <a:r>
              <a:rPr lang="en-GB" dirty="0"/>
              <a:t>The sub-editor is the last line of defence before publication.</a:t>
            </a:r>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9</a:t>
            </a:fld>
            <a:endParaRPr lang="en-GB"/>
          </a:p>
        </p:txBody>
      </p:sp>
    </p:spTree>
    <p:extLst>
      <p:ext uri="{BB962C8B-B14F-4D97-AF65-F5344CB8AC3E}">
        <p14:creationId xmlns:p14="http://schemas.microsoft.com/office/powerpoint/2010/main" val="230242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B8240-89F6-93D6-2267-E8758F482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A397B-3A3D-20C6-12E4-5AFC3977C2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0712DA-0AEA-E12F-25A7-C028DEAF0EFC}"/>
              </a:ext>
            </a:extLst>
          </p:cNvPr>
          <p:cNvSpPr>
            <a:spLocks noGrp="1"/>
          </p:cNvSpPr>
          <p:nvPr>
            <p:ph type="body" idx="1"/>
          </p:nvPr>
        </p:nvSpPr>
        <p:spPr/>
        <p:txBody>
          <a:bodyPr/>
          <a:lstStyle/>
          <a:p>
            <a:r>
              <a:rPr lang="en-GB" b="1" dirty="0"/>
              <a:t>Lecturer Note</a:t>
            </a:r>
          </a:p>
          <a:p>
            <a:br>
              <a:rPr lang="en-GB" dirty="0"/>
            </a:br>
            <a:endParaRPr lang="en-GB" dirty="0"/>
          </a:p>
          <a:p>
            <a:r>
              <a:rPr lang="en-GB" dirty="0"/>
              <a:t>Emphasise:</a:t>
            </a:r>
          </a:p>
          <a:p>
            <a:r>
              <a:rPr lang="en-GB" dirty="0"/>
              <a:t>The sub-editor is the last line of defence before publication.</a:t>
            </a:r>
          </a:p>
          <a:p>
            <a:endParaRPr lang="en-GB" dirty="0"/>
          </a:p>
        </p:txBody>
      </p:sp>
      <p:sp>
        <p:nvSpPr>
          <p:cNvPr id="4" name="Slide Number Placeholder 3">
            <a:extLst>
              <a:ext uri="{FF2B5EF4-FFF2-40B4-BE49-F238E27FC236}">
                <a16:creationId xmlns:a16="http://schemas.microsoft.com/office/drawing/2014/main" id="{76A1A82C-6C30-3457-4D1B-EA7187B9D6E0}"/>
              </a:ext>
            </a:extLst>
          </p:cNvPr>
          <p:cNvSpPr>
            <a:spLocks noGrp="1"/>
          </p:cNvSpPr>
          <p:nvPr>
            <p:ph type="sldNum" sz="quarter" idx="5"/>
          </p:nvPr>
        </p:nvSpPr>
        <p:spPr/>
        <p:txBody>
          <a:bodyPr/>
          <a:lstStyle/>
          <a:p>
            <a:fld id="{ABBD1FD5-3411-4380-8A9A-C24F3BB8453F}" type="slidenum">
              <a:rPr lang="en-GB" smtClean="0"/>
              <a:t>10</a:t>
            </a:fld>
            <a:endParaRPr lang="en-GB"/>
          </a:p>
        </p:txBody>
      </p:sp>
    </p:spTree>
    <p:extLst>
      <p:ext uri="{BB962C8B-B14F-4D97-AF65-F5344CB8AC3E}">
        <p14:creationId xmlns:p14="http://schemas.microsoft.com/office/powerpoint/2010/main" val="2311689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11</a:t>
            </a:fld>
            <a:endParaRPr lang="en-GB"/>
          </a:p>
        </p:txBody>
      </p:sp>
    </p:spTree>
    <p:extLst>
      <p:ext uri="{BB962C8B-B14F-4D97-AF65-F5344CB8AC3E}">
        <p14:creationId xmlns:p14="http://schemas.microsoft.com/office/powerpoint/2010/main" val="3683064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is a </a:t>
            </a:r>
            <a:r>
              <a:rPr lang="en-US" b="1" dirty="0"/>
              <a:t>fully developed narrative explanation</a:t>
            </a:r>
            <a:r>
              <a:rPr lang="en-US" dirty="0"/>
              <a:t> for Slides 8 and 9, written as a </a:t>
            </a:r>
            <a:r>
              <a:rPr lang="en-US" b="1" dirty="0"/>
              <a:t>memorable, story-driven lecture script</a:t>
            </a:r>
            <a:r>
              <a:rPr lang="en-US" dirty="0"/>
              <a:t>. It is designed to help students </a:t>
            </a:r>
            <a:r>
              <a:rPr lang="en-US" i="1" dirty="0" err="1"/>
              <a:t>visualise</a:t>
            </a:r>
            <a:r>
              <a:rPr lang="en-US" i="1" dirty="0"/>
              <a:t> the evolution of editing</a:t>
            </a:r>
            <a:r>
              <a:rPr lang="en-US" dirty="0"/>
              <a:t> rather than merely </a:t>
            </a:r>
            <a:r>
              <a:rPr lang="en-US" dirty="0" err="1"/>
              <a:t>memorise</a:t>
            </a:r>
            <a:r>
              <a:rPr lang="en-US" dirty="0"/>
              <a:t> timelines.</a:t>
            </a:r>
          </a:p>
          <a:p>
            <a:br>
              <a:rPr lang="en-US" dirty="0"/>
            </a:br>
            <a:endParaRPr lang="en-US" dirty="0"/>
          </a:p>
          <a:p>
            <a:r>
              <a:rPr lang="en-US" b="1" dirty="0"/>
              <a:t>SLIDE 8: Evolution of Editing Globally</a:t>
            </a:r>
          </a:p>
          <a:p>
            <a:r>
              <a:rPr lang="en-US" b="1" dirty="0"/>
              <a:t>Story-Led Explanation</a:t>
            </a:r>
          </a:p>
          <a:p>
            <a:r>
              <a:rPr lang="en-US" dirty="0"/>
              <a:t>Imagine stepping into a printing workshop in the 15th century. The room is dim, the air thick with ink and metal. A printer stands over rows of tiny metal letters, arranging each one by hand. There is no delete key, no spell check, no undo button. Every word must be physically constructed.</a:t>
            </a:r>
          </a:p>
          <a:p>
            <a:r>
              <a:rPr lang="en-US" dirty="0"/>
              <a:t>This is where editing began, not as a sophisticated profession, but as a necessity. If a single letter was misplaced, the entire meaning could collapse. Proofreading, at this stage, was not about style or clarity. It was about survival of meaning. One mistake could mean reprinting an entire page, at great cost.</a:t>
            </a:r>
          </a:p>
          <a:p>
            <a:r>
              <a:rPr lang="en-US" dirty="0"/>
              <a:t>This early print era established the first principle of editing: </a:t>
            </a:r>
            <a:r>
              <a:rPr lang="en-US" b="1" dirty="0"/>
              <a:t>precision matters because errors are expensive</a:t>
            </a:r>
            <a:r>
              <a:rPr lang="en-US" dirty="0"/>
              <a:t>.</a:t>
            </a:r>
          </a:p>
          <a:p>
            <a:br>
              <a:rPr lang="en-US" dirty="0"/>
            </a:br>
            <a:endParaRPr lang="en-US" dirty="0"/>
          </a:p>
          <a:p>
            <a:r>
              <a:rPr lang="en-US" dirty="0"/>
              <a:t>Now move forward to the 18th and 19th centuries. Newspapers begin to emerge as powerful social institutions. Information is no longer static. It is timely, political, and influential. With this shift comes a new need: someone must take responsibility for what is published.</a:t>
            </a:r>
          </a:p>
          <a:p>
            <a:r>
              <a:rPr lang="en-US" dirty="0"/>
              <a:t>This is the birth of the editor as a role.</a:t>
            </a:r>
          </a:p>
          <a:p>
            <a:r>
              <a:rPr lang="en-US" dirty="0"/>
              <a:t>Editors are no longer just correcting errors. They are making decisions:</a:t>
            </a:r>
          </a:p>
          <a:p>
            <a:r>
              <a:rPr lang="en-US" dirty="0"/>
              <a:t>What is newsworthy?</a:t>
            </a:r>
          </a:p>
          <a:p>
            <a:r>
              <a:rPr lang="en-US" dirty="0"/>
              <a:t>What should be published?</a:t>
            </a:r>
          </a:p>
          <a:p>
            <a:r>
              <a:rPr lang="en-US" dirty="0"/>
              <a:t>What should be suppressed?</a:t>
            </a:r>
          </a:p>
          <a:p>
            <a:r>
              <a:rPr lang="en-US" dirty="0"/>
              <a:t>Editing becomes a position of authority. It moves from the printing table into the </a:t>
            </a:r>
            <a:r>
              <a:rPr lang="en-US" dirty="0" err="1"/>
              <a:t>centre</a:t>
            </a:r>
            <a:r>
              <a:rPr lang="en-US" dirty="0"/>
              <a:t> of public life. The editor becomes a gatekeeper of information and, by extension, a shaper of public opinion.</a:t>
            </a:r>
          </a:p>
          <a:p>
            <a:br>
              <a:rPr lang="en-US" dirty="0"/>
            </a:br>
            <a:endParaRPr lang="en-US" dirty="0"/>
          </a:p>
          <a:p>
            <a:r>
              <a:rPr lang="en-US" dirty="0"/>
              <a:t>By the 20th century, journalism evolves into a profession with standards, ethics, and formal training. Newsrooms become structured environments with defined roles: reporters, sub-editors, editors-in-chief.</a:t>
            </a:r>
          </a:p>
          <a:p>
            <a:r>
              <a:rPr lang="en-US" dirty="0"/>
              <a:t>Editing now operates on multiple levels:</a:t>
            </a:r>
          </a:p>
          <a:p>
            <a:r>
              <a:rPr lang="en-US" dirty="0"/>
              <a:t>Ensuring factual accuracy</a:t>
            </a:r>
          </a:p>
          <a:p>
            <a:r>
              <a:rPr lang="en-US" dirty="0"/>
              <a:t>Maintaining </a:t>
            </a:r>
            <a:r>
              <a:rPr lang="en-US" dirty="0" err="1"/>
              <a:t>organisational</a:t>
            </a:r>
            <a:r>
              <a:rPr lang="en-US" dirty="0"/>
              <a:t> style</a:t>
            </a:r>
          </a:p>
          <a:p>
            <a:r>
              <a:rPr lang="en-US" dirty="0"/>
              <a:t>Protecting legal and ethical standards</a:t>
            </a:r>
          </a:p>
          <a:p>
            <a:r>
              <a:rPr lang="en-US" dirty="0"/>
              <a:t>This period introduces the idea that editing is not just technical work. It is </a:t>
            </a:r>
            <a:r>
              <a:rPr lang="en-US" b="1" dirty="0"/>
              <a:t>institutional responsibility</a:t>
            </a:r>
            <a:r>
              <a:rPr lang="en-US" dirty="0"/>
              <a:t>. A poorly edited story is no longer just an error. It is a threat to credibility, and potentially, to public trust.</a:t>
            </a:r>
          </a:p>
          <a:p>
            <a:br>
              <a:rPr lang="en-US" dirty="0"/>
            </a:br>
            <a:endParaRPr lang="en-US" dirty="0"/>
          </a:p>
          <a:p>
            <a:r>
              <a:rPr lang="en-US" dirty="0"/>
              <a:t>Then we arrive at the digital era.</a:t>
            </a:r>
          </a:p>
          <a:p>
            <a:r>
              <a:rPr lang="en-US" dirty="0"/>
              <a:t>The newsroom changes completely. Deadlines shrink from days to hours, then to minutes. News is no longer printed once a day. It is updated continuously.</a:t>
            </a:r>
          </a:p>
          <a:p>
            <a:r>
              <a:rPr lang="en-US" dirty="0"/>
              <a:t>Editing becomes:</a:t>
            </a:r>
          </a:p>
          <a:p>
            <a:r>
              <a:rPr lang="en-US" dirty="0"/>
              <a:t>Real-time</a:t>
            </a:r>
          </a:p>
          <a:p>
            <a:r>
              <a:rPr lang="en-US" dirty="0"/>
              <a:t>Multi-platform</a:t>
            </a:r>
          </a:p>
          <a:p>
            <a:r>
              <a:rPr lang="en-US" dirty="0"/>
              <a:t>Audience-driven</a:t>
            </a:r>
          </a:p>
          <a:p>
            <a:r>
              <a:rPr lang="en-US" dirty="0"/>
              <a:t>A story may be edited several times after publication. Headlines are adjusted for search engines. Images are </a:t>
            </a:r>
            <a:r>
              <a:rPr lang="en-US" dirty="0" err="1"/>
              <a:t>optimised</a:t>
            </a:r>
            <a:r>
              <a:rPr lang="en-US" dirty="0"/>
              <a:t> for engagement. Readers respond instantly through comments and social media.</a:t>
            </a:r>
          </a:p>
          <a:p>
            <a:r>
              <a:rPr lang="en-US" dirty="0"/>
              <a:t>The editor is no longer working in isolation. The editor is working in a live, interactive environment.</a:t>
            </a:r>
          </a:p>
          <a:p>
            <a:br>
              <a:rPr lang="en-US" dirty="0"/>
            </a:br>
            <a:endParaRPr lang="en-US" dirty="0"/>
          </a:p>
          <a:p>
            <a:r>
              <a:rPr lang="en-US" b="1" dirty="0"/>
              <a:t>Key Insight to </a:t>
            </a:r>
            <a:r>
              <a:rPr lang="en-US" b="1" dirty="0" err="1"/>
              <a:t>Emphasise</a:t>
            </a:r>
            <a:endParaRPr lang="en-US" b="1" dirty="0"/>
          </a:p>
          <a:p>
            <a:r>
              <a:rPr lang="en-US" dirty="0"/>
              <a:t>What began as </a:t>
            </a:r>
            <a:r>
              <a:rPr lang="en-US" b="1" dirty="0"/>
              <a:t>manual correction of printed text</a:t>
            </a:r>
            <a:r>
              <a:rPr lang="en-US" dirty="0"/>
              <a:t> has evolved into a system of </a:t>
            </a:r>
            <a:r>
              <a:rPr lang="en-US" b="1" dirty="0"/>
              <a:t>continuous, strategic communication management across platforms</a:t>
            </a:r>
            <a:r>
              <a:rPr lang="en-US" dirty="0"/>
              <a:t>.</a:t>
            </a:r>
          </a:p>
          <a:p>
            <a:r>
              <a:rPr lang="en-US" dirty="0"/>
              <a:t>The tools have changed, but the core responsibility remains:</a:t>
            </a:r>
          </a:p>
          <a:p>
            <a:r>
              <a:rPr lang="en-US" dirty="0"/>
              <a:t>To ensure that what is communicated is accurate, clear, and meaningful.</a:t>
            </a:r>
          </a:p>
          <a:p>
            <a:br>
              <a:rPr lang="en-US" dirty="0"/>
            </a:br>
            <a:endParaRPr lang="en-US" dirty="0"/>
          </a:p>
          <a:p>
            <a:r>
              <a:rPr lang="en-US" b="1" dirty="0"/>
              <a:t>Memory Anchor for Students</a:t>
            </a:r>
          </a:p>
          <a:p>
            <a:r>
              <a:rPr lang="en-US" dirty="0"/>
              <a:t>You may </a:t>
            </a:r>
            <a:r>
              <a:rPr lang="en-US" dirty="0" err="1"/>
              <a:t>summarise</a:t>
            </a:r>
            <a:r>
              <a:rPr lang="en-US" dirty="0"/>
              <a:t> the evolution in four stages:</a:t>
            </a:r>
          </a:p>
          <a:p>
            <a:r>
              <a:rPr lang="en-US" b="1" dirty="0"/>
              <a:t>Craft Stage:</a:t>
            </a:r>
            <a:r>
              <a:rPr lang="en-US" dirty="0"/>
              <a:t> Fixing physical errors</a:t>
            </a:r>
          </a:p>
          <a:p>
            <a:r>
              <a:rPr lang="en-US" b="1" dirty="0"/>
              <a:t>Control Stage:</a:t>
            </a:r>
            <a:r>
              <a:rPr lang="en-US" dirty="0"/>
              <a:t> Deciding what gets published</a:t>
            </a:r>
          </a:p>
          <a:p>
            <a:r>
              <a:rPr lang="en-US" b="1" dirty="0"/>
              <a:t>Professional Stage:</a:t>
            </a:r>
            <a:r>
              <a:rPr lang="en-US" dirty="0"/>
              <a:t> Upholding standards and ethics</a:t>
            </a:r>
          </a:p>
          <a:p>
            <a:r>
              <a:rPr lang="en-US" b="1" dirty="0"/>
              <a:t>Digital Stage:</a:t>
            </a:r>
            <a:r>
              <a:rPr lang="en-US" dirty="0"/>
              <a:t> Managing speed, platforms, and audience interaction</a:t>
            </a:r>
          </a:p>
          <a:p>
            <a:br>
              <a:rPr lang="en-US" dirty="0"/>
            </a:br>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12</a:t>
            </a:fld>
            <a:endParaRPr lang="en-GB"/>
          </a:p>
        </p:txBody>
      </p:sp>
    </p:spTree>
    <p:extLst>
      <p:ext uri="{BB962C8B-B14F-4D97-AF65-F5344CB8AC3E}">
        <p14:creationId xmlns:p14="http://schemas.microsoft.com/office/powerpoint/2010/main" val="751663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Editing in the Nigerian Context</a:t>
            </a:r>
          </a:p>
          <a:p>
            <a:endParaRPr lang="en-US" b="1" dirty="0"/>
          </a:p>
          <a:p>
            <a:r>
              <a:rPr lang="en-US" b="1" dirty="0"/>
              <a:t>Story-Led Explanation</a:t>
            </a:r>
          </a:p>
          <a:p>
            <a:r>
              <a:rPr lang="en-US" dirty="0"/>
              <a:t>Now, bring the story closer to home.</a:t>
            </a:r>
          </a:p>
          <a:p>
            <a:r>
              <a:rPr lang="en-US" dirty="0"/>
              <a:t>Imagine Nigeria in the late 19th century. The printing press arrives not as a neutral tool, but as an instrument of influence. Missionary publications begin to circulate, using print to spread religious ideas and Western education.</a:t>
            </a:r>
          </a:p>
          <a:p>
            <a:r>
              <a:rPr lang="en-US" dirty="0"/>
              <a:t>At this stage, editing serves a very specific purpose: </a:t>
            </a:r>
            <a:r>
              <a:rPr lang="en-US" b="1" dirty="0"/>
              <a:t>preservation of message</a:t>
            </a:r>
            <a:r>
              <a:rPr lang="en-US" dirty="0"/>
              <a:t>. Content is controlled, structured, and aligned with the missionary agenda.</a:t>
            </a:r>
          </a:p>
          <a:p>
            <a:r>
              <a:rPr lang="en-US" dirty="0"/>
              <a:t>But something begins to change.</a:t>
            </a:r>
          </a:p>
          <a:p>
            <a:br>
              <a:rPr lang="en-US" dirty="0"/>
            </a:br>
            <a:endParaRPr lang="en-US" dirty="0"/>
          </a:p>
          <a:p>
            <a:r>
              <a:rPr lang="en-US" dirty="0"/>
              <a:t>As the colonial period progresses, Nigerian voices begin to emerge in print. Newspapers become tools of resistance and political awakening. Editing is no longer just about correctness. It becomes a tool of </a:t>
            </a:r>
            <a:r>
              <a:rPr lang="en-US" b="1" dirty="0"/>
              <a:t>advocacy and nationalism</a:t>
            </a:r>
            <a:r>
              <a:rPr lang="en-US" dirty="0"/>
              <a:t>.</a:t>
            </a:r>
          </a:p>
          <a:p>
            <a:r>
              <a:rPr lang="en-US" dirty="0"/>
              <a:t>Editors are not just professionals. They are activists, intellectuals, and political actors.</a:t>
            </a:r>
          </a:p>
          <a:p>
            <a:r>
              <a:rPr lang="en-US" dirty="0"/>
              <a:t>They ask:</a:t>
            </a:r>
          </a:p>
          <a:p>
            <a:r>
              <a:rPr lang="en-US" dirty="0"/>
              <a:t>How do we frame our reality?</a:t>
            </a:r>
          </a:p>
          <a:p>
            <a:r>
              <a:rPr lang="en-US" dirty="0"/>
              <a:t>How do we challenge colonial narratives?</a:t>
            </a:r>
          </a:p>
          <a:p>
            <a:r>
              <a:rPr lang="en-US" dirty="0"/>
              <a:t>Editing, in this era, becomes a form of power. The way a story is written and presented can influence national consciousness.</a:t>
            </a:r>
          </a:p>
          <a:p>
            <a:br>
              <a:rPr lang="en-US" dirty="0"/>
            </a:br>
            <a:endParaRPr lang="en-US" dirty="0"/>
          </a:p>
          <a:p>
            <a:r>
              <a:rPr lang="en-US" dirty="0"/>
              <a:t>After independence, the Nigerian press expands rapidly. Newspapers multiply. Media houses grow in size and influence.</a:t>
            </a:r>
          </a:p>
          <a:p>
            <a:r>
              <a:rPr lang="en-US" dirty="0"/>
              <a:t>Editing becomes more structured:</a:t>
            </a:r>
          </a:p>
          <a:p>
            <a:r>
              <a:rPr lang="en-US" dirty="0"/>
              <a:t>Newsrooms develop formal processes</a:t>
            </a:r>
          </a:p>
          <a:p>
            <a:r>
              <a:rPr lang="en-US" dirty="0"/>
              <a:t>Sub-editors handle copy refinement</a:t>
            </a:r>
          </a:p>
          <a:p>
            <a:r>
              <a:rPr lang="en-US" dirty="0"/>
              <a:t>Editorial standards begin to </a:t>
            </a:r>
            <a:r>
              <a:rPr lang="en-US" dirty="0" err="1"/>
              <a:t>stabilise</a:t>
            </a:r>
            <a:endParaRPr lang="en-US" dirty="0"/>
          </a:p>
          <a:p>
            <a:r>
              <a:rPr lang="en-US" dirty="0"/>
              <a:t>This period represents </a:t>
            </a:r>
            <a:r>
              <a:rPr lang="en-US" b="1" dirty="0"/>
              <a:t>growth and </a:t>
            </a:r>
            <a:r>
              <a:rPr lang="en-US" b="1" dirty="0" err="1"/>
              <a:t>institutionalisation</a:t>
            </a:r>
            <a:r>
              <a:rPr lang="en-US" dirty="0"/>
              <a:t>. Editing is now part of an </a:t>
            </a:r>
            <a:r>
              <a:rPr lang="en-US" dirty="0" err="1"/>
              <a:t>organised</a:t>
            </a:r>
            <a:r>
              <a:rPr lang="en-US" dirty="0"/>
              <a:t> media system, not just individual effort.</a:t>
            </a:r>
          </a:p>
          <a:p>
            <a:br>
              <a:rPr lang="en-US" dirty="0"/>
            </a:br>
            <a:endParaRPr lang="en-US" dirty="0"/>
          </a:p>
          <a:p>
            <a:r>
              <a:rPr lang="en-US" dirty="0"/>
              <a:t>Then comes the military era.</a:t>
            </a:r>
          </a:p>
          <a:p>
            <a:r>
              <a:rPr lang="en-US" dirty="0"/>
              <a:t>Here, the story takes a more complex turn.</a:t>
            </a:r>
          </a:p>
          <a:p>
            <a:r>
              <a:rPr lang="en-US" dirty="0"/>
              <a:t>Editing operates under pressure. Censorship becomes a reality. Certain stories cannot be published. Certain words cannot be used. Editors must navigate risk carefully.</a:t>
            </a:r>
          </a:p>
          <a:p>
            <a:r>
              <a:rPr lang="en-US" dirty="0"/>
              <a:t>In this context, editing becomes:</a:t>
            </a:r>
          </a:p>
          <a:p>
            <a:r>
              <a:rPr lang="en-US" dirty="0"/>
              <a:t>Strategic</a:t>
            </a:r>
          </a:p>
          <a:p>
            <a:r>
              <a:rPr lang="en-US" dirty="0"/>
              <a:t>Cautious</a:t>
            </a:r>
          </a:p>
          <a:p>
            <a:r>
              <a:rPr lang="en-US" dirty="0"/>
              <a:t>Sometimes coded</a:t>
            </a:r>
          </a:p>
          <a:p>
            <a:r>
              <a:rPr lang="en-US" dirty="0"/>
              <a:t>A headline, a phrase, or even the placement of a story can carry hidden meaning. Editors learn to communicate within constraints.</a:t>
            </a:r>
          </a:p>
          <a:p>
            <a:r>
              <a:rPr lang="en-US" dirty="0"/>
              <a:t>This period teaches an important lesson:</a:t>
            </a:r>
          </a:p>
          <a:p>
            <a:r>
              <a:rPr lang="en-US" dirty="0"/>
              <a:t>Editing is not always free. It is shaped by political and institutional power.</a:t>
            </a:r>
          </a:p>
          <a:p>
            <a:br>
              <a:rPr lang="en-US" dirty="0"/>
            </a:br>
            <a:endParaRPr lang="en-US" dirty="0"/>
          </a:p>
          <a:p>
            <a:r>
              <a:rPr lang="en-US" dirty="0"/>
              <a:t>Now consider the contemporary era.</a:t>
            </a:r>
          </a:p>
          <a:p>
            <a:r>
              <a:rPr lang="en-US" dirty="0"/>
              <a:t>Nigeria’s media landscape has transformed again. Digital platforms have disrupted traditional publishing. Anyone with a smartphone can produce and distribute content.</a:t>
            </a:r>
          </a:p>
          <a:p>
            <a:r>
              <a:rPr lang="en-US" dirty="0"/>
              <a:t>Editing now faces new challenges:</a:t>
            </a:r>
          </a:p>
          <a:p>
            <a:r>
              <a:rPr lang="en-US" dirty="0"/>
              <a:t>Speed over accuracy</a:t>
            </a:r>
          </a:p>
          <a:p>
            <a:r>
              <a:rPr lang="en-US" dirty="0"/>
              <a:t>Viral content over verified information</a:t>
            </a:r>
          </a:p>
          <a:p>
            <a:r>
              <a:rPr lang="en-US" dirty="0"/>
              <a:t>Audience pressure and algorithmic influence</a:t>
            </a:r>
          </a:p>
          <a:p>
            <a:r>
              <a:rPr lang="en-US" dirty="0"/>
              <a:t>At the same time, opportunities have expanded:</a:t>
            </a:r>
          </a:p>
          <a:p>
            <a:r>
              <a:rPr lang="en-US" dirty="0"/>
              <a:t>Independent media platforms are emerging</a:t>
            </a:r>
          </a:p>
          <a:p>
            <a:r>
              <a:rPr lang="en-US" dirty="0"/>
              <a:t>Investigative journalism is gaining visibility</a:t>
            </a:r>
          </a:p>
          <a:p>
            <a:r>
              <a:rPr lang="en-US" dirty="0"/>
              <a:t>Diverse voices are entering public discourse</a:t>
            </a:r>
          </a:p>
          <a:p>
            <a:r>
              <a:rPr lang="en-US" dirty="0"/>
              <a:t>Editing today must balance:</a:t>
            </a:r>
          </a:p>
          <a:p>
            <a:r>
              <a:rPr lang="en-US" dirty="0"/>
              <a:t>Professional standards</a:t>
            </a:r>
          </a:p>
          <a:p>
            <a:r>
              <a:rPr lang="en-US" dirty="0"/>
              <a:t>Technological tools</a:t>
            </a:r>
          </a:p>
          <a:p>
            <a:r>
              <a:rPr lang="en-US" dirty="0"/>
              <a:t>Audience expectations</a:t>
            </a:r>
          </a:p>
          <a:p>
            <a:br>
              <a:rPr lang="en-US" dirty="0"/>
            </a:br>
            <a:endParaRPr lang="en-US" dirty="0"/>
          </a:p>
          <a:p>
            <a:r>
              <a:rPr lang="en-US" b="1" dirty="0"/>
              <a:t>Concrete Examples to Reinforce</a:t>
            </a:r>
          </a:p>
          <a:p>
            <a:r>
              <a:rPr lang="en-US" dirty="0"/>
              <a:t>The growth of national newspapers reflects institutional maturity</a:t>
            </a:r>
          </a:p>
          <a:p>
            <a:r>
              <a:rPr lang="en-US" dirty="0"/>
              <a:t>The rise of independent digital platforms reflects </a:t>
            </a:r>
            <a:r>
              <a:rPr lang="en-US" dirty="0" err="1"/>
              <a:t>democratisation</a:t>
            </a:r>
            <a:r>
              <a:rPr lang="en-US" dirty="0"/>
              <a:t> of media</a:t>
            </a:r>
          </a:p>
          <a:p>
            <a:r>
              <a:rPr lang="en-US" dirty="0"/>
              <a:t>Social media reflects </a:t>
            </a:r>
            <a:r>
              <a:rPr lang="en-US" dirty="0" err="1"/>
              <a:t>decentralisation</a:t>
            </a:r>
            <a:r>
              <a:rPr lang="en-US" dirty="0"/>
              <a:t> of editorial control</a:t>
            </a:r>
          </a:p>
          <a:p>
            <a:br>
              <a:rPr lang="en-US" dirty="0"/>
            </a:br>
            <a:endParaRPr lang="en-US" dirty="0"/>
          </a:p>
          <a:p>
            <a:r>
              <a:rPr lang="en-US" b="1" dirty="0"/>
              <a:t>Engagement Prompt (Critical for Retention)</a:t>
            </a:r>
          </a:p>
          <a:p>
            <a:r>
              <a:rPr lang="en-US" dirty="0"/>
              <a:t>At this point, pause and ask students:</a:t>
            </a:r>
          </a:p>
          <a:p>
            <a:r>
              <a:rPr lang="en-US" dirty="0"/>
              <a:t>Which Nigerian media </a:t>
            </a:r>
            <a:r>
              <a:rPr lang="en-US" dirty="0" err="1"/>
              <a:t>organisations</a:t>
            </a:r>
            <a:r>
              <a:rPr lang="en-US" dirty="0"/>
              <a:t> do you follow?</a:t>
            </a:r>
          </a:p>
          <a:p>
            <a:r>
              <a:rPr lang="en-US" dirty="0"/>
              <a:t>Do you trust them? Why or why not?</a:t>
            </a:r>
          </a:p>
          <a:p>
            <a:r>
              <a:rPr lang="en-US" dirty="0"/>
              <a:t>Have you ever noticed poor editing in a news story?</a:t>
            </a:r>
          </a:p>
          <a:p>
            <a:r>
              <a:rPr lang="en-US" dirty="0"/>
              <a:t>This shifts them from passive listening to </a:t>
            </a:r>
            <a:r>
              <a:rPr lang="en-US" b="1" dirty="0"/>
              <a:t>active reflection</a:t>
            </a:r>
            <a:r>
              <a:rPr lang="en-US" dirty="0"/>
              <a:t>.</a:t>
            </a:r>
          </a:p>
          <a:p>
            <a:br>
              <a:rPr lang="en-US" dirty="0"/>
            </a:br>
            <a:endParaRPr lang="en-US" dirty="0"/>
          </a:p>
          <a:p>
            <a:r>
              <a:rPr lang="en-US" b="1" dirty="0"/>
              <a:t>Key Insight to </a:t>
            </a:r>
            <a:r>
              <a:rPr lang="en-US" b="1" dirty="0" err="1"/>
              <a:t>Emphasise</a:t>
            </a:r>
            <a:endParaRPr lang="en-US" b="1" dirty="0"/>
          </a:p>
          <a:p>
            <a:r>
              <a:rPr lang="en-US" dirty="0"/>
              <a:t>Editing in Nigeria is not just a technical process. It is shaped by:</a:t>
            </a:r>
          </a:p>
          <a:p>
            <a:r>
              <a:rPr lang="en-US" dirty="0"/>
              <a:t>History</a:t>
            </a:r>
          </a:p>
          <a:p>
            <a:r>
              <a:rPr lang="en-US" dirty="0"/>
              <a:t>Politics</a:t>
            </a:r>
          </a:p>
          <a:p>
            <a:r>
              <a:rPr lang="en-US" dirty="0"/>
              <a:t>Technology</a:t>
            </a:r>
          </a:p>
          <a:p>
            <a:r>
              <a:rPr lang="en-US" dirty="0"/>
              <a:t>Society</a:t>
            </a:r>
          </a:p>
          <a:p>
            <a:br>
              <a:rPr lang="en-US" dirty="0"/>
            </a:br>
            <a:endParaRPr lang="en-US" dirty="0"/>
          </a:p>
          <a:p>
            <a:r>
              <a:rPr lang="en-US" b="1" dirty="0"/>
              <a:t>Memory Anchor for Students</a:t>
            </a:r>
          </a:p>
          <a:p>
            <a:r>
              <a:rPr lang="en-US" dirty="0"/>
              <a:t>Frame the Nigerian evolution in four phases:</a:t>
            </a:r>
          </a:p>
          <a:p>
            <a:r>
              <a:rPr lang="en-US" b="1" dirty="0"/>
              <a:t>Missionary Phase:</a:t>
            </a:r>
            <a:r>
              <a:rPr lang="en-US" dirty="0"/>
              <a:t> Controlled messaging</a:t>
            </a:r>
          </a:p>
          <a:p>
            <a:r>
              <a:rPr lang="en-US" b="1" dirty="0"/>
              <a:t>Nationalist Phase:</a:t>
            </a:r>
            <a:r>
              <a:rPr lang="en-US" dirty="0"/>
              <a:t> Advocacy and resistance</a:t>
            </a:r>
          </a:p>
          <a:p>
            <a:r>
              <a:rPr lang="en-US" b="1" dirty="0"/>
              <a:t>Institutional Phase:</a:t>
            </a:r>
            <a:r>
              <a:rPr lang="en-US" dirty="0"/>
              <a:t> Growth and structure</a:t>
            </a:r>
          </a:p>
          <a:p>
            <a:r>
              <a:rPr lang="en-US" b="1" dirty="0"/>
              <a:t>Digital Phase:</a:t>
            </a:r>
            <a:r>
              <a:rPr lang="en-US" dirty="0"/>
              <a:t> Speed, access, and disruption</a:t>
            </a:r>
          </a:p>
          <a:p>
            <a:br>
              <a:rPr lang="en-US" dirty="0"/>
            </a:br>
            <a:endParaRPr lang="en-US" dirty="0"/>
          </a:p>
          <a:p>
            <a:r>
              <a:rPr lang="en-US" b="1" dirty="0"/>
              <a:t>Closing Link Between Slides 8 and 9</a:t>
            </a:r>
          </a:p>
          <a:p>
            <a:r>
              <a:rPr lang="en-US" dirty="0"/>
              <a:t>End with a unifying idea:</a:t>
            </a:r>
          </a:p>
          <a:p>
            <a:r>
              <a:rPr lang="en-US" dirty="0"/>
              <a:t>Whether globally or in Nigeria, editing has always evolved in response to one central question:</a:t>
            </a:r>
            <a:br>
              <a:rPr lang="en-US" dirty="0"/>
            </a:br>
            <a:r>
              <a:rPr lang="en-US" b="1" dirty="0"/>
              <a:t>Who controls information, and how is it presented?</a:t>
            </a:r>
            <a:endParaRPr lang="en-US" dirty="0"/>
          </a:p>
          <a:p>
            <a:r>
              <a:rPr lang="en-US" dirty="0"/>
              <a:t>This reinforces the transition into your next concept:</a:t>
            </a:r>
            <a:br>
              <a:rPr lang="en-US" dirty="0"/>
            </a:br>
            <a:r>
              <a:rPr lang="en-US" b="1" dirty="0"/>
              <a:t>Editing as gatekeeping and meaning construction.</a:t>
            </a:r>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13</a:t>
            </a:fld>
            <a:endParaRPr lang="en-GB"/>
          </a:p>
        </p:txBody>
      </p:sp>
    </p:spTree>
    <p:extLst>
      <p:ext uri="{BB962C8B-B14F-4D97-AF65-F5344CB8AC3E}">
        <p14:creationId xmlns:p14="http://schemas.microsoft.com/office/powerpoint/2010/main" val="3212883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14</a:t>
            </a:fld>
            <a:endParaRPr lang="en-GB"/>
          </a:p>
        </p:txBody>
      </p:sp>
    </p:spTree>
    <p:extLst>
      <p:ext uri="{BB962C8B-B14F-4D97-AF65-F5344CB8AC3E}">
        <p14:creationId xmlns:p14="http://schemas.microsoft.com/office/powerpoint/2010/main" val="169446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Expected Responses</a:t>
            </a:r>
          </a:p>
          <a:p>
            <a:br>
              <a:rPr lang="en-GB" dirty="0"/>
            </a:br>
            <a:endParaRPr lang="en-GB" dirty="0"/>
          </a:p>
          <a:p>
            <a:r>
              <a:rPr lang="en-GB" dirty="0"/>
              <a:t>Students may suggest:</a:t>
            </a:r>
          </a:p>
          <a:p>
            <a:r>
              <a:rPr lang="en-GB" dirty="0"/>
              <a:t>Correct grammar</a:t>
            </a:r>
          </a:p>
          <a:p>
            <a:r>
              <a:rPr lang="en-GB" dirty="0"/>
              <a:t>Verify facts</a:t>
            </a:r>
          </a:p>
          <a:p>
            <a:r>
              <a:rPr lang="en-GB" dirty="0"/>
              <a:t>Rewrite headline</a:t>
            </a:r>
          </a:p>
          <a:p>
            <a:br>
              <a:rPr lang="en-GB" dirty="0"/>
            </a:br>
            <a:endParaRPr lang="en-GB" dirty="0"/>
          </a:p>
          <a:p>
            <a:r>
              <a:rPr lang="en-GB" b="1" dirty="0"/>
              <a:t>Correct Priority (Guide Them Towards This)</a:t>
            </a:r>
          </a:p>
          <a:p>
            <a:r>
              <a:rPr lang="en-GB" dirty="0"/>
              <a:t>Fact-checking (accuracy comes first)</a:t>
            </a:r>
          </a:p>
          <a:p>
            <a:r>
              <a:rPr lang="en-GB" dirty="0"/>
              <a:t>Clarity and structure</a:t>
            </a:r>
          </a:p>
          <a:p>
            <a:r>
              <a:rPr lang="en-GB" dirty="0"/>
              <a:t>Grammar and style</a:t>
            </a:r>
          </a:p>
          <a:p>
            <a:r>
              <a:rPr lang="en-GB" dirty="0"/>
              <a:t>Headline refinement</a:t>
            </a:r>
          </a:p>
          <a:p>
            <a:br>
              <a:rPr lang="en-GB" dirty="0"/>
            </a:br>
            <a:endParaRPr lang="en-GB" dirty="0"/>
          </a:p>
          <a:p>
            <a:r>
              <a:rPr lang="en-GB" b="1" dirty="0"/>
              <a:t>Key Teaching Point</a:t>
            </a:r>
          </a:p>
          <a:p>
            <a:br>
              <a:rPr lang="en-GB" dirty="0"/>
            </a:br>
            <a:endParaRPr lang="en-GB" dirty="0"/>
          </a:p>
          <a:p>
            <a:r>
              <a:rPr lang="en-GB" dirty="0">
                <a:solidFill>
                  <a:srgbClr val="FFFFFF"/>
                </a:solidFill>
                <a:effectLst/>
                <a:latin typeface=".AppleSystemUIFont"/>
              </a:rPr>
              <a:t>Editing is not random. It is a prioritised decision-making process.</a:t>
            </a:r>
          </a:p>
          <a:p>
            <a:br>
              <a:rPr lang="en-GB" dirty="0"/>
            </a:br>
            <a:endParaRPr lang="en-GB" dirty="0"/>
          </a:p>
          <a:p>
            <a:r>
              <a:rPr lang="en-GB" b="1" dirty="0"/>
              <a:t>Lecturer Strategy</a:t>
            </a:r>
          </a:p>
          <a:p>
            <a:br>
              <a:rPr lang="en-GB" dirty="0"/>
            </a:br>
            <a:endParaRPr lang="en-GB" dirty="0"/>
          </a:p>
          <a:p>
            <a:r>
              <a:rPr lang="en-GB" dirty="0"/>
              <a:t>Push students beyond surface answers:</a:t>
            </a:r>
          </a:p>
          <a:p>
            <a:r>
              <a:rPr lang="en-GB" dirty="0"/>
              <a:t>Ask: “Why not start with grammar?”</a:t>
            </a:r>
          </a:p>
          <a:p>
            <a:r>
              <a:rPr lang="en-GB" dirty="0"/>
              <a:t>Lead them to understand that accuracy outweighs appearance</a:t>
            </a:r>
          </a:p>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15</a:t>
            </a:fld>
            <a:endParaRPr lang="en-GB"/>
          </a:p>
        </p:txBody>
      </p:sp>
    </p:spTree>
    <p:extLst>
      <p:ext uri="{BB962C8B-B14F-4D97-AF65-F5344CB8AC3E}">
        <p14:creationId xmlns:p14="http://schemas.microsoft.com/office/powerpoint/2010/main" val="19509874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17</a:t>
            </a:fld>
            <a:endParaRPr lang="en-GB"/>
          </a:p>
        </p:txBody>
      </p:sp>
    </p:spTree>
    <p:extLst>
      <p:ext uri="{BB962C8B-B14F-4D97-AF65-F5344CB8AC3E}">
        <p14:creationId xmlns:p14="http://schemas.microsoft.com/office/powerpoint/2010/main" val="15624618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Lecturer Note</a:t>
            </a:r>
          </a:p>
          <a:p>
            <a:br>
              <a:rPr lang="en-GB" dirty="0"/>
            </a:br>
            <a:endParaRPr lang="en-GB" dirty="0"/>
          </a:p>
          <a:p>
            <a:r>
              <a:rPr lang="en-GB" dirty="0"/>
              <a:t>Demonstrate visually on screen or board.</a:t>
            </a:r>
          </a:p>
          <a:p>
            <a:r>
              <a:rPr lang="en-GB" dirty="0"/>
              <a:t>Students should see and practice, not just read.</a:t>
            </a:r>
          </a:p>
        </p:txBody>
      </p:sp>
      <p:sp>
        <p:nvSpPr>
          <p:cNvPr id="4" name="Slide Number Placeholder 3"/>
          <p:cNvSpPr>
            <a:spLocks noGrp="1"/>
          </p:cNvSpPr>
          <p:nvPr>
            <p:ph type="sldNum" sz="quarter" idx="5"/>
          </p:nvPr>
        </p:nvSpPr>
        <p:spPr/>
        <p:txBody>
          <a:bodyPr/>
          <a:lstStyle/>
          <a:p>
            <a:fld id="{ABBD1FD5-3411-4380-8A9A-C24F3BB8453F}" type="slidenum">
              <a:rPr lang="en-GB" smtClean="0"/>
              <a:t>21</a:t>
            </a:fld>
            <a:endParaRPr lang="en-GB"/>
          </a:p>
        </p:txBody>
      </p:sp>
    </p:spTree>
    <p:extLst>
      <p:ext uri="{BB962C8B-B14F-4D97-AF65-F5344CB8AC3E}">
        <p14:creationId xmlns:p14="http://schemas.microsoft.com/office/powerpoint/2010/main" val="2240160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DF842-CCAE-091E-0C63-90FC0BE86E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C33EE-122A-2F5B-2DB6-FE0A8FEC2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E3053-DEAE-BFAE-3AA2-3ADE70AF749F}"/>
              </a:ext>
            </a:extLst>
          </p:cNvPr>
          <p:cNvSpPr>
            <a:spLocks noGrp="1"/>
          </p:cNvSpPr>
          <p:nvPr>
            <p:ph type="body" idx="1"/>
          </p:nvPr>
        </p:nvSpPr>
        <p:spPr/>
        <p:txBody>
          <a:bodyPr/>
          <a:lstStyle/>
          <a:p>
            <a:pPr marL="0" indent="0">
              <a:buNone/>
            </a:pPr>
            <a:r>
              <a:rPr lang="en-GB" dirty="0"/>
              <a:t>Lecturer Note:</a:t>
            </a:r>
          </a:p>
          <a:p>
            <a:r>
              <a:rPr lang="en-GB" dirty="0"/>
              <a:t>Use a real Nigerian news example for impact.</a:t>
            </a:r>
          </a:p>
          <a:p>
            <a:pPr marL="0" indent="0">
              <a:buNone/>
            </a:pPr>
            <a:r>
              <a:rPr lang="en-US" b="1" dirty="0"/>
              <a:t>Scenario (Context for Students)</a:t>
            </a:r>
          </a:p>
          <a:p>
            <a:pPr marL="0" indent="0">
              <a:buNone/>
            </a:pPr>
            <a:r>
              <a:rPr lang="en-US" dirty="0"/>
              <a:t>A report states that the Federal Government has approved a new education policy aimed at improving digital learning in public schools. However, funding and infrastructure challenges remain.</a:t>
            </a:r>
            <a:br>
              <a:rPr lang="en-US" dirty="0"/>
            </a:br>
            <a:endParaRPr lang="en-US" dirty="0"/>
          </a:p>
          <a:p>
            <a:endParaRPr lang="en-GB" dirty="0"/>
          </a:p>
        </p:txBody>
      </p:sp>
      <p:sp>
        <p:nvSpPr>
          <p:cNvPr id="4" name="Slide Number Placeholder 3">
            <a:extLst>
              <a:ext uri="{FF2B5EF4-FFF2-40B4-BE49-F238E27FC236}">
                <a16:creationId xmlns:a16="http://schemas.microsoft.com/office/drawing/2014/main" id="{AB73D320-6620-610B-2F16-852921A2A75A}"/>
              </a:ext>
            </a:extLst>
          </p:cNvPr>
          <p:cNvSpPr>
            <a:spLocks noGrp="1"/>
          </p:cNvSpPr>
          <p:nvPr>
            <p:ph type="sldNum" sz="quarter" idx="5"/>
          </p:nvPr>
        </p:nvSpPr>
        <p:spPr/>
        <p:txBody>
          <a:bodyPr/>
          <a:lstStyle/>
          <a:p>
            <a:fld id="{ABBD1FD5-3411-4380-8A9A-C24F3BB8453F}" type="slidenum">
              <a:rPr lang="en-GB" smtClean="0"/>
              <a:t>22</a:t>
            </a:fld>
            <a:endParaRPr lang="en-GB"/>
          </a:p>
        </p:txBody>
      </p:sp>
    </p:spTree>
    <p:extLst>
      <p:ext uri="{BB962C8B-B14F-4D97-AF65-F5344CB8AC3E}">
        <p14:creationId xmlns:p14="http://schemas.microsoft.com/office/powerpoint/2010/main" val="39400025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83D40-B49E-D8E2-9E2D-4ACCF09C0B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3E43E-2425-74FB-50F7-2C057B57A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0AAA9E-B4CC-654B-C0FA-27ABDD54200D}"/>
              </a:ext>
            </a:extLst>
          </p:cNvPr>
          <p:cNvSpPr>
            <a:spLocks noGrp="1"/>
          </p:cNvSpPr>
          <p:nvPr>
            <p:ph type="body" idx="1"/>
          </p:nvPr>
        </p:nvSpPr>
        <p:spPr/>
        <p:txBody>
          <a:bodyPr/>
          <a:lstStyle/>
          <a:p>
            <a:pPr marL="0" indent="0">
              <a:buNone/>
            </a:pPr>
            <a:r>
              <a:rPr lang="en-GB" dirty="0"/>
              <a:t>Lecturer Note:</a:t>
            </a:r>
          </a:p>
          <a:p>
            <a:r>
              <a:rPr lang="en-GB" dirty="0"/>
              <a:t>Use a real Nigerian news example for impact.</a:t>
            </a:r>
          </a:p>
          <a:p>
            <a:pPr marL="0" indent="0">
              <a:buNone/>
            </a:pPr>
            <a:r>
              <a:rPr lang="en-US" b="1" dirty="0"/>
              <a:t>Scenario (Context for Students)</a:t>
            </a:r>
          </a:p>
          <a:p>
            <a:pPr marL="0" indent="0">
              <a:buNone/>
            </a:pPr>
            <a:r>
              <a:rPr lang="en-US" dirty="0"/>
              <a:t>A report states that the Federal Government has approved a new education policy aimed at improving digital learning in public schools. However, funding and infrastructure challenges remain.</a:t>
            </a:r>
            <a:br>
              <a:rPr lang="en-US" dirty="0"/>
            </a:br>
            <a:endParaRPr lang="en-US" dirty="0"/>
          </a:p>
          <a:p>
            <a:endParaRPr lang="en-GB" dirty="0"/>
          </a:p>
        </p:txBody>
      </p:sp>
      <p:sp>
        <p:nvSpPr>
          <p:cNvPr id="4" name="Slide Number Placeholder 3">
            <a:extLst>
              <a:ext uri="{FF2B5EF4-FFF2-40B4-BE49-F238E27FC236}">
                <a16:creationId xmlns:a16="http://schemas.microsoft.com/office/drawing/2014/main" id="{7A96EC4E-92A1-D170-1807-1ED0A94656DB}"/>
              </a:ext>
            </a:extLst>
          </p:cNvPr>
          <p:cNvSpPr>
            <a:spLocks noGrp="1"/>
          </p:cNvSpPr>
          <p:nvPr>
            <p:ph type="sldNum" sz="quarter" idx="5"/>
          </p:nvPr>
        </p:nvSpPr>
        <p:spPr/>
        <p:txBody>
          <a:bodyPr/>
          <a:lstStyle/>
          <a:p>
            <a:fld id="{ABBD1FD5-3411-4380-8A9A-C24F3BB8453F}" type="slidenum">
              <a:rPr lang="en-GB" smtClean="0"/>
              <a:t>27</a:t>
            </a:fld>
            <a:endParaRPr lang="en-GB"/>
          </a:p>
        </p:txBody>
      </p:sp>
    </p:spTree>
    <p:extLst>
      <p:ext uri="{BB962C8B-B14F-4D97-AF65-F5344CB8AC3E}">
        <p14:creationId xmlns:p14="http://schemas.microsoft.com/office/powerpoint/2010/main" val="3432286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139AB-D53F-9B8B-6C04-D7343B266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EC848-2DE6-8F8D-014F-98FBF3C1D1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EE036E-E314-5961-0E68-1D2318C9C25E}"/>
              </a:ext>
            </a:extLst>
          </p:cNvPr>
          <p:cNvSpPr>
            <a:spLocks noGrp="1"/>
          </p:cNvSpPr>
          <p:nvPr>
            <p:ph type="body" idx="1"/>
          </p:nvPr>
        </p:nvSpPr>
        <p:spPr/>
        <p:txBody>
          <a:bodyPr/>
          <a:lstStyle/>
          <a:p>
            <a:pPr marL="0" indent="0">
              <a:buNone/>
            </a:pPr>
            <a:r>
              <a:rPr lang="en-GB" dirty="0"/>
              <a:t>Lecturer Note:</a:t>
            </a:r>
          </a:p>
          <a:p>
            <a:r>
              <a:rPr lang="en-GB" dirty="0"/>
              <a:t>Use a real Nigerian news example for impact.</a:t>
            </a:r>
          </a:p>
          <a:p>
            <a:pPr marL="0" indent="0">
              <a:buNone/>
            </a:pPr>
            <a:r>
              <a:rPr lang="en-US" b="1" dirty="0"/>
              <a:t>Scenario (Context for Students)</a:t>
            </a:r>
          </a:p>
          <a:p>
            <a:pPr marL="0" indent="0">
              <a:buNone/>
            </a:pPr>
            <a:r>
              <a:rPr lang="en-US" dirty="0"/>
              <a:t>A report states that the Federal Government has approved a new education policy aimed at improving digital learning in public schools. However, funding and infrastructure challenges remain.</a:t>
            </a:r>
            <a:br>
              <a:rPr lang="en-US" dirty="0"/>
            </a:br>
            <a:endParaRPr lang="en-US" dirty="0"/>
          </a:p>
          <a:p>
            <a:endParaRPr lang="en-GB" dirty="0"/>
          </a:p>
        </p:txBody>
      </p:sp>
      <p:sp>
        <p:nvSpPr>
          <p:cNvPr id="4" name="Slide Number Placeholder 3">
            <a:extLst>
              <a:ext uri="{FF2B5EF4-FFF2-40B4-BE49-F238E27FC236}">
                <a16:creationId xmlns:a16="http://schemas.microsoft.com/office/drawing/2014/main" id="{ED1956CD-4D10-C4F5-51C8-870B1E07CE19}"/>
              </a:ext>
            </a:extLst>
          </p:cNvPr>
          <p:cNvSpPr>
            <a:spLocks noGrp="1"/>
          </p:cNvSpPr>
          <p:nvPr>
            <p:ph type="sldNum" sz="quarter" idx="5"/>
          </p:nvPr>
        </p:nvSpPr>
        <p:spPr/>
        <p:txBody>
          <a:bodyPr/>
          <a:lstStyle/>
          <a:p>
            <a:fld id="{ABBD1FD5-3411-4380-8A9A-C24F3BB8453F}" type="slidenum">
              <a:rPr lang="en-GB" smtClean="0"/>
              <a:t>29</a:t>
            </a:fld>
            <a:endParaRPr lang="en-GB"/>
          </a:p>
        </p:txBody>
      </p:sp>
    </p:spTree>
    <p:extLst>
      <p:ext uri="{BB962C8B-B14F-4D97-AF65-F5344CB8AC3E}">
        <p14:creationId xmlns:p14="http://schemas.microsoft.com/office/powerpoint/2010/main" val="11547195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CC306-B546-4107-7BFE-FE35CC222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847CA5-7971-D2E5-843A-AF7E75EE4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4E1A24-C0FB-BAA7-A40F-01E469594DFC}"/>
              </a:ext>
            </a:extLst>
          </p:cNvPr>
          <p:cNvSpPr>
            <a:spLocks noGrp="1"/>
          </p:cNvSpPr>
          <p:nvPr>
            <p:ph type="body" idx="1"/>
          </p:nvPr>
        </p:nvSpPr>
        <p:spPr/>
        <p:txBody>
          <a:bodyPr/>
          <a:lstStyle/>
          <a:p>
            <a:r>
              <a:rPr lang="en-US" b="1" dirty="0"/>
              <a:t>Editing Exercise: News Paragraph</a:t>
            </a:r>
          </a:p>
          <a:p>
            <a:r>
              <a:rPr lang="en-US" b="1" dirty="0"/>
              <a:t>Poorly Written Paragraph</a:t>
            </a:r>
            <a:endParaRPr lang="en-US" dirty="0"/>
          </a:p>
          <a:p>
            <a:r>
              <a:rPr lang="en-US" dirty="0"/>
              <a:t>The federal government yesterday announce that they is planning to introduce new education policy that will improve student performance across </a:t>
            </a:r>
            <a:r>
              <a:rPr lang="en-US" dirty="0" err="1"/>
              <a:t>nigeria</a:t>
            </a:r>
            <a:r>
              <a:rPr lang="en-US" dirty="0"/>
              <a:t>, the minister of education said the policy are focus on digital learning and teacher trainings but many school does not have computer and some teachers is not properly train which make the policy difficult to implement and students in rural area is mostly affected by this challenges.</a:t>
            </a:r>
          </a:p>
          <a:p>
            <a:br>
              <a:rPr lang="en-US" dirty="0"/>
            </a:br>
            <a:endParaRPr lang="en-US" dirty="0"/>
          </a:p>
          <a:p>
            <a:r>
              <a:rPr lang="en-US" b="1" dirty="0"/>
              <a:t>Task 1: Identify Errors</a:t>
            </a:r>
          </a:p>
          <a:p>
            <a:r>
              <a:rPr lang="en-US" dirty="0"/>
              <a:t>Students should be able to identify the following:</a:t>
            </a:r>
          </a:p>
          <a:p>
            <a:r>
              <a:rPr lang="en-US" b="1" dirty="0"/>
              <a:t>1. Grammar and Agreement Errors</a:t>
            </a:r>
          </a:p>
          <a:p>
            <a:r>
              <a:rPr lang="en-US" dirty="0"/>
              <a:t>“announce” → incorrect tense </a:t>
            </a:r>
          </a:p>
          <a:p>
            <a:r>
              <a:rPr lang="en-US" dirty="0"/>
              <a:t>“they is planning” → subject-verb disagreement </a:t>
            </a:r>
          </a:p>
          <a:p>
            <a:r>
              <a:rPr lang="en-US" dirty="0"/>
              <a:t>“policy are focus” → incorrect structure </a:t>
            </a:r>
          </a:p>
          <a:p>
            <a:r>
              <a:rPr lang="en-US" dirty="0"/>
              <a:t>“school does not” → singular/plural mismatch </a:t>
            </a:r>
          </a:p>
          <a:p>
            <a:r>
              <a:rPr lang="en-US" dirty="0"/>
              <a:t>“teachers is” → subject-verb disagreement </a:t>
            </a:r>
          </a:p>
          <a:p>
            <a:r>
              <a:rPr lang="en-US" dirty="0"/>
              <a:t>“area is” → should be plural agreement </a:t>
            </a:r>
          </a:p>
          <a:p>
            <a:r>
              <a:rPr lang="en-US" dirty="0"/>
              <a:t>“this challenges” → incorrect determiner </a:t>
            </a:r>
          </a:p>
          <a:p>
            <a:br>
              <a:rPr lang="en-US" dirty="0"/>
            </a:br>
            <a:endParaRPr lang="en-US" dirty="0"/>
          </a:p>
          <a:p>
            <a:r>
              <a:rPr lang="en-US" b="1" dirty="0"/>
              <a:t>2. </a:t>
            </a:r>
            <a:r>
              <a:rPr lang="en-US" b="1" dirty="0" err="1"/>
              <a:t>Capitalisation</a:t>
            </a:r>
            <a:r>
              <a:rPr lang="en-US" b="1" dirty="0"/>
              <a:t> Errors</a:t>
            </a:r>
          </a:p>
          <a:p>
            <a:r>
              <a:rPr lang="en-US" dirty="0"/>
              <a:t>“</a:t>
            </a:r>
            <a:r>
              <a:rPr lang="en-US" dirty="0" err="1"/>
              <a:t>nigeria</a:t>
            </a:r>
            <a:r>
              <a:rPr lang="en-US" dirty="0"/>
              <a:t>” → should be </a:t>
            </a:r>
            <a:r>
              <a:rPr lang="en-US" b="1" dirty="0"/>
              <a:t>Nigeria</a:t>
            </a:r>
            <a:r>
              <a:rPr lang="en-US" dirty="0"/>
              <a:t> </a:t>
            </a:r>
          </a:p>
          <a:p>
            <a:br>
              <a:rPr lang="en-US" dirty="0"/>
            </a:br>
            <a:endParaRPr lang="en-US" dirty="0"/>
          </a:p>
          <a:p>
            <a:r>
              <a:rPr lang="en-US" b="1" dirty="0"/>
              <a:t>3. Punctuation Issues</a:t>
            </a:r>
          </a:p>
          <a:p>
            <a:r>
              <a:rPr lang="en-US" dirty="0"/>
              <a:t>Entire paragraph is a </a:t>
            </a:r>
            <a:r>
              <a:rPr lang="en-US" b="1" dirty="0"/>
              <a:t>run-on sentence</a:t>
            </a:r>
            <a:r>
              <a:rPr lang="en-US" dirty="0"/>
              <a:t> </a:t>
            </a:r>
          </a:p>
          <a:p>
            <a:r>
              <a:rPr lang="en-US" dirty="0"/>
              <a:t>Missing full stops to separate ideas </a:t>
            </a:r>
          </a:p>
          <a:p>
            <a:br>
              <a:rPr lang="en-US" dirty="0"/>
            </a:br>
            <a:endParaRPr lang="en-US" dirty="0"/>
          </a:p>
          <a:p>
            <a:r>
              <a:rPr lang="en-US" b="1" dirty="0"/>
              <a:t>4. Clarity and Structure Issues</a:t>
            </a:r>
          </a:p>
          <a:p>
            <a:r>
              <a:rPr lang="en-US" dirty="0"/>
              <a:t>Ideas are not logically separated </a:t>
            </a:r>
          </a:p>
          <a:p>
            <a:r>
              <a:rPr lang="en-US" dirty="0"/>
              <a:t>Poor sentence flow </a:t>
            </a:r>
          </a:p>
          <a:p>
            <a:r>
              <a:rPr lang="en-US" dirty="0"/>
              <a:t>Lack of coherence between policy announcement and implementation challenges </a:t>
            </a:r>
          </a:p>
          <a:p>
            <a:br>
              <a:rPr lang="en-US" dirty="0"/>
            </a:br>
            <a:endParaRPr lang="en-US" dirty="0"/>
          </a:p>
          <a:p>
            <a:r>
              <a:rPr lang="en-US" b="1" dirty="0"/>
              <a:t>5. Style Issues (Journalistic Writing)</a:t>
            </a:r>
          </a:p>
          <a:p>
            <a:r>
              <a:rPr lang="en-US" dirty="0"/>
              <a:t>Wordiness and repetition </a:t>
            </a:r>
          </a:p>
          <a:p>
            <a:r>
              <a:rPr lang="en-US" dirty="0"/>
              <a:t>Weak phrasing: “yesterday announce” instead of “announced yesterday” </a:t>
            </a:r>
          </a:p>
          <a:p>
            <a:r>
              <a:rPr lang="en-US" dirty="0"/>
              <a:t>Lack of precision and sharpness expected in news writing </a:t>
            </a:r>
          </a:p>
          <a:p>
            <a:br>
              <a:rPr lang="en-US" dirty="0"/>
            </a:br>
            <a:endParaRPr lang="en-US" dirty="0"/>
          </a:p>
          <a:p>
            <a:r>
              <a:rPr lang="en-US" b="1" dirty="0"/>
              <a:t>Task 2: Improved Version</a:t>
            </a:r>
          </a:p>
          <a:p>
            <a:r>
              <a:rPr lang="en-US" b="1" dirty="0"/>
              <a:t>Edited Paragraph</a:t>
            </a:r>
            <a:endParaRPr lang="en-US" dirty="0"/>
          </a:p>
          <a:p>
            <a:r>
              <a:rPr lang="en-US" dirty="0"/>
              <a:t>The Federal Government yesterday announced plans to introduce a new education policy aimed at improving student performance across Nigeria.</a:t>
            </a:r>
          </a:p>
          <a:p>
            <a:r>
              <a:rPr lang="en-US" dirty="0"/>
              <a:t>The Minister of Education stated that the policy focuses on digital learning and teacher training. However, many schools lack adequate computer facilities, and several teachers are not properly trained, making implementation difficult.</a:t>
            </a:r>
          </a:p>
          <a:p>
            <a:r>
              <a:rPr lang="en-US" dirty="0"/>
              <a:t>Students in rural areas are expected to be the most affected by these challenges.</a:t>
            </a:r>
          </a:p>
          <a:p>
            <a:br>
              <a:rPr lang="en-US" dirty="0"/>
            </a:br>
            <a:endParaRPr lang="en-US" dirty="0"/>
          </a:p>
          <a:p>
            <a:r>
              <a:rPr lang="en-US" b="1" dirty="0"/>
              <a:t>Teaching Note (How to Use This in Class)</a:t>
            </a:r>
          </a:p>
          <a:p>
            <a:r>
              <a:rPr lang="en-US" dirty="0"/>
              <a:t>First, let students attempt corrections individually </a:t>
            </a:r>
          </a:p>
          <a:p>
            <a:r>
              <a:rPr lang="en-US" dirty="0"/>
              <a:t>Then compare responses in pairs or small groups </a:t>
            </a:r>
          </a:p>
          <a:p>
            <a:r>
              <a:rPr lang="en-US" dirty="0"/>
              <a:t>Finally, present the refined version and explain </a:t>
            </a:r>
            <a:r>
              <a:rPr lang="en-US" i="1" dirty="0"/>
              <a:t>why each change matters</a:t>
            </a:r>
            <a:r>
              <a:rPr lang="en-US" dirty="0"/>
              <a:t> </a:t>
            </a:r>
          </a:p>
          <a:p>
            <a:r>
              <a:rPr lang="en-US" b="1" dirty="0"/>
              <a:t>Key Learning Outcome:</a:t>
            </a:r>
            <a:br>
              <a:rPr lang="en-US" dirty="0"/>
            </a:br>
            <a:r>
              <a:rPr lang="en-US" dirty="0"/>
              <a:t>Students begin to see that editing is not just about correcting grammar, but about </a:t>
            </a:r>
            <a:r>
              <a:rPr lang="en-US" b="1" dirty="0"/>
              <a:t>improving clarity, structure, and meaning</a:t>
            </a:r>
            <a:r>
              <a:rPr lang="en-US" dirty="0"/>
              <a:t>.</a:t>
            </a:r>
          </a:p>
          <a:p>
            <a:endParaRPr lang="en-GB" dirty="0"/>
          </a:p>
        </p:txBody>
      </p:sp>
      <p:sp>
        <p:nvSpPr>
          <p:cNvPr id="4" name="Slide Number Placeholder 3">
            <a:extLst>
              <a:ext uri="{FF2B5EF4-FFF2-40B4-BE49-F238E27FC236}">
                <a16:creationId xmlns:a16="http://schemas.microsoft.com/office/drawing/2014/main" id="{9A8E7F9A-4F89-AF93-3DF0-12C8F20F31A6}"/>
              </a:ext>
            </a:extLst>
          </p:cNvPr>
          <p:cNvSpPr>
            <a:spLocks noGrp="1"/>
          </p:cNvSpPr>
          <p:nvPr>
            <p:ph type="sldNum" sz="quarter" idx="5"/>
          </p:nvPr>
        </p:nvSpPr>
        <p:spPr/>
        <p:txBody>
          <a:bodyPr/>
          <a:lstStyle/>
          <a:p>
            <a:fld id="{ABBD1FD5-3411-4380-8A9A-C24F3BB8453F}" type="slidenum">
              <a:rPr lang="en-GB" smtClean="0"/>
              <a:t>30</a:t>
            </a:fld>
            <a:endParaRPr lang="en-GB"/>
          </a:p>
        </p:txBody>
      </p:sp>
    </p:spTree>
    <p:extLst>
      <p:ext uri="{BB962C8B-B14F-4D97-AF65-F5344CB8AC3E}">
        <p14:creationId xmlns:p14="http://schemas.microsoft.com/office/powerpoint/2010/main" val="39207529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Editing Exercise: News Paragraph</a:t>
            </a:r>
          </a:p>
          <a:p>
            <a:r>
              <a:rPr lang="en-US" b="1" dirty="0"/>
              <a:t>Poorly Written Paragraph</a:t>
            </a:r>
            <a:endParaRPr lang="en-US" dirty="0"/>
          </a:p>
          <a:p>
            <a:r>
              <a:rPr lang="en-US" dirty="0"/>
              <a:t>The federal government yesterday announce that they is planning to introduce new education policy that will improve student performance across </a:t>
            </a:r>
            <a:r>
              <a:rPr lang="en-US" dirty="0" err="1"/>
              <a:t>nigeria</a:t>
            </a:r>
            <a:r>
              <a:rPr lang="en-US" dirty="0"/>
              <a:t>, the minister of education said the policy are focus on digital learning and teacher trainings but many school does not have computer and some teachers is not properly train which make the policy difficult to implement and students in rural area is mostly affected by this challenges.</a:t>
            </a:r>
          </a:p>
          <a:p>
            <a:br>
              <a:rPr lang="en-US" dirty="0"/>
            </a:br>
            <a:endParaRPr lang="en-US" dirty="0"/>
          </a:p>
          <a:p>
            <a:r>
              <a:rPr lang="en-US" b="1" dirty="0"/>
              <a:t>Task 1: Identify Errors</a:t>
            </a:r>
          </a:p>
          <a:p>
            <a:r>
              <a:rPr lang="en-US" dirty="0"/>
              <a:t>Students should be able to identify the following:</a:t>
            </a:r>
          </a:p>
          <a:p>
            <a:r>
              <a:rPr lang="en-US" b="1" dirty="0"/>
              <a:t>1. Grammar and Agreement Errors</a:t>
            </a:r>
          </a:p>
          <a:p>
            <a:r>
              <a:rPr lang="en-US" dirty="0"/>
              <a:t>“announce” → incorrect tense </a:t>
            </a:r>
          </a:p>
          <a:p>
            <a:r>
              <a:rPr lang="en-US" dirty="0"/>
              <a:t>“they is planning” → subject-verb disagreement </a:t>
            </a:r>
          </a:p>
          <a:p>
            <a:r>
              <a:rPr lang="en-US" dirty="0"/>
              <a:t>“policy are focus” → incorrect structure </a:t>
            </a:r>
          </a:p>
          <a:p>
            <a:r>
              <a:rPr lang="en-US" dirty="0"/>
              <a:t>“school does not” → singular/plural mismatch </a:t>
            </a:r>
          </a:p>
          <a:p>
            <a:r>
              <a:rPr lang="en-US" dirty="0"/>
              <a:t>“teachers is” → subject-verb disagreement </a:t>
            </a:r>
          </a:p>
          <a:p>
            <a:r>
              <a:rPr lang="en-US" dirty="0"/>
              <a:t>“area is” → should be plural agreement </a:t>
            </a:r>
          </a:p>
          <a:p>
            <a:r>
              <a:rPr lang="en-US" dirty="0"/>
              <a:t>“this challenges” → incorrect determiner </a:t>
            </a:r>
          </a:p>
          <a:p>
            <a:br>
              <a:rPr lang="en-US" dirty="0"/>
            </a:br>
            <a:endParaRPr lang="en-US" dirty="0"/>
          </a:p>
          <a:p>
            <a:r>
              <a:rPr lang="en-US" b="1" dirty="0"/>
              <a:t>2. </a:t>
            </a:r>
            <a:r>
              <a:rPr lang="en-US" b="1" dirty="0" err="1"/>
              <a:t>Capitalisation</a:t>
            </a:r>
            <a:r>
              <a:rPr lang="en-US" b="1" dirty="0"/>
              <a:t> Errors</a:t>
            </a:r>
          </a:p>
          <a:p>
            <a:r>
              <a:rPr lang="en-US" dirty="0"/>
              <a:t>“</a:t>
            </a:r>
            <a:r>
              <a:rPr lang="en-US" dirty="0" err="1"/>
              <a:t>nigeria</a:t>
            </a:r>
            <a:r>
              <a:rPr lang="en-US" dirty="0"/>
              <a:t>” → should be </a:t>
            </a:r>
            <a:r>
              <a:rPr lang="en-US" b="1" dirty="0"/>
              <a:t>Nigeria</a:t>
            </a:r>
            <a:r>
              <a:rPr lang="en-US" dirty="0"/>
              <a:t> </a:t>
            </a:r>
          </a:p>
          <a:p>
            <a:br>
              <a:rPr lang="en-US" dirty="0"/>
            </a:br>
            <a:endParaRPr lang="en-US" dirty="0"/>
          </a:p>
          <a:p>
            <a:r>
              <a:rPr lang="en-US" b="1" dirty="0"/>
              <a:t>3. Punctuation Issues</a:t>
            </a:r>
          </a:p>
          <a:p>
            <a:r>
              <a:rPr lang="en-US" dirty="0"/>
              <a:t>Entire paragraph is a </a:t>
            </a:r>
            <a:r>
              <a:rPr lang="en-US" b="1" dirty="0"/>
              <a:t>run-on sentence</a:t>
            </a:r>
            <a:r>
              <a:rPr lang="en-US" dirty="0"/>
              <a:t> </a:t>
            </a:r>
          </a:p>
          <a:p>
            <a:r>
              <a:rPr lang="en-US" dirty="0"/>
              <a:t>Missing full stops to separate ideas </a:t>
            </a:r>
          </a:p>
          <a:p>
            <a:br>
              <a:rPr lang="en-US" dirty="0"/>
            </a:br>
            <a:endParaRPr lang="en-US" dirty="0"/>
          </a:p>
          <a:p>
            <a:r>
              <a:rPr lang="en-US" b="1" dirty="0"/>
              <a:t>4. Clarity and Structure Issues</a:t>
            </a:r>
          </a:p>
          <a:p>
            <a:r>
              <a:rPr lang="en-US" dirty="0"/>
              <a:t>Ideas are not logically separated </a:t>
            </a:r>
          </a:p>
          <a:p>
            <a:r>
              <a:rPr lang="en-US" dirty="0"/>
              <a:t>Poor sentence flow </a:t>
            </a:r>
          </a:p>
          <a:p>
            <a:r>
              <a:rPr lang="en-US" dirty="0"/>
              <a:t>Lack of coherence between policy announcement and implementation challenges </a:t>
            </a:r>
          </a:p>
          <a:p>
            <a:br>
              <a:rPr lang="en-US" dirty="0"/>
            </a:br>
            <a:endParaRPr lang="en-US" dirty="0"/>
          </a:p>
          <a:p>
            <a:r>
              <a:rPr lang="en-US" b="1" dirty="0"/>
              <a:t>5. Style Issues (Journalistic Writing)</a:t>
            </a:r>
          </a:p>
          <a:p>
            <a:r>
              <a:rPr lang="en-US" dirty="0"/>
              <a:t>Wordiness and repetition </a:t>
            </a:r>
          </a:p>
          <a:p>
            <a:r>
              <a:rPr lang="en-US" dirty="0"/>
              <a:t>Weak phrasing: “yesterday announce” instead of “announced yesterday” </a:t>
            </a:r>
          </a:p>
          <a:p>
            <a:r>
              <a:rPr lang="en-US" dirty="0"/>
              <a:t>Lack of precision and sharpness expected in news writing </a:t>
            </a:r>
          </a:p>
          <a:p>
            <a:br>
              <a:rPr lang="en-US" dirty="0"/>
            </a:br>
            <a:endParaRPr lang="en-US" dirty="0"/>
          </a:p>
          <a:p>
            <a:r>
              <a:rPr lang="en-US" b="1" dirty="0"/>
              <a:t>Task 2: Improved Version</a:t>
            </a:r>
          </a:p>
          <a:p>
            <a:r>
              <a:rPr lang="en-US" b="1" dirty="0"/>
              <a:t>Edited Paragraph</a:t>
            </a:r>
            <a:endParaRPr lang="en-US" dirty="0"/>
          </a:p>
          <a:p>
            <a:r>
              <a:rPr lang="en-US" dirty="0"/>
              <a:t>The Federal Government yesterday announced plans to introduce a new education policy aimed at improving student performance across Nigeria.</a:t>
            </a:r>
          </a:p>
          <a:p>
            <a:r>
              <a:rPr lang="en-US" dirty="0"/>
              <a:t>The Minister of Education stated that the policy focuses on digital learning and teacher training. However, many schools lack adequate computer facilities, and several teachers are not properly trained, making implementation difficult.</a:t>
            </a:r>
          </a:p>
          <a:p>
            <a:r>
              <a:rPr lang="en-US" dirty="0"/>
              <a:t>Students in rural areas are expected to be the most affected by these challenges.</a:t>
            </a:r>
          </a:p>
          <a:p>
            <a:br>
              <a:rPr lang="en-US" dirty="0"/>
            </a:br>
            <a:endParaRPr lang="en-US" dirty="0"/>
          </a:p>
          <a:p>
            <a:r>
              <a:rPr lang="en-US" b="1" dirty="0"/>
              <a:t>Teaching Note (How to Use This in Class)</a:t>
            </a:r>
          </a:p>
          <a:p>
            <a:r>
              <a:rPr lang="en-US" dirty="0"/>
              <a:t>First, let students attempt corrections individually </a:t>
            </a:r>
          </a:p>
          <a:p>
            <a:r>
              <a:rPr lang="en-US" dirty="0"/>
              <a:t>Then compare responses in pairs or small groups </a:t>
            </a:r>
          </a:p>
          <a:p>
            <a:r>
              <a:rPr lang="en-US" dirty="0"/>
              <a:t>Finally, present the refined version and explain </a:t>
            </a:r>
            <a:r>
              <a:rPr lang="en-US" i="1" dirty="0"/>
              <a:t>why each change matters</a:t>
            </a:r>
            <a:r>
              <a:rPr lang="en-US" dirty="0"/>
              <a:t> </a:t>
            </a:r>
          </a:p>
          <a:p>
            <a:r>
              <a:rPr lang="en-US" b="1" dirty="0"/>
              <a:t>Key Learning Outcome:</a:t>
            </a:r>
            <a:br>
              <a:rPr lang="en-US" dirty="0"/>
            </a:br>
            <a:r>
              <a:rPr lang="en-US" dirty="0"/>
              <a:t>Students begin to see that editing is not just about correcting grammar, but about </a:t>
            </a:r>
            <a:r>
              <a:rPr lang="en-US" b="1" dirty="0"/>
              <a:t>improving clarity, structure, and meaning</a:t>
            </a:r>
            <a:r>
              <a:rPr lang="en-US" dirty="0"/>
              <a:t>.</a:t>
            </a:r>
          </a:p>
          <a:p>
            <a:endParaRPr lang="en-GB" dirty="0"/>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32</a:t>
            </a:fld>
            <a:endParaRPr lang="en-GB"/>
          </a:p>
        </p:txBody>
      </p:sp>
    </p:spTree>
    <p:extLst>
      <p:ext uri="{BB962C8B-B14F-4D97-AF65-F5344CB8AC3E}">
        <p14:creationId xmlns:p14="http://schemas.microsoft.com/office/powerpoint/2010/main" val="12799155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9FDB6-97D4-4B92-AC3D-3C63434F6C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314AB-6168-32DF-DE70-9D973E9DDB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E7ACF-FE57-A7D9-E9D6-6CEEA6B4E9F9}"/>
              </a:ext>
            </a:extLst>
          </p:cNvPr>
          <p:cNvSpPr>
            <a:spLocks noGrp="1"/>
          </p:cNvSpPr>
          <p:nvPr>
            <p:ph type="body" idx="1"/>
          </p:nvPr>
        </p:nvSpPr>
        <p:spPr/>
        <p:txBody>
          <a:bodyPr/>
          <a:lstStyle/>
          <a:p>
            <a:r>
              <a:rPr lang="en-US" b="1" dirty="0"/>
              <a:t>Editing Exercise: News Paragraph</a:t>
            </a:r>
          </a:p>
          <a:p>
            <a:r>
              <a:rPr lang="en-US" b="1" dirty="0"/>
              <a:t>Poorly Written Paragraph</a:t>
            </a:r>
            <a:endParaRPr lang="en-US" dirty="0"/>
          </a:p>
          <a:p>
            <a:r>
              <a:rPr lang="en-US" dirty="0"/>
              <a:t>The federal government yesterday announce that they is planning to introduce new education policy that will improve student performance across </a:t>
            </a:r>
            <a:r>
              <a:rPr lang="en-US" dirty="0" err="1"/>
              <a:t>nigeria</a:t>
            </a:r>
            <a:r>
              <a:rPr lang="en-US" dirty="0"/>
              <a:t>, the minister of education said the policy are focus on digital learning and teacher trainings but many school does not have computer and some teachers is not properly train which make the policy difficult to implement and students in rural area is mostly affected by this challenges.</a:t>
            </a:r>
          </a:p>
          <a:p>
            <a:br>
              <a:rPr lang="en-US" dirty="0"/>
            </a:br>
            <a:endParaRPr lang="en-US" dirty="0"/>
          </a:p>
          <a:p>
            <a:r>
              <a:rPr lang="en-US" b="1" dirty="0"/>
              <a:t>Task 1: Identify Errors</a:t>
            </a:r>
          </a:p>
          <a:p>
            <a:r>
              <a:rPr lang="en-US" dirty="0"/>
              <a:t>Students should be able to identify the following:</a:t>
            </a:r>
          </a:p>
          <a:p>
            <a:r>
              <a:rPr lang="en-US" b="1" dirty="0"/>
              <a:t>1. Grammar and Agreement Errors</a:t>
            </a:r>
          </a:p>
          <a:p>
            <a:r>
              <a:rPr lang="en-US" dirty="0"/>
              <a:t>“announce” → incorrect tense </a:t>
            </a:r>
          </a:p>
          <a:p>
            <a:r>
              <a:rPr lang="en-US" dirty="0"/>
              <a:t>“they is planning” → subject-verb disagreement </a:t>
            </a:r>
          </a:p>
          <a:p>
            <a:r>
              <a:rPr lang="en-US" dirty="0"/>
              <a:t>“policy are focus” → incorrect structure </a:t>
            </a:r>
          </a:p>
          <a:p>
            <a:r>
              <a:rPr lang="en-US" dirty="0"/>
              <a:t>“school does not” → singular/plural mismatch </a:t>
            </a:r>
          </a:p>
          <a:p>
            <a:r>
              <a:rPr lang="en-US" dirty="0"/>
              <a:t>“teachers is” → subject-verb disagreement </a:t>
            </a:r>
          </a:p>
          <a:p>
            <a:r>
              <a:rPr lang="en-US" dirty="0"/>
              <a:t>“area is” → should be plural agreement </a:t>
            </a:r>
          </a:p>
          <a:p>
            <a:r>
              <a:rPr lang="en-US" dirty="0"/>
              <a:t>“this challenges” → incorrect determiner </a:t>
            </a:r>
          </a:p>
          <a:p>
            <a:br>
              <a:rPr lang="en-US" dirty="0"/>
            </a:br>
            <a:endParaRPr lang="en-US" dirty="0"/>
          </a:p>
          <a:p>
            <a:r>
              <a:rPr lang="en-US" b="1" dirty="0"/>
              <a:t>2. </a:t>
            </a:r>
            <a:r>
              <a:rPr lang="en-US" b="1" dirty="0" err="1"/>
              <a:t>Capitalisation</a:t>
            </a:r>
            <a:r>
              <a:rPr lang="en-US" b="1" dirty="0"/>
              <a:t> Errors</a:t>
            </a:r>
          </a:p>
          <a:p>
            <a:r>
              <a:rPr lang="en-US" dirty="0"/>
              <a:t>“</a:t>
            </a:r>
            <a:r>
              <a:rPr lang="en-US" dirty="0" err="1"/>
              <a:t>nigeria</a:t>
            </a:r>
            <a:r>
              <a:rPr lang="en-US" dirty="0"/>
              <a:t>” → should be </a:t>
            </a:r>
            <a:r>
              <a:rPr lang="en-US" b="1" dirty="0"/>
              <a:t>Nigeria</a:t>
            </a:r>
            <a:r>
              <a:rPr lang="en-US" dirty="0"/>
              <a:t> </a:t>
            </a:r>
          </a:p>
          <a:p>
            <a:br>
              <a:rPr lang="en-US" dirty="0"/>
            </a:br>
            <a:endParaRPr lang="en-US" dirty="0"/>
          </a:p>
          <a:p>
            <a:r>
              <a:rPr lang="en-US" b="1" dirty="0"/>
              <a:t>3. Punctuation Issues</a:t>
            </a:r>
          </a:p>
          <a:p>
            <a:r>
              <a:rPr lang="en-US" dirty="0"/>
              <a:t>Entire paragraph is a </a:t>
            </a:r>
            <a:r>
              <a:rPr lang="en-US" b="1" dirty="0"/>
              <a:t>run-on sentence</a:t>
            </a:r>
            <a:r>
              <a:rPr lang="en-US" dirty="0"/>
              <a:t> </a:t>
            </a:r>
          </a:p>
          <a:p>
            <a:r>
              <a:rPr lang="en-US" dirty="0"/>
              <a:t>Missing full stops to separate ideas </a:t>
            </a:r>
          </a:p>
          <a:p>
            <a:br>
              <a:rPr lang="en-US" dirty="0"/>
            </a:br>
            <a:endParaRPr lang="en-US" dirty="0"/>
          </a:p>
          <a:p>
            <a:r>
              <a:rPr lang="en-US" b="1" dirty="0"/>
              <a:t>4. Clarity and Structure Issues</a:t>
            </a:r>
          </a:p>
          <a:p>
            <a:r>
              <a:rPr lang="en-US" dirty="0"/>
              <a:t>Ideas are not logically separated </a:t>
            </a:r>
          </a:p>
          <a:p>
            <a:r>
              <a:rPr lang="en-US" dirty="0"/>
              <a:t>Poor sentence flow </a:t>
            </a:r>
          </a:p>
          <a:p>
            <a:r>
              <a:rPr lang="en-US" dirty="0"/>
              <a:t>Lack of coherence between policy announcement and implementation challenges </a:t>
            </a:r>
          </a:p>
          <a:p>
            <a:br>
              <a:rPr lang="en-US" dirty="0"/>
            </a:br>
            <a:endParaRPr lang="en-US" dirty="0"/>
          </a:p>
          <a:p>
            <a:r>
              <a:rPr lang="en-US" b="1" dirty="0"/>
              <a:t>5. Style Issues (Journalistic Writing)</a:t>
            </a:r>
          </a:p>
          <a:p>
            <a:r>
              <a:rPr lang="en-US" dirty="0"/>
              <a:t>Wordiness and repetition </a:t>
            </a:r>
          </a:p>
          <a:p>
            <a:r>
              <a:rPr lang="en-US" dirty="0"/>
              <a:t>Weak phrasing: “yesterday announce” instead of “announced yesterday” </a:t>
            </a:r>
          </a:p>
          <a:p>
            <a:r>
              <a:rPr lang="en-US" dirty="0"/>
              <a:t>Lack of precision and sharpness expected in news writing </a:t>
            </a:r>
          </a:p>
          <a:p>
            <a:br>
              <a:rPr lang="en-US" dirty="0"/>
            </a:br>
            <a:endParaRPr lang="en-US" dirty="0"/>
          </a:p>
          <a:p>
            <a:r>
              <a:rPr lang="en-US" b="1" dirty="0"/>
              <a:t>Task 2: Improved Version</a:t>
            </a:r>
          </a:p>
          <a:p>
            <a:r>
              <a:rPr lang="en-US" b="1" dirty="0"/>
              <a:t>Edited Paragraph</a:t>
            </a:r>
            <a:endParaRPr lang="en-US" dirty="0"/>
          </a:p>
          <a:p>
            <a:r>
              <a:rPr lang="en-US" dirty="0"/>
              <a:t>The Federal Government yesterday announced plans to introduce a new education policy aimed at improving student performance across Nigeria.</a:t>
            </a:r>
          </a:p>
          <a:p>
            <a:r>
              <a:rPr lang="en-US" dirty="0"/>
              <a:t>The Minister of Education stated that the policy focuses on digital learning and teacher training. However, many schools lack adequate computer facilities, and several teachers are not properly trained, making implementation difficult.</a:t>
            </a:r>
          </a:p>
          <a:p>
            <a:r>
              <a:rPr lang="en-US" dirty="0"/>
              <a:t>Students in rural areas are expected to be the most affected by these challenges.</a:t>
            </a:r>
          </a:p>
          <a:p>
            <a:br>
              <a:rPr lang="en-US" dirty="0"/>
            </a:br>
            <a:endParaRPr lang="en-US" dirty="0"/>
          </a:p>
          <a:p>
            <a:r>
              <a:rPr lang="en-US" b="1" dirty="0"/>
              <a:t>Teaching Note (How to Use This in Class)</a:t>
            </a:r>
          </a:p>
          <a:p>
            <a:r>
              <a:rPr lang="en-US" dirty="0"/>
              <a:t>First, let students attempt corrections individually </a:t>
            </a:r>
          </a:p>
          <a:p>
            <a:r>
              <a:rPr lang="en-US" dirty="0"/>
              <a:t>Then compare responses in pairs or small groups </a:t>
            </a:r>
          </a:p>
          <a:p>
            <a:r>
              <a:rPr lang="en-US" dirty="0"/>
              <a:t>Finally, present the refined version and explain </a:t>
            </a:r>
            <a:r>
              <a:rPr lang="en-US" i="1" dirty="0"/>
              <a:t>why each change matters</a:t>
            </a:r>
            <a:r>
              <a:rPr lang="en-US" dirty="0"/>
              <a:t> </a:t>
            </a:r>
          </a:p>
          <a:p>
            <a:r>
              <a:rPr lang="en-US" b="1" dirty="0"/>
              <a:t>Key Learning Outcome:</a:t>
            </a:r>
            <a:br>
              <a:rPr lang="en-US" dirty="0"/>
            </a:br>
            <a:r>
              <a:rPr lang="en-US" dirty="0"/>
              <a:t>Students begin to see that editing is not just about correcting grammar, but about </a:t>
            </a:r>
            <a:r>
              <a:rPr lang="en-US" b="1" dirty="0"/>
              <a:t>improving clarity, structure, and meaning</a:t>
            </a:r>
            <a:r>
              <a:rPr lang="en-US" dirty="0"/>
              <a:t>.</a:t>
            </a:r>
          </a:p>
          <a:p>
            <a:endParaRPr lang="en-GB" dirty="0"/>
          </a:p>
          <a:p>
            <a:endParaRPr lang="en-GB" dirty="0"/>
          </a:p>
        </p:txBody>
      </p:sp>
      <p:sp>
        <p:nvSpPr>
          <p:cNvPr id="4" name="Slide Number Placeholder 3">
            <a:extLst>
              <a:ext uri="{FF2B5EF4-FFF2-40B4-BE49-F238E27FC236}">
                <a16:creationId xmlns:a16="http://schemas.microsoft.com/office/drawing/2014/main" id="{E6D14F60-99B1-0C5A-6C21-0DD0B53D8FF6}"/>
              </a:ext>
            </a:extLst>
          </p:cNvPr>
          <p:cNvSpPr>
            <a:spLocks noGrp="1"/>
          </p:cNvSpPr>
          <p:nvPr>
            <p:ph type="sldNum" sz="quarter" idx="5"/>
          </p:nvPr>
        </p:nvSpPr>
        <p:spPr/>
        <p:txBody>
          <a:bodyPr/>
          <a:lstStyle/>
          <a:p>
            <a:fld id="{ABBD1FD5-3411-4380-8A9A-C24F3BB8453F}" type="slidenum">
              <a:rPr lang="en-GB" smtClean="0"/>
              <a:t>33</a:t>
            </a:fld>
            <a:endParaRPr lang="en-GB"/>
          </a:p>
        </p:txBody>
      </p:sp>
    </p:spTree>
    <p:extLst>
      <p:ext uri="{BB962C8B-B14F-4D97-AF65-F5344CB8AC3E}">
        <p14:creationId xmlns:p14="http://schemas.microsoft.com/office/powerpoint/2010/main" val="2099454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10/04/2026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54676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10/04/2026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272469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1728B06-8F0E-4CD5-AF49-175E74D8141C}" type="datetimeFigureOut">
              <a:rPr lang="en-GB" smtClean="0"/>
              <a:t>10/04/2026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098811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1728B06-8F0E-4CD5-AF49-175E74D8141C}" type="datetimeFigureOut">
              <a:rPr lang="en-GB" smtClean="0"/>
              <a:t>10/04/2026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897757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1728B06-8F0E-4CD5-AF49-175E74D8141C}" type="datetimeFigureOut">
              <a:rPr lang="en-GB" smtClean="0"/>
              <a:t>10/04/2026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265109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839788" y="2505075"/>
            <a:ext cx="5157787" cy="36845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5"/>
          <p:cNvSpPr>
            <a:spLocks noGrp="1"/>
          </p:cNvSpPr>
          <p:nvPr>
            <p:ph sz="quarter" idx="4"/>
          </p:nvPr>
        </p:nvSpPr>
        <p:spPr>
          <a:xfrm>
            <a:off x="6172200" y="2505075"/>
            <a:ext cx="5183188" cy="36845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Date Placeholder 6"/>
          <p:cNvSpPr>
            <a:spLocks noGrp="1"/>
          </p:cNvSpPr>
          <p:nvPr>
            <p:ph type="dt" sz="half" idx="10"/>
          </p:nvPr>
        </p:nvSpPr>
        <p:spPr/>
        <p:txBody>
          <a:bodyPr/>
          <a:lstStyle/>
          <a:p>
            <a:fld id="{91728B06-8F0E-4CD5-AF49-175E74D8141C}" type="datetimeFigureOut">
              <a:rPr lang="en-GB" smtClean="0"/>
              <a:t>10/04/2026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A50A492-2920-4392-A9E0-F0323530E7FF}" type="slidenum">
              <a:rPr lang="en-GB" smtClean="0"/>
              <a:t>‹#›</a:t>
            </a:fld>
            <a:endParaRPr lang="en-GB"/>
          </a:p>
        </p:txBody>
      </p:sp>
      <p:pic>
        <p:nvPicPr>
          <p:cNvPr id="11" name="Picture 10">
            <a:extLst>
              <a:ext uri="{FF2B5EF4-FFF2-40B4-BE49-F238E27FC236}">
                <a16:creationId xmlns:a16="http://schemas.microsoft.com/office/drawing/2014/main" id="{7893318B-702C-E6ED-CD03-B178AFFEDBCE}"/>
              </a:ext>
            </a:extLst>
          </p:cNvPr>
          <p:cNvPicPr>
            <a:picLocks noChangeAspect="1"/>
          </p:cNvPicPr>
          <p:nvPr userDrawn="1"/>
        </p:nvPicPr>
        <p:blipFill>
          <a:blip r:embed="rId2"/>
          <a:srcRect b="88736"/>
          <a:stretch>
            <a:fillRect/>
          </a:stretch>
        </p:blipFill>
        <p:spPr>
          <a:xfrm>
            <a:off x="0" y="1811484"/>
            <a:ext cx="5749995" cy="647700"/>
          </a:xfrm>
          <a:prstGeom prst="rect">
            <a:avLst/>
          </a:prstGeom>
        </p:spPr>
      </p:pic>
    </p:spTree>
    <p:extLst>
      <p:ext uri="{BB962C8B-B14F-4D97-AF65-F5344CB8AC3E}">
        <p14:creationId xmlns:p14="http://schemas.microsoft.com/office/powerpoint/2010/main" val="1206825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1728B06-8F0E-4CD5-AF49-175E74D8141C}" type="datetimeFigureOut">
              <a:rPr lang="en-GB" smtClean="0"/>
              <a:t>10/04/2026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095910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1" name="Google Shape;171;g37f520df3dc_0_413">
            <a:extLst>
              <a:ext uri="{FF2B5EF4-FFF2-40B4-BE49-F238E27FC236}">
                <a16:creationId xmlns:a16="http://schemas.microsoft.com/office/drawing/2014/main" id="{4E18FB17-AA92-C575-872B-7B866DFCE4EC}"/>
              </a:ext>
            </a:extLst>
          </p:cNvPr>
          <p:cNvSpPr/>
          <p:nvPr userDrawn="1"/>
        </p:nvSpPr>
        <p:spPr>
          <a:xfrm>
            <a:off x="838200" y="4313594"/>
            <a:ext cx="10649504" cy="648400"/>
          </a:xfrm>
          <a:prstGeom prst="rect">
            <a:avLst/>
          </a:prstGeom>
          <a:solidFill>
            <a:srgbClr val="CDD5DC"/>
          </a:solidFill>
          <a:ln>
            <a:noFill/>
          </a:ln>
        </p:spPr>
        <p:txBody>
          <a:bodyPr spcFirstLastPara="1" wrap="square" lIns="121900" tIns="121900" rIns="121900" bIns="121900" anchor="ctr" anchorCtr="0">
            <a:noAutofit/>
          </a:bodyPr>
          <a:lstStyle/>
          <a:p>
            <a:r>
              <a:rPr lang="en" sz="1867" b="1" dirty="0">
                <a:solidFill>
                  <a:srgbClr val="0A3150"/>
                </a:solidFill>
                <a:latin typeface="Afacad Flux"/>
                <a:ea typeface="Afacad Flux"/>
                <a:cs typeface="Afacad Flux"/>
                <a:sym typeface="Afacad Flux"/>
              </a:rPr>
              <a:t>C</a:t>
            </a:r>
            <a:endParaRPr sz="1867" b="1" dirty="0">
              <a:solidFill>
                <a:srgbClr val="0A3150"/>
              </a:solidFill>
              <a:latin typeface="Afacad Flux"/>
              <a:ea typeface="Afacad Flux"/>
              <a:cs typeface="Afacad Flux"/>
              <a:sym typeface="Afacad Flux"/>
            </a:endParaRPr>
          </a:p>
        </p:txBody>
      </p:sp>
      <p:sp>
        <p:nvSpPr>
          <p:cNvPr id="2" name="Date Placeholder 1"/>
          <p:cNvSpPr>
            <a:spLocks noGrp="1"/>
          </p:cNvSpPr>
          <p:nvPr>
            <p:ph type="dt" sz="half" idx="10"/>
          </p:nvPr>
        </p:nvSpPr>
        <p:spPr/>
        <p:txBody>
          <a:bodyPr/>
          <a:lstStyle/>
          <a:p>
            <a:fld id="{91728B06-8F0E-4CD5-AF49-175E74D8141C}" type="datetimeFigureOut">
              <a:rPr lang="en-GB" smtClean="0"/>
              <a:t>10/04/2026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A50A492-2920-4392-A9E0-F0323530E7FF}" type="slidenum">
              <a:rPr lang="en-GB" smtClean="0"/>
              <a:t>‹#›</a:t>
            </a:fld>
            <a:endParaRPr lang="en-GB"/>
          </a:p>
        </p:txBody>
      </p:sp>
      <p:sp>
        <p:nvSpPr>
          <p:cNvPr id="5" name="Google Shape;166;g37f520df3dc_0_413">
            <a:extLst>
              <a:ext uri="{FF2B5EF4-FFF2-40B4-BE49-F238E27FC236}">
                <a16:creationId xmlns:a16="http://schemas.microsoft.com/office/drawing/2014/main" id="{C5826F92-4F7D-07F8-1553-9749E84A6F86}"/>
              </a:ext>
            </a:extLst>
          </p:cNvPr>
          <p:cNvSpPr txBox="1"/>
          <p:nvPr userDrawn="1"/>
        </p:nvSpPr>
        <p:spPr>
          <a:xfrm>
            <a:off x="602289" y="1083486"/>
            <a:ext cx="8444800" cy="823770"/>
          </a:xfrm>
          <a:prstGeom prst="rect">
            <a:avLst/>
          </a:prstGeom>
          <a:noFill/>
          <a:ln>
            <a:noFill/>
          </a:ln>
        </p:spPr>
        <p:txBody>
          <a:bodyPr spcFirstLastPara="1" wrap="square" lIns="204733" tIns="204733" rIns="204733" bIns="204733" anchor="t" anchorCtr="0">
            <a:spAutoFit/>
          </a:bodyPr>
          <a:lstStyle/>
          <a:p>
            <a:pPr>
              <a:lnSpc>
                <a:spcPct val="80000"/>
              </a:lnSpc>
            </a:pPr>
            <a:r>
              <a:rPr lang="en" sz="3333" b="1" dirty="0">
                <a:latin typeface="Afacad Flux"/>
                <a:ea typeface="Afacad Flux"/>
                <a:cs typeface="Afacad Flux"/>
                <a:sym typeface="Afacad Flux"/>
              </a:rPr>
              <a:t>Question</a:t>
            </a:r>
            <a:endParaRPr sz="3333" b="1" dirty="0">
              <a:latin typeface="Afacad Flux"/>
              <a:ea typeface="Afacad Flux"/>
              <a:cs typeface="Afacad Flux"/>
              <a:sym typeface="Afacad Flux"/>
            </a:endParaRPr>
          </a:p>
        </p:txBody>
      </p:sp>
      <p:sp>
        <p:nvSpPr>
          <p:cNvPr id="6" name="Google Shape;167;g37f520df3dc_0_413">
            <a:extLst>
              <a:ext uri="{FF2B5EF4-FFF2-40B4-BE49-F238E27FC236}">
                <a16:creationId xmlns:a16="http://schemas.microsoft.com/office/drawing/2014/main" id="{11B9B0E6-A664-0007-F38A-D94BFB792D5A}"/>
              </a:ext>
            </a:extLst>
          </p:cNvPr>
          <p:cNvSpPr txBox="1"/>
          <p:nvPr userDrawn="1"/>
        </p:nvSpPr>
        <p:spPr>
          <a:xfrm>
            <a:off x="1790477" y="2828046"/>
            <a:ext cx="8728400" cy="689600"/>
          </a:xfrm>
          <a:prstGeom prst="rect">
            <a:avLst/>
          </a:prstGeom>
          <a:noFill/>
          <a:ln>
            <a:noFill/>
          </a:ln>
        </p:spPr>
        <p:txBody>
          <a:bodyPr spcFirstLastPara="1" wrap="square" lIns="91433" tIns="45700" rIns="91433" bIns="45700" anchor="b" anchorCtr="0">
            <a:normAutofit/>
          </a:bodyPr>
          <a:lstStyle/>
          <a:p>
            <a:pPr algn="ctr">
              <a:lnSpc>
                <a:spcPct val="90000"/>
              </a:lnSpc>
            </a:pPr>
            <a:endParaRPr sz="3600" b="1">
              <a:solidFill>
                <a:srgbClr val="000000"/>
              </a:solidFill>
            </a:endParaRPr>
          </a:p>
        </p:txBody>
      </p:sp>
      <p:sp>
        <p:nvSpPr>
          <p:cNvPr id="7" name="Google Shape;168;g37f520df3dc_0_413">
            <a:extLst>
              <a:ext uri="{FF2B5EF4-FFF2-40B4-BE49-F238E27FC236}">
                <a16:creationId xmlns:a16="http://schemas.microsoft.com/office/drawing/2014/main" id="{F6C955BB-6D5F-3E67-DEC9-82DAB3978A1B}"/>
              </a:ext>
            </a:extLst>
          </p:cNvPr>
          <p:cNvSpPr/>
          <p:nvPr userDrawn="1"/>
        </p:nvSpPr>
        <p:spPr>
          <a:xfrm>
            <a:off x="808123" y="2842375"/>
            <a:ext cx="10679582" cy="648400"/>
          </a:xfrm>
          <a:prstGeom prst="rect">
            <a:avLst/>
          </a:prstGeom>
          <a:solidFill>
            <a:srgbClr val="CDD5DC"/>
          </a:solidFill>
          <a:ln>
            <a:noFill/>
          </a:ln>
        </p:spPr>
        <p:txBody>
          <a:bodyPr spcFirstLastPara="1" wrap="square" lIns="121900" tIns="121900" rIns="121900" bIns="121900" anchor="ctr" anchorCtr="0">
            <a:noAutofit/>
          </a:bodyPr>
          <a:lstStyle/>
          <a:p>
            <a:r>
              <a:rPr lang="en" sz="2400" b="1">
                <a:solidFill>
                  <a:srgbClr val="0A3150"/>
                </a:solidFill>
                <a:latin typeface="Afacad Flux"/>
                <a:ea typeface="Afacad Flux"/>
                <a:cs typeface="Afacad Flux"/>
                <a:sym typeface="Afacad Flux"/>
              </a:rPr>
              <a:t> A</a:t>
            </a:r>
            <a:endParaRPr sz="1867" b="1">
              <a:solidFill>
                <a:srgbClr val="0A3150"/>
              </a:solidFill>
              <a:latin typeface="Afacad Flux"/>
              <a:ea typeface="Afacad Flux"/>
              <a:cs typeface="Afacad Flux"/>
              <a:sym typeface="Afacad Flux"/>
            </a:endParaRPr>
          </a:p>
        </p:txBody>
      </p:sp>
      <p:sp>
        <p:nvSpPr>
          <p:cNvPr id="8" name="Google Shape;171;g37f520df3dc_0_413">
            <a:extLst>
              <a:ext uri="{FF2B5EF4-FFF2-40B4-BE49-F238E27FC236}">
                <a16:creationId xmlns:a16="http://schemas.microsoft.com/office/drawing/2014/main" id="{11288AA8-1545-1C64-2A34-CE3C7B76E0E0}"/>
              </a:ext>
            </a:extLst>
          </p:cNvPr>
          <p:cNvSpPr/>
          <p:nvPr userDrawn="1"/>
        </p:nvSpPr>
        <p:spPr>
          <a:xfrm>
            <a:off x="817587" y="3575844"/>
            <a:ext cx="10670117" cy="648400"/>
          </a:xfrm>
          <a:prstGeom prst="rect">
            <a:avLst/>
          </a:prstGeom>
          <a:solidFill>
            <a:srgbClr val="CDD5DC"/>
          </a:solidFill>
          <a:ln>
            <a:noFill/>
          </a:ln>
        </p:spPr>
        <p:txBody>
          <a:bodyPr spcFirstLastPara="1" wrap="square" lIns="121900" tIns="121900" rIns="121900" bIns="121900" anchor="ctr" anchorCtr="0">
            <a:noAutofit/>
          </a:bodyPr>
          <a:lstStyle/>
          <a:p>
            <a:r>
              <a:rPr lang="en" sz="1867" b="1">
                <a:solidFill>
                  <a:srgbClr val="0A3150"/>
                </a:solidFill>
                <a:latin typeface="Afacad Flux"/>
                <a:ea typeface="Afacad Flux"/>
                <a:cs typeface="Afacad Flux"/>
                <a:sym typeface="Afacad Flux"/>
              </a:rPr>
              <a:t>B</a:t>
            </a:r>
            <a:endParaRPr sz="1867" b="1">
              <a:solidFill>
                <a:srgbClr val="0A3150"/>
              </a:solidFill>
              <a:latin typeface="Afacad Flux"/>
              <a:ea typeface="Afacad Flux"/>
              <a:cs typeface="Afacad Flux"/>
              <a:sym typeface="Afacad Flux"/>
            </a:endParaRPr>
          </a:p>
        </p:txBody>
      </p:sp>
      <p:sp>
        <p:nvSpPr>
          <p:cNvPr id="9" name="Google Shape;172;g37f520df3dc_0_413">
            <a:extLst>
              <a:ext uri="{FF2B5EF4-FFF2-40B4-BE49-F238E27FC236}">
                <a16:creationId xmlns:a16="http://schemas.microsoft.com/office/drawing/2014/main" id="{98829B61-4ED6-78CD-51F0-0EAFE0D74823}"/>
              </a:ext>
            </a:extLst>
          </p:cNvPr>
          <p:cNvSpPr/>
          <p:nvPr userDrawn="1"/>
        </p:nvSpPr>
        <p:spPr>
          <a:xfrm>
            <a:off x="808122" y="5091208"/>
            <a:ext cx="10679581" cy="648400"/>
          </a:xfrm>
          <a:prstGeom prst="rect">
            <a:avLst/>
          </a:prstGeom>
          <a:solidFill>
            <a:srgbClr val="CDD5DC"/>
          </a:solidFill>
          <a:ln>
            <a:noFill/>
          </a:ln>
        </p:spPr>
        <p:txBody>
          <a:bodyPr spcFirstLastPara="1" wrap="square" lIns="121900" tIns="121900" rIns="121900" bIns="121900" anchor="ctr" anchorCtr="0">
            <a:noAutofit/>
          </a:bodyPr>
          <a:lstStyle/>
          <a:p>
            <a:r>
              <a:rPr lang="en" sz="2400" b="1">
                <a:solidFill>
                  <a:srgbClr val="0A3150"/>
                </a:solidFill>
                <a:latin typeface="Afacad Flux"/>
                <a:ea typeface="Afacad Flux"/>
                <a:cs typeface="Afacad Flux"/>
                <a:sym typeface="Afacad Flux"/>
              </a:rPr>
              <a:t> D</a:t>
            </a:r>
            <a:endParaRPr sz="1867" b="1">
              <a:solidFill>
                <a:srgbClr val="0A3150"/>
              </a:solidFill>
              <a:latin typeface="Afacad Flux"/>
              <a:ea typeface="Afacad Flux"/>
              <a:cs typeface="Afacad Flux"/>
              <a:sym typeface="Afacad Flux"/>
            </a:endParaRPr>
          </a:p>
        </p:txBody>
      </p:sp>
      <p:sp>
        <p:nvSpPr>
          <p:cNvPr id="11" name="Google Shape;177;g37f520df3dc_0_413">
            <a:extLst>
              <a:ext uri="{FF2B5EF4-FFF2-40B4-BE49-F238E27FC236}">
                <a16:creationId xmlns:a16="http://schemas.microsoft.com/office/drawing/2014/main" id="{6B04FA5D-F53F-060F-AF96-72444D8D80C6}"/>
              </a:ext>
            </a:extLst>
          </p:cNvPr>
          <p:cNvSpPr/>
          <p:nvPr userDrawn="1"/>
        </p:nvSpPr>
        <p:spPr>
          <a:xfrm>
            <a:off x="808123" y="2843104"/>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a:solidFill>
                  <a:schemeClr val="lt1"/>
                </a:solidFill>
                <a:latin typeface="Afacad Flux"/>
                <a:ea typeface="Afacad Flux"/>
                <a:cs typeface="Afacad Flux"/>
                <a:sym typeface="Afacad Flux"/>
              </a:rPr>
              <a:t>A</a:t>
            </a:r>
            <a:endParaRPr sz="2267" b="1">
              <a:solidFill>
                <a:schemeClr val="lt1"/>
              </a:solidFill>
              <a:latin typeface="Afacad Flux"/>
              <a:ea typeface="Afacad Flux"/>
              <a:cs typeface="Afacad Flux"/>
              <a:sym typeface="Afacad Flux"/>
            </a:endParaRPr>
          </a:p>
        </p:txBody>
      </p:sp>
      <p:sp>
        <p:nvSpPr>
          <p:cNvPr id="12" name="Google Shape;178;g37f520df3dc_0_413">
            <a:extLst>
              <a:ext uri="{FF2B5EF4-FFF2-40B4-BE49-F238E27FC236}">
                <a16:creationId xmlns:a16="http://schemas.microsoft.com/office/drawing/2014/main" id="{B56D2B04-B9EC-BB56-1CB3-6D854C2E8C50}"/>
              </a:ext>
            </a:extLst>
          </p:cNvPr>
          <p:cNvSpPr/>
          <p:nvPr userDrawn="1"/>
        </p:nvSpPr>
        <p:spPr>
          <a:xfrm>
            <a:off x="808123" y="4321926"/>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dirty="0">
                <a:solidFill>
                  <a:schemeClr val="lt1"/>
                </a:solidFill>
                <a:latin typeface="Afacad Flux"/>
                <a:ea typeface="Afacad Flux"/>
                <a:cs typeface="Afacad Flux"/>
                <a:sym typeface="Afacad Flux"/>
              </a:rPr>
              <a:t>C</a:t>
            </a:r>
            <a:endParaRPr sz="2267" b="1" dirty="0">
              <a:solidFill>
                <a:schemeClr val="lt1"/>
              </a:solidFill>
              <a:latin typeface="Afacad Flux"/>
              <a:ea typeface="Afacad Flux"/>
              <a:cs typeface="Afacad Flux"/>
              <a:sym typeface="Afacad Flux"/>
            </a:endParaRPr>
          </a:p>
        </p:txBody>
      </p:sp>
      <p:sp>
        <p:nvSpPr>
          <p:cNvPr id="13" name="Google Shape;179;g37f520df3dc_0_413">
            <a:extLst>
              <a:ext uri="{FF2B5EF4-FFF2-40B4-BE49-F238E27FC236}">
                <a16:creationId xmlns:a16="http://schemas.microsoft.com/office/drawing/2014/main" id="{E72EA22B-2835-1817-3E09-ACCAE17BC486}"/>
              </a:ext>
            </a:extLst>
          </p:cNvPr>
          <p:cNvSpPr/>
          <p:nvPr userDrawn="1"/>
        </p:nvSpPr>
        <p:spPr>
          <a:xfrm>
            <a:off x="808123" y="3575844"/>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a:solidFill>
                  <a:schemeClr val="lt1"/>
                </a:solidFill>
                <a:latin typeface="Afacad Flux"/>
                <a:ea typeface="Afacad Flux"/>
                <a:cs typeface="Afacad Flux"/>
                <a:sym typeface="Afacad Flux"/>
              </a:rPr>
              <a:t>B</a:t>
            </a:r>
            <a:endParaRPr sz="2267" b="1">
              <a:solidFill>
                <a:schemeClr val="lt1"/>
              </a:solidFill>
              <a:latin typeface="Afacad Flux"/>
              <a:ea typeface="Afacad Flux"/>
              <a:cs typeface="Afacad Flux"/>
              <a:sym typeface="Afacad Flux"/>
            </a:endParaRPr>
          </a:p>
        </p:txBody>
      </p:sp>
      <p:sp>
        <p:nvSpPr>
          <p:cNvPr id="14" name="Google Shape;180;g37f520df3dc_0_413">
            <a:extLst>
              <a:ext uri="{FF2B5EF4-FFF2-40B4-BE49-F238E27FC236}">
                <a16:creationId xmlns:a16="http://schemas.microsoft.com/office/drawing/2014/main" id="{F89CF361-FF4E-3E56-6385-82D053570267}"/>
              </a:ext>
            </a:extLst>
          </p:cNvPr>
          <p:cNvSpPr/>
          <p:nvPr userDrawn="1"/>
        </p:nvSpPr>
        <p:spPr>
          <a:xfrm>
            <a:off x="808123" y="5086471"/>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a:solidFill>
                  <a:schemeClr val="lt1"/>
                </a:solidFill>
                <a:latin typeface="Afacad Flux"/>
                <a:ea typeface="Afacad Flux"/>
                <a:cs typeface="Afacad Flux"/>
                <a:sym typeface="Afacad Flux"/>
              </a:rPr>
              <a:t>D</a:t>
            </a:r>
            <a:endParaRPr sz="2267" b="1">
              <a:solidFill>
                <a:schemeClr val="lt1"/>
              </a:solidFill>
              <a:latin typeface="Afacad Flux"/>
              <a:ea typeface="Afacad Flux"/>
              <a:cs typeface="Afacad Flux"/>
              <a:sym typeface="Afacad Flux"/>
            </a:endParaRPr>
          </a:p>
        </p:txBody>
      </p:sp>
      <p:sp>
        <p:nvSpPr>
          <p:cNvPr id="15" name="Google Shape;181;g37f520df3dc_0_413">
            <a:extLst>
              <a:ext uri="{FF2B5EF4-FFF2-40B4-BE49-F238E27FC236}">
                <a16:creationId xmlns:a16="http://schemas.microsoft.com/office/drawing/2014/main" id="{4367EBCB-BE39-1417-AE6F-92E4FCC9EDFA}"/>
              </a:ext>
            </a:extLst>
          </p:cNvPr>
          <p:cNvSpPr/>
          <p:nvPr userDrawn="1"/>
        </p:nvSpPr>
        <p:spPr>
          <a:xfrm>
            <a:off x="817588" y="1910943"/>
            <a:ext cx="736000" cy="648400"/>
          </a:xfrm>
          <a:prstGeom prst="rect">
            <a:avLst/>
          </a:prstGeom>
          <a:solidFill>
            <a:srgbClr val="0070C0"/>
          </a:solidFill>
          <a:ln>
            <a:noFill/>
          </a:ln>
        </p:spPr>
        <p:txBody>
          <a:bodyPr spcFirstLastPara="1" wrap="square" lIns="121900" tIns="121900" rIns="121900" bIns="121900" anchor="ctr" anchorCtr="0">
            <a:noAutofit/>
          </a:bodyPr>
          <a:lstStyle/>
          <a:p>
            <a:pPr algn="ctr"/>
            <a:r>
              <a:rPr lang="en" sz="2267" b="1" dirty="0">
                <a:solidFill>
                  <a:schemeClr val="lt1"/>
                </a:solidFill>
                <a:latin typeface="Afacad Flux"/>
                <a:ea typeface="Afacad Flux"/>
                <a:cs typeface="Afacad Flux"/>
                <a:sym typeface="Afacad Flux"/>
              </a:rPr>
              <a:t>1</a:t>
            </a:r>
            <a:endParaRPr sz="2267" b="1" dirty="0">
              <a:solidFill>
                <a:schemeClr val="lt1"/>
              </a:solidFill>
              <a:latin typeface="Afacad Flux"/>
              <a:ea typeface="Afacad Flux"/>
              <a:cs typeface="Afacad Flux"/>
              <a:sym typeface="Afacad Flux"/>
            </a:endParaRPr>
          </a:p>
        </p:txBody>
      </p:sp>
      <p:sp>
        <p:nvSpPr>
          <p:cNvPr id="23" name="Content Placeholder 2">
            <a:extLst>
              <a:ext uri="{FF2B5EF4-FFF2-40B4-BE49-F238E27FC236}">
                <a16:creationId xmlns:a16="http://schemas.microsoft.com/office/drawing/2014/main" id="{336FCC04-B137-6757-0133-DC6C81F43BDF}"/>
              </a:ext>
            </a:extLst>
          </p:cNvPr>
          <p:cNvSpPr>
            <a:spLocks noGrp="1"/>
          </p:cNvSpPr>
          <p:nvPr>
            <p:ph idx="13"/>
          </p:nvPr>
        </p:nvSpPr>
        <p:spPr>
          <a:xfrm>
            <a:off x="1832614" y="1825838"/>
            <a:ext cx="9563323" cy="823770"/>
          </a:xfrm>
        </p:spPr>
        <p:txBody>
          <a:bodyPr/>
          <a:lstStyle>
            <a:lvl1pPr marL="0" indent="0">
              <a:buNone/>
              <a:defRPr b="1"/>
            </a:lvl1pPr>
          </a:lstStyle>
          <a:p>
            <a:pPr lvl="0"/>
            <a:r>
              <a:rPr lang="en-GB" dirty="0"/>
              <a:t>Click to edit Master text styles</a:t>
            </a:r>
          </a:p>
        </p:txBody>
      </p:sp>
      <p:sp>
        <p:nvSpPr>
          <p:cNvPr id="24" name="Content Placeholder 2">
            <a:extLst>
              <a:ext uri="{FF2B5EF4-FFF2-40B4-BE49-F238E27FC236}">
                <a16:creationId xmlns:a16="http://schemas.microsoft.com/office/drawing/2014/main" id="{35952987-4757-82C3-64EF-35A61C54BC0D}"/>
              </a:ext>
            </a:extLst>
          </p:cNvPr>
          <p:cNvSpPr>
            <a:spLocks noGrp="1"/>
          </p:cNvSpPr>
          <p:nvPr>
            <p:ph idx="14"/>
          </p:nvPr>
        </p:nvSpPr>
        <p:spPr>
          <a:xfrm>
            <a:off x="1832614" y="2884167"/>
            <a:ext cx="9563323" cy="569925"/>
          </a:xfrm>
        </p:spPr>
        <p:txBody>
          <a:bodyPr/>
          <a:lstStyle>
            <a:lvl1pPr>
              <a:buNone/>
              <a:defRPr/>
            </a:lvl1pPr>
          </a:lstStyle>
          <a:p>
            <a:pPr lvl="0"/>
            <a:r>
              <a:rPr lang="en-GB" dirty="0"/>
              <a:t>Click to edit Master text styles</a:t>
            </a:r>
          </a:p>
        </p:txBody>
      </p:sp>
      <p:sp>
        <p:nvSpPr>
          <p:cNvPr id="25" name="Content Placeholder 2">
            <a:extLst>
              <a:ext uri="{FF2B5EF4-FFF2-40B4-BE49-F238E27FC236}">
                <a16:creationId xmlns:a16="http://schemas.microsoft.com/office/drawing/2014/main" id="{221AC588-9C94-190D-18B6-497622DC6878}"/>
              </a:ext>
            </a:extLst>
          </p:cNvPr>
          <p:cNvSpPr>
            <a:spLocks noGrp="1"/>
          </p:cNvSpPr>
          <p:nvPr>
            <p:ph idx="15"/>
          </p:nvPr>
        </p:nvSpPr>
        <p:spPr>
          <a:xfrm>
            <a:off x="1832614" y="3646860"/>
            <a:ext cx="9563323" cy="569925"/>
          </a:xfrm>
        </p:spPr>
        <p:txBody>
          <a:bodyPr/>
          <a:lstStyle>
            <a:lvl1pPr>
              <a:buNone/>
              <a:defRPr/>
            </a:lvl1pPr>
          </a:lstStyle>
          <a:p>
            <a:pPr lvl="0"/>
            <a:r>
              <a:rPr lang="en-GB" dirty="0"/>
              <a:t>Click to edit Master text styles</a:t>
            </a:r>
          </a:p>
        </p:txBody>
      </p:sp>
      <p:sp>
        <p:nvSpPr>
          <p:cNvPr id="26" name="Content Placeholder 2">
            <a:extLst>
              <a:ext uri="{FF2B5EF4-FFF2-40B4-BE49-F238E27FC236}">
                <a16:creationId xmlns:a16="http://schemas.microsoft.com/office/drawing/2014/main" id="{79002613-EBE5-2A8F-344C-F641473C0018}"/>
              </a:ext>
            </a:extLst>
          </p:cNvPr>
          <p:cNvSpPr>
            <a:spLocks noGrp="1"/>
          </p:cNvSpPr>
          <p:nvPr>
            <p:ph idx="16"/>
          </p:nvPr>
        </p:nvSpPr>
        <p:spPr>
          <a:xfrm>
            <a:off x="1832614" y="4342754"/>
            <a:ext cx="9563323" cy="569925"/>
          </a:xfrm>
        </p:spPr>
        <p:txBody>
          <a:bodyPr/>
          <a:lstStyle>
            <a:lvl1pPr>
              <a:buNone/>
              <a:defRPr/>
            </a:lvl1pPr>
          </a:lstStyle>
          <a:p>
            <a:pPr lvl="0"/>
            <a:r>
              <a:rPr lang="en-GB" dirty="0"/>
              <a:t>Click to edit Master text styles</a:t>
            </a:r>
          </a:p>
        </p:txBody>
      </p:sp>
      <p:sp>
        <p:nvSpPr>
          <p:cNvPr id="27" name="Content Placeholder 2">
            <a:extLst>
              <a:ext uri="{FF2B5EF4-FFF2-40B4-BE49-F238E27FC236}">
                <a16:creationId xmlns:a16="http://schemas.microsoft.com/office/drawing/2014/main" id="{E2897A00-083C-1A0F-7934-C7CB7C63B90F}"/>
              </a:ext>
            </a:extLst>
          </p:cNvPr>
          <p:cNvSpPr>
            <a:spLocks noGrp="1"/>
          </p:cNvSpPr>
          <p:nvPr>
            <p:ph idx="17"/>
          </p:nvPr>
        </p:nvSpPr>
        <p:spPr>
          <a:xfrm>
            <a:off x="1832614" y="5113904"/>
            <a:ext cx="9563323" cy="569925"/>
          </a:xfrm>
        </p:spPr>
        <p:txBody>
          <a:bodyPr/>
          <a:lstStyle>
            <a:lvl1pPr>
              <a:buNone/>
              <a:defRPr/>
            </a:lvl1pPr>
          </a:lstStyle>
          <a:p>
            <a:pPr lvl="0"/>
            <a:r>
              <a:rPr lang="en-GB" dirty="0"/>
              <a:t>Click to edit Master text styles</a:t>
            </a:r>
          </a:p>
        </p:txBody>
      </p:sp>
    </p:spTree>
    <p:extLst>
      <p:ext uri="{BB962C8B-B14F-4D97-AF65-F5344CB8AC3E}">
        <p14:creationId xmlns:p14="http://schemas.microsoft.com/office/powerpoint/2010/main" val="3736891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728B06-8F0E-4CD5-AF49-175E74D8141C}" type="datetimeFigureOut">
              <a:rPr lang="en-GB" smtClean="0"/>
              <a:t>10/04/2026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2161938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1728B06-8F0E-4CD5-AF49-175E74D8141C}" type="datetimeFigureOut">
              <a:rPr lang="en-GB" smtClean="0"/>
              <a:t>10/04/2026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14188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1728B06-8F0E-4CD5-AF49-175E74D8141C}" type="datetimeFigureOut">
              <a:rPr lang="en-GB" smtClean="0"/>
              <a:t>10/04/2026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3500103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10/04/2026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655799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10/04/2026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735381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D316E-2343-2C51-5281-6623EAF39CA4}"/>
              </a:ext>
            </a:extLst>
          </p:cNvPr>
          <p:cNvSpPr>
            <a:spLocks noGrp="1"/>
          </p:cNvSpPr>
          <p:nvPr>
            <p:ph type="title" hasCustomPrompt="1"/>
          </p:nvPr>
        </p:nvSpPr>
        <p:spPr>
          <a:xfrm>
            <a:off x="838200" y="365125"/>
            <a:ext cx="10515600" cy="1325563"/>
          </a:xfrm>
          <a:prstGeom prst="rect">
            <a:avLst/>
          </a:prstGeom>
        </p:spPr>
        <p:txBody>
          <a:bodyPr/>
          <a:lstStyle>
            <a:lvl1pPr>
              <a:defRPr/>
            </a:lvl1pPr>
          </a:lstStyle>
          <a:p>
            <a:br>
              <a:rPr lang="en-GB" dirty="0"/>
            </a:br>
            <a:r>
              <a:rPr lang="en-GB" dirty="0"/>
              <a:t>Click to edit Master title style</a:t>
            </a:r>
          </a:p>
        </p:txBody>
      </p:sp>
      <p:sp>
        <p:nvSpPr>
          <p:cNvPr id="3" name="Content Placeholder 2">
            <a:extLst>
              <a:ext uri="{FF2B5EF4-FFF2-40B4-BE49-F238E27FC236}">
                <a16:creationId xmlns:a16="http://schemas.microsoft.com/office/drawing/2014/main" id="{65F4304F-9821-1CA2-ADB2-3F177B6BAE79}"/>
              </a:ext>
            </a:extLst>
          </p:cNvPr>
          <p:cNvSpPr>
            <a:spLocks noGrp="1"/>
          </p:cNvSpPr>
          <p:nvPr>
            <p:ph idx="1"/>
          </p:nvPr>
        </p:nvSpPr>
        <p:spPr>
          <a:xfrm>
            <a:off x="838200" y="2547891"/>
            <a:ext cx="10515600" cy="3629072"/>
          </a:xfrm>
        </p:spPr>
        <p:txBody>
          <a:bodyPr/>
          <a:lstStyle>
            <a:lvl1pPr>
              <a:buFont typeface="Wingdings" panose="05000000000000000000" pitchFamily="2" charset="2"/>
              <a:buChar char="q"/>
              <a:defRPr/>
            </a:lvl1pPr>
            <a:lvl2pPr>
              <a:buFont typeface="Wingdings" panose="05000000000000000000" pitchFamily="2" charset="2"/>
              <a:buChar char="q"/>
              <a:defRPr/>
            </a:lvl2pPr>
            <a:lvl3pPr>
              <a:buFont typeface="Wingdings" panose="05000000000000000000" pitchFamily="2" charset="2"/>
              <a:buChar char="q"/>
              <a:defRPr/>
            </a:lvl3pPr>
            <a:lvl4pPr>
              <a:buFont typeface="Wingdings" panose="05000000000000000000" pitchFamily="2" charset="2"/>
              <a:buChar char="q"/>
              <a:defRPr/>
            </a:lvl4pPr>
            <a:lvl5pPr>
              <a:buFont typeface="Wingdings" panose="05000000000000000000" pitchFamily="2" charset="2"/>
              <a:buChar char="q"/>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4AAA4E7D-143D-92CB-8898-509AACB9D1F2}"/>
              </a:ext>
            </a:extLst>
          </p:cNvPr>
          <p:cNvSpPr>
            <a:spLocks noGrp="1"/>
          </p:cNvSpPr>
          <p:nvPr>
            <p:ph type="dt" sz="half" idx="10"/>
          </p:nvPr>
        </p:nvSpPr>
        <p:spPr/>
        <p:txBody>
          <a:bodyPr/>
          <a:lstStyle/>
          <a:p>
            <a:fld id="{91728B06-8F0E-4CD5-AF49-175E74D8141C}" type="datetimeFigureOut">
              <a:rPr lang="en-GB" smtClean="0"/>
              <a:t>10/04/2026</a:t>
            </a:fld>
            <a:endParaRPr lang="en-GB"/>
          </a:p>
        </p:txBody>
      </p:sp>
      <p:sp>
        <p:nvSpPr>
          <p:cNvPr id="5" name="Footer Placeholder 4">
            <a:extLst>
              <a:ext uri="{FF2B5EF4-FFF2-40B4-BE49-F238E27FC236}">
                <a16:creationId xmlns:a16="http://schemas.microsoft.com/office/drawing/2014/main" id="{C7A880BB-5E40-FE5C-A115-236319A1071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E9AD3E7-79AF-65EB-6599-8D616A384C90}"/>
              </a:ext>
            </a:extLst>
          </p:cNvPr>
          <p:cNvSpPr>
            <a:spLocks noGrp="1"/>
          </p:cNvSpPr>
          <p:nvPr>
            <p:ph type="sldNum" sz="quarter" idx="12"/>
          </p:nvPr>
        </p:nvSpPr>
        <p:spPr/>
        <p:txBody>
          <a:bodyPr/>
          <a:lstStyle/>
          <a:p>
            <a:fld id="{1A50A492-2920-4392-A9E0-F0323530E7FF}" type="slidenum">
              <a:rPr lang="en-GB" smtClean="0"/>
              <a:t>‹#›</a:t>
            </a:fld>
            <a:endParaRPr lang="en-GB"/>
          </a:p>
        </p:txBody>
      </p:sp>
      <p:sp>
        <p:nvSpPr>
          <p:cNvPr id="8" name="Content Placeholder 2">
            <a:extLst>
              <a:ext uri="{FF2B5EF4-FFF2-40B4-BE49-F238E27FC236}">
                <a16:creationId xmlns:a16="http://schemas.microsoft.com/office/drawing/2014/main" id="{9A5BCF20-FEC5-0EB6-C1E7-324F850FDA2A}"/>
              </a:ext>
            </a:extLst>
          </p:cNvPr>
          <p:cNvSpPr>
            <a:spLocks noGrp="1"/>
          </p:cNvSpPr>
          <p:nvPr>
            <p:ph idx="13"/>
          </p:nvPr>
        </p:nvSpPr>
        <p:spPr>
          <a:xfrm>
            <a:off x="838200" y="1798579"/>
            <a:ext cx="10515600" cy="569925"/>
          </a:xfrm>
        </p:spPr>
        <p:txBody>
          <a:bodyPr/>
          <a:lstStyle>
            <a:lvl1pPr>
              <a:buNone/>
              <a:defRPr/>
            </a:lvl1pPr>
          </a:lstStyle>
          <a:p>
            <a:pPr lvl="0"/>
            <a:r>
              <a:rPr lang="en-GB" dirty="0"/>
              <a:t>Click to edit Master text styles</a:t>
            </a:r>
          </a:p>
        </p:txBody>
      </p:sp>
    </p:spTree>
    <p:extLst>
      <p:ext uri="{BB962C8B-B14F-4D97-AF65-F5344CB8AC3E}">
        <p14:creationId xmlns:p14="http://schemas.microsoft.com/office/powerpoint/2010/main" val="3558010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0855B7-7789-7500-1382-63CE0544093A}"/>
              </a:ext>
            </a:extLst>
          </p:cNvPr>
          <p:cNvSpPr>
            <a:spLocks noGrp="1"/>
          </p:cNvSpPr>
          <p:nvPr>
            <p:ph sz="half" idx="1"/>
          </p:nvPr>
        </p:nvSpPr>
        <p:spPr>
          <a:xfrm>
            <a:off x="838200" y="2485748"/>
            <a:ext cx="5181600" cy="369121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a:extLst>
              <a:ext uri="{FF2B5EF4-FFF2-40B4-BE49-F238E27FC236}">
                <a16:creationId xmlns:a16="http://schemas.microsoft.com/office/drawing/2014/main" id="{16760A44-C430-263D-5BB7-C851118449B7}"/>
              </a:ext>
            </a:extLst>
          </p:cNvPr>
          <p:cNvSpPr>
            <a:spLocks noGrp="1"/>
          </p:cNvSpPr>
          <p:nvPr>
            <p:ph sz="half" idx="2"/>
          </p:nvPr>
        </p:nvSpPr>
        <p:spPr>
          <a:xfrm>
            <a:off x="6172200" y="2485748"/>
            <a:ext cx="5181600" cy="36912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8846B776-33EF-D443-6EBB-884F42D148C1}"/>
              </a:ext>
            </a:extLst>
          </p:cNvPr>
          <p:cNvSpPr>
            <a:spLocks noGrp="1"/>
          </p:cNvSpPr>
          <p:nvPr>
            <p:ph type="dt" sz="half" idx="10"/>
          </p:nvPr>
        </p:nvSpPr>
        <p:spPr/>
        <p:txBody>
          <a:bodyPr/>
          <a:lstStyle/>
          <a:p>
            <a:fld id="{91728B06-8F0E-4CD5-AF49-175E74D8141C}" type="datetimeFigureOut">
              <a:rPr lang="en-GB" smtClean="0"/>
              <a:t>10/04/2026</a:t>
            </a:fld>
            <a:endParaRPr lang="en-GB"/>
          </a:p>
        </p:txBody>
      </p:sp>
      <p:sp>
        <p:nvSpPr>
          <p:cNvPr id="6" name="Footer Placeholder 5">
            <a:extLst>
              <a:ext uri="{FF2B5EF4-FFF2-40B4-BE49-F238E27FC236}">
                <a16:creationId xmlns:a16="http://schemas.microsoft.com/office/drawing/2014/main" id="{BD84D6E6-39A3-E250-1D74-7F5625C87DB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ED2F330-00BE-C0BA-EDD0-99854160C3AB}"/>
              </a:ext>
            </a:extLst>
          </p:cNvPr>
          <p:cNvSpPr>
            <a:spLocks noGrp="1"/>
          </p:cNvSpPr>
          <p:nvPr>
            <p:ph type="sldNum" sz="quarter" idx="12"/>
          </p:nvPr>
        </p:nvSpPr>
        <p:spPr/>
        <p:txBody>
          <a:bodyPr/>
          <a:lstStyle/>
          <a:p>
            <a:fld id="{1A50A492-2920-4392-A9E0-F0323530E7FF}" type="slidenum">
              <a:rPr lang="en-GB" smtClean="0"/>
              <a:t>‹#›</a:t>
            </a:fld>
            <a:endParaRPr lang="en-GB"/>
          </a:p>
        </p:txBody>
      </p:sp>
      <p:sp>
        <p:nvSpPr>
          <p:cNvPr id="8" name="Title 1">
            <a:extLst>
              <a:ext uri="{FF2B5EF4-FFF2-40B4-BE49-F238E27FC236}">
                <a16:creationId xmlns:a16="http://schemas.microsoft.com/office/drawing/2014/main" id="{68390E9B-25CC-A3D2-82BB-2EEEC9B62D11}"/>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p>
        </p:txBody>
      </p:sp>
      <p:sp>
        <p:nvSpPr>
          <p:cNvPr id="9" name="Content Placeholder 2">
            <a:extLst>
              <a:ext uri="{FF2B5EF4-FFF2-40B4-BE49-F238E27FC236}">
                <a16:creationId xmlns:a16="http://schemas.microsoft.com/office/drawing/2014/main" id="{D8F9AE1C-7ECD-C88B-CCC5-8751862FAF0B}"/>
              </a:ext>
            </a:extLst>
          </p:cNvPr>
          <p:cNvSpPr>
            <a:spLocks noGrp="1"/>
          </p:cNvSpPr>
          <p:nvPr>
            <p:ph idx="13"/>
          </p:nvPr>
        </p:nvSpPr>
        <p:spPr>
          <a:xfrm>
            <a:off x="838200" y="1798579"/>
            <a:ext cx="10515600" cy="569925"/>
          </a:xfrm>
        </p:spPr>
        <p:txBody>
          <a:bodyPr/>
          <a:lstStyle/>
          <a:p>
            <a:pPr lvl="0"/>
            <a:r>
              <a:rPr lang="en-GB" dirty="0"/>
              <a:t>Click to edit Master text styles</a:t>
            </a:r>
          </a:p>
        </p:txBody>
      </p:sp>
    </p:spTree>
    <p:extLst>
      <p:ext uri="{BB962C8B-B14F-4D97-AF65-F5344CB8AC3E}">
        <p14:creationId xmlns:p14="http://schemas.microsoft.com/office/powerpoint/2010/main" val="566972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728B06-8F0E-4CD5-AF49-175E74D8141C}" type="datetimeFigureOut">
              <a:rPr lang="en-GB" smtClean="0"/>
              <a:t>10/04/2026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50A492-2920-4392-A9E0-F0323530E7FF}" type="slidenum">
              <a:rPr lang="en-GB" smtClean="0"/>
              <a:t>‹#›</a:t>
            </a:fld>
            <a:endParaRPr lang="en-GB"/>
          </a:p>
        </p:txBody>
      </p:sp>
    </p:spTree>
    <p:extLst>
      <p:ext uri="{BB962C8B-B14F-4D97-AF65-F5344CB8AC3E}">
        <p14:creationId xmlns:p14="http://schemas.microsoft.com/office/powerpoint/2010/main" val="37211910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4" r:id="rId6"/>
    <p:sldLayoutId id="2147483666" r:id="rId7"/>
    <p:sldLayoutId id="2147483673" r:id="rId8"/>
    <p:sldLayoutId id="2147483667" r:id="rId9"/>
    <p:sldLayoutId id="2147483668" r:id="rId10"/>
    <p:sldLayoutId id="2147483669" r:id="rId11"/>
    <p:sldLayoutId id="2147483670" r:id="rId12"/>
    <p:sldLayoutId id="2147483671" r:id="rId13"/>
    <p:sldLayoutId id="2147483672" r:id="rId14"/>
    <p:sldLayoutId id="2147483652"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8C031-3726-3177-1934-73EA4BEEB3FC}"/>
              </a:ext>
            </a:extLst>
          </p:cNvPr>
          <p:cNvSpPr>
            <a:spLocks noGrp="1"/>
          </p:cNvSpPr>
          <p:nvPr>
            <p:ph type="ctrTitle"/>
          </p:nvPr>
        </p:nvSpPr>
        <p:spPr>
          <a:xfrm>
            <a:off x="1524000" y="1293338"/>
            <a:ext cx="9144000" cy="3274592"/>
          </a:xfrm>
        </p:spPr>
        <p:txBody>
          <a:bodyPr anchor="ctr">
            <a:normAutofit/>
          </a:bodyPr>
          <a:lstStyle/>
          <a:p>
            <a:r>
              <a:rPr lang="en-GB" sz="3600" b="1" dirty="0">
                <a:solidFill>
                  <a:schemeClr val="accent1">
                    <a:lumMod val="60000"/>
                    <a:lumOff val="40000"/>
                  </a:schemeClr>
                </a:solidFill>
              </a:rPr>
              <a:t>Lesson #3 </a:t>
            </a:r>
            <a:br>
              <a:rPr lang="en-GB" sz="5600" b="1" dirty="0"/>
            </a:br>
            <a:r>
              <a:rPr lang="en-US" sz="5400" b="1" dirty="0"/>
              <a:t>Copy Editing, Headline Writing, and Caption Development</a:t>
            </a:r>
            <a:endParaRPr lang="en-GB" sz="5600" b="1" dirty="0"/>
          </a:p>
        </p:txBody>
      </p:sp>
      <p:sp>
        <p:nvSpPr>
          <p:cNvPr id="3" name="Subtitle 2">
            <a:extLst>
              <a:ext uri="{FF2B5EF4-FFF2-40B4-BE49-F238E27FC236}">
                <a16:creationId xmlns:a16="http://schemas.microsoft.com/office/drawing/2014/main" id="{0A7D7881-CDB2-D1C7-AD53-BACCA6941D69}"/>
              </a:ext>
            </a:extLst>
          </p:cNvPr>
          <p:cNvSpPr>
            <a:spLocks noGrp="1"/>
          </p:cNvSpPr>
          <p:nvPr>
            <p:ph type="subTitle" idx="1"/>
          </p:nvPr>
        </p:nvSpPr>
        <p:spPr>
          <a:xfrm>
            <a:off x="1524000" y="5514052"/>
            <a:ext cx="9144000" cy="651910"/>
          </a:xfrm>
        </p:spPr>
        <p:txBody>
          <a:bodyPr anchor="ctr">
            <a:normAutofit/>
          </a:bodyPr>
          <a:lstStyle/>
          <a:p>
            <a:r>
              <a:rPr lang="en-US" b="1" dirty="0"/>
              <a:t>Olasunkanmi Arowolo, PhD</a:t>
            </a:r>
          </a:p>
        </p:txBody>
      </p:sp>
      <p:sp>
        <p:nvSpPr>
          <p:cNvPr id="4" name="Subtitle 2">
            <a:extLst>
              <a:ext uri="{FF2B5EF4-FFF2-40B4-BE49-F238E27FC236}">
                <a16:creationId xmlns:a16="http://schemas.microsoft.com/office/drawing/2014/main" id="{CB5683BD-1341-4FA6-8644-F03C0A26C842}"/>
              </a:ext>
            </a:extLst>
          </p:cNvPr>
          <p:cNvSpPr txBox="1">
            <a:spLocks/>
          </p:cNvSpPr>
          <p:nvPr/>
        </p:nvSpPr>
        <p:spPr>
          <a:xfrm>
            <a:off x="1524000" y="863030"/>
            <a:ext cx="9144000" cy="5034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dirty="0"/>
          </a:p>
        </p:txBody>
      </p:sp>
      <p:sp>
        <p:nvSpPr>
          <p:cNvPr id="5" name="Subtitle 2">
            <a:extLst>
              <a:ext uri="{FF2B5EF4-FFF2-40B4-BE49-F238E27FC236}">
                <a16:creationId xmlns:a16="http://schemas.microsoft.com/office/drawing/2014/main" id="{93584842-CE17-9940-F1FC-8BEE9C7372A5}"/>
              </a:ext>
            </a:extLst>
          </p:cNvPr>
          <p:cNvSpPr txBox="1">
            <a:spLocks/>
          </p:cNvSpPr>
          <p:nvPr/>
        </p:nvSpPr>
        <p:spPr>
          <a:xfrm>
            <a:off x="1676400" y="375443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dirty="0"/>
          </a:p>
        </p:txBody>
      </p:sp>
      <p:sp>
        <p:nvSpPr>
          <p:cNvPr id="6" name="Subtitle 2">
            <a:extLst>
              <a:ext uri="{FF2B5EF4-FFF2-40B4-BE49-F238E27FC236}">
                <a16:creationId xmlns:a16="http://schemas.microsoft.com/office/drawing/2014/main" id="{677D610B-6FBE-82F8-AAFB-B582BA346D88}"/>
              </a:ext>
            </a:extLst>
          </p:cNvPr>
          <p:cNvSpPr txBox="1">
            <a:spLocks/>
          </p:cNvSpPr>
          <p:nvPr/>
        </p:nvSpPr>
        <p:spPr>
          <a:xfrm>
            <a:off x="1450368" y="877675"/>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1959314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5459B4-B0E3-8CAE-E73D-874A373C791F}"/>
              </a:ext>
            </a:extLst>
          </p:cNvPr>
          <p:cNvPicPr>
            <a:picLocks noChangeAspect="1"/>
          </p:cNvPicPr>
          <p:nvPr/>
        </p:nvPicPr>
        <p:blipFill>
          <a:blip r:embed="rId2"/>
          <a:stretch>
            <a:fillRect/>
          </a:stretch>
        </p:blipFill>
        <p:spPr>
          <a:xfrm>
            <a:off x="2659837" y="1932508"/>
            <a:ext cx="2743719" cy="2743719"/>
          </a:xfrm>
          <a:prstGeom prst="rect">
            <a:avLst/>
          </a:prstGeom>
        </p:spPr>
      </p:pic>
      <p:pic>
        <p:nvPicPr>
          <p:cNvPr id="2" name="Google Shape;66;g37f520df3dc_0_34">
            <a:extLst>
              <a:ext uri="{FF2B5EF4-FFF2-40B4-BE49-F238E27FC236}">
                <a16:creationId xmlns:a16="http://schemas.microsoft.com/office/drawing/2014/main" id="{F6C5FC03-42AA-B071-D030-78502CFAA017}"/>
              </a:ext>
            </a:extLst>
          </p:cNvPr>
          <p:cNvPicPr preferRelativeResize="0"/>
          <p:nvPr/>
        </p:nvPicPr>
        <p:blipFill>
          <a:blip r:embed="rId3">
            <a:alphaModFix/>
          </a:blip>
          <a:stretch/>
        </p:blipFill>
        <p:spPr>
          <a:xfrm>
            <a:off x="2452318" y="164921"/>
            <a:ext cx="10160000" cy="10160000"/>
          </a:xfrm>
          <a:prstGeom prst="rect">
            <a:avLst/>
          </a:prstGeom>
          <a:noFill/>
          <a:ln>
            <a:noFill/>
          </a:ln>
          <a:effectLst>
            <a:outerShdw blurRad="100013" dist="123825" dir="2940000" algn="bl" rotWithShape="0">
              <a:srgbClr val="000000">
                <a:alpha val="29000"/>
              </a:srgbClr>
            </a:outerShdw>
          </a:effectLst>
        </p:spPr>
      </p:pic>
      <p:sp>
        <p:nvSpPr>
          <p:cNvPr id="3" name="Google Shape;67;g37f520df3dc_0_34">
            <a:extLst>
              <a:ext uri="{FF2B5EF4-FFF2-40B4-BE49-F238E27FC236}">
                <a16:creationId xmlns:a16="http://schemas.microsoft.com/office/drawing/2014/main" id="{DD691878-9CC6-EFC4-B9BC-BF892F7D3896}"/>
              </a:ext>
            </a:extLst>
          </p:cNvPr>
          <p:cNvSpPr txBox="1"/>
          <p:nvPr/>
        </p:nvSpPr>
        <p:spPr>
          <a:xfrm>
            <a:off x="2452318" y="4288491"/>
            <a:ext cx="2743719" cy="956430"/>
          </a:xfrm>
          <a:prstGeom prst="rect">
            <a:avLst/>
          </a:prstGeom>
          <a:noFill/>
          <a:ln>
            <a:noFill/>
          </a:ln>
        </p:spPr>
        <p:txBody>
          <a:bodyPr spcFirstLastPara="1" wrap="square" lIns="153550" tIns="153550" rIns="153550" bIns="153550" anchor="t" anchorCtr="0">
            <a:spAutoFit/>
          </a:bodyPr>
          <a:lstStyle/>
          <a:p>
            <a:pPr marL="0" lvl="0" indent="0" algn="r" rtl="0">
              <a:spcBef>
                <a:spcPts val="0"/>
              </a:spcBef>
              <a:spcAft>
                <a:spcPts val="0"/>
              </a:spcAft>
              <a:buNone/>
            </a:pPr>
            <a:r>
              <a:rPr lang="en" b="1" dirty="0">
                <a:solidFill>
                  <a:srgbClr val="09314F"/>
                </a:solidFill>
                <a:latin typeface="Afacad Flux"/>
                <a:ea typeface="Afacad Flux"/>
                <a:cs typeface="Afacad Flux"/>
                <a:sym typeface="Afacad Flux"/>
              </a:rPr>
              <a:t>Dr. Olasunkanmi Arowolo</a:t>
            </a:r>
          </a:p>
          <a:p>
            <a:pPr algn="r"/>
            <a:r>
              <a:rPr lang="en-GB" sz="1200" b="1" dirty="0">
                <a:solidFill>
                  <a:srgbClr val="FF0000"/>
                </a:solidFill>
                <a:latin typeface="Manrope"/>
                <a:ea typeface="Manrope"/>
                <a:cs typeface="Manrope"/>
                <a:sym typeface="Manrope"/>
              </a:rPr>
              <a:t>Journalism, Political &amp; Development Communications Scholar</a:t>
            </a:r>
          </a:p>
        </p:txBody>
      </p:sp>
    </p:spTree>
    <p:extLst>
      <p:ext uri="{BB962C8B-B14F-4D97-AF65-F5344CB8AC3E}">
        <p14:creationId xmlns:p14="http://schemas.microsoft.com/office/powerpoint/2010/main" val="3681532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5ED3CD-960A-FB80-8ABA-836C3DF2A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EEE50-8042-7B8F-4850-1A51D25B2090}"/>
              </a:ext>
            </a:extLst>
          </p:cNvPr>
          <p:cNvSpPr>
            <a:spLocks noGrp="1"/>
          </p:cNvSpPr>
          <p:nvPr>
            <p:ph type="title"/>
          </p:nvPr>
        </p:nvSpPr>
        <p:spPr>
          <a:xfrm>
            <a:off x="1113810" y="2960716"/>
            <a:ext cx="4036334" cy="2387600"/>
          </a:xfrm>
        </p:spPr>
        <p:txBody>
          <a:bodyPr vert="horz" lIns="91440" tIns="45720" rIns="91440" bIns="45720" rtlCol="0" anchor="t">
            <a:normAutofit/>
          </a:bodyPr>
          <a:lstStyle/>
          <a:p>
            <a:br>
              <a:rPr lang="en-US" sz="5400" kern="1200" dirty="0">
                <a:solidFill>
                  <a:schemeClr val="tx1"/>
                </a:solidFill>
                <a:latin typeface="+mj-lt"/>
                <a:ea typeface="+mj-ea"/>
                <a:cs typeface="+mj-cs"/>
              </a:rPr>
            </a:br>
            <a:r>
              <a:rPr lang="en-GB" sz="4500" kern="1200" dirty="0">
                <a:solidFill>
                  <a:schemeClr val="tx1"/>
                </a:solidFill>
                <a:latin typeface="+mj-lt"/>
                <a:ea typeface="+mj-ea"/>
                <a:cs typeface="+mj-cs"/>
              </a:rPr>
              <a:t>Quick</a:t>
            </a:r>
            <a:r>
              <a:rPr lang="en-US" sz="4500" b="1" kern="1200" dirty="0">
                <a:solidFill>
                  <a:schemeClr val="tx1"/>
                </a:solidFill>
                <a:latin typeface="+mj-lt"/>
                <a:ea typeface="+mj-ea"/>
                <a:cs typeface="+mj-cs"/>
              </a:rPr>
              <a:t>Questions</a:t>
            </a:r>
            <a:endParaRPr lang="en-US" sz="4500" kern="1200" dirty="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11BF7CE8-258D-135C-DC5B-A31881A1D614}"/>
              </a:ext>
            </a:extLst>
          </p:cNvPr>
          <p:cNvSpPr>
            <a:spLocks noGrp="1"/>
          </p:cNvSpPr>
          <p:nvPr>
            <p:ph idx="13"/>
          </p:nvPr>
        </p:nvSpPr>
        <p:spPr>
          <a:xfrm>
            <a:off x="1113809" y="953037"/>
            <a:ext cx="4036333" cy="1709849"/>
          </a:xfrm>
        </p:spPr>
        <p:txBody>
          <a:bodyPr vert="horz" lIns="91440" tIns="45720" rIns="91440" bIns="45720" rtlCol="0" anchor="b">
            <a:normAutofit/>
          </a:bodyPr>
          <a:lstStyle/>
          <a:p>
            <a:pPr marL="0" indent="0"/>
            <a:r>
              <a:rPr lang="en-GB" sz="2000" b="1" kern="1200" dirty="0">
                <a:solidFill>
                  <a:schemeClr val="tx1"/>
                </a:solidFill>
                <a:latin typeface="+mn-lt"/>
                <a:ea typeface="+mn-ea"/>
                <a:cs typeface="+mn-cs"/>
              </a:rPr>
              <a:t>Get started here</a:t>
            </a:r>
            <a:endParaRPr lang="en-US" sz="2000" kern="1200" dirty="0">
              <a:solidFill>
                <a:schemeClr val="tx1"/>
              </a:solidFill>
              <a:latin typeface="+mn-lt"/>
              <a:ea typeface="+mn-ea"/>
              <a:cs typeface="+mn-cs"/>
            </a:endParaRPr>
          </a:p>
        </p:txBody>
      </p:sp>
      <p:pic>
        <p:nvPicPr>
          <p:cNvPr id="5" name="Picture 4">
            <a:extLst>
              <a:ext uri="{FF2B5EF4-FFF2-40B4-BE49-F238E27FC236}">
                <a16:creationId xmlns:a16="http://schemas.microsoft.com/office/drawing/2014/main" id="{65B57D10-5C4E-7670-63B0-D38036E5E10D}"/>
              </a:ext>
            </a:extLst>
          </p:cNvPr>
          <p:cNvPicPr>
            <a:picLocks noChangeAspect="1"/>
          </p:cNvPicPr>
          <p:nvPr/>
        </p:nvPicPr>
        <p:blipFill>
          <a:blip r:embed="rId2"/>
          <a:stretch>
            <a:fillRect/>
          </a:stretch>
        </p:blipFill>
        <p:spPr>
          <a:xfrm>
            <a:off x="5527705" y="223390"/>
            <a:ext cx="6392167" cy="6411220"/>
          </a:xfrm>
          <a:prstGeom prst="rect">
            <a:avLst/>
          </a:prstGeom>
        </p:spPr>
      </p:pic>
    </p:spTree>
    <p:extLst>
      <p:ext uri="{BB962C8B-B14F-4D97-AF65-F5344CB8AC3E}">
        <p14:creationId xmlns:p14="http://schemas.microsoft.com/office/powerpoint/2010/main" val="2565478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13CD-6858-70FE-2901-3A435F641F1B}"/>
              </a:ext>
            </a:extLst>
          </p:cNvPr>
          <p:cNvSpPr>
            <a:spLocks noGrp="1"/>
          </p:cNvSpPr>
          <p:nvPr>
            <p:ph type="title"/>
          </p:nvPr>
        </p:nvSpPr>
        <p:spPr/>
        <p:txBody>
          <a:bodyPr/>
          <a:lstStyle/>
          <a:p>
            <a:br>
              <a:rPr lang="en-GB" b="1" dirty="0"/>
            </a:br>
            <a:r>
              <a:rPr lang="en-GB" b="1" dirty="0"/>
              <a:t>What We Will Cover Today</a:t>
            </a:r>
            <a:endParaRPr lang="en-GB" dirty="0"/>
          </a:p>
        </p:txBody>
      </p:sp>
      <p:sp>
        <p:nvSpPr>
          <p:cNvPr id="3" name="Content Placeholder 2">
            <a:extLst>
              <a:ext uri="{FF2B5EF4-FFF2-40B4-BE49-F238E27FC236}">
                <a16:creationId xmlns:a16="http://schemas.microsoft.com/office/drawing/2014/main" id="{839AD960-211D-3ED0-0849-B1826F768D49}"/>
              </a:ext>
            </a:extLst>
          </p:cNvPr>
          <p:cNvSpPr>
            <a:spLocks noGrp="1"/>
          </p:cNvSpPr>
          <p:nvPr>
            <p:ph idx="1"/>
          </p:nvPr>
        </p:nvSpPr>
        <p:spPr/>
        <p:txBody>
          <a:bodyPr/>
          <a:lstStyle/>
          <a:p>
            <a:r>
              <a:rPr lang="en-US" dirty="0"/>
              <a:t>Copy editing in news media </a:t>
            </a:r>
          </a:p>
          <a:p>
            <a:r>
              <a:rPr lang="en-US" dirty="0"/>
              <a:t>Editing symbols and proofreading techniques </a:t>
            </a:r>
          </a:p>
          <a:p>
            <a:r>
              <a:rPr lang="en-US" dirty="0"/>
              <a:t>Headline writing for print and digital platforms </a:t>
            </a:r>
          </a:p>
          <a:p>
            <a:r>
              <a:rPr lang="en-US" dirty="0"/>
              <a:t>Caption writing for photographs </a:t>
            </a:r>
          </a:p>
          <a:p>
            <a:r>
              <a:rPr lang="en-US" dirty="0"/>
              <a:t>Integration of graphics into editorial content </a:t>
            </a:r>
          </a:p>
          <a:p>
            <a:r>
              <a:rPr lang="en-US" dirty="0"/>
              <a:t>Practical newsroom applications </a:t>
            </a:r>
          </a:p>
        </p:txBody>
      </p:sp>
      <p:sp>
        <p:nvSpPr>
          <p:cNvPr id="4" name="Content Placeholder 3">
            <a:extLst>
              <a:ext uri="{FF2B5EF4-FFF2-40B4-BE49-F238E27FC236}">
                <a16:creationId xmlns:a16="http://schemas.microsoft.com/office/drawing/2014/main" id="{CB699412-692C-D30D-A37F-E0E737163654}"/>
              </a:ext>
            </a:extLst>
          </p:cNvPr>
          <p:cNvSpPr>
            <a:spLocks noGrp="1"/>
          </p:cNvSpPr>
          <p:nvPr>
            <p:ph idx="13"/>
          </p:nvPr>
        </p:nvSpPr>
        <p:spPr/>
        <p:txBody>
          <a:bodyPr/>
          <a:lstStyle/>
          <a:p>
            <a:endParaRPr lang="en-GB"/>
          </a:p>
        </p:txBody>
      </p:sp>
      <p:sp>
        <p:nvSpPr>
          <p:cNvPr id="5" name="TextBox 4">
            <a:extLst>
              <a:ext uri="{FF2B5EF4-FFF2-40B4-BE49-F238E27FC236}">
                <a16:creationId xmlns:a16="http://schemas.microsoft.com/office/drawing/2014/main" id="{D0DC9949-75FA-FD13-B2A5-6B68C3A5B44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826128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13CD-6858-70FE-2901-3A435F641F1B}"/>
              </a:ext>
            </a:extLst>
          </p:cNvPr>
          <p:cNvSpPr>
            <a:spLocks noGrp="1"/>
          </p:cNvSpPr>
          <p:nvPr>
            <p:ph type="title"/>
          </p:nvPr>
        </p:nvSpPr>
        <p:spPr/>
        <p:txBody>
          <a:bodyPr/>
          <a:lstStyle/>
          <a:p>
            <a:r>
              <a:rPr lang="en-GB" b="1" dirty="0"/>
              <a:t>Objectives </a:t>
            </a:r>
            <a:endParaRPr lang="en-GB" dirty="0"/>
          </a:p>
        </p:txBody>
      </p:sp>
      <p:sp>
        <p:nvSpPr>
          <p:cNvPr id="3" name="Content Placeholder 2">
            <a:extLst>
              <a:ext uri="{FF2B5EF4-FFF2-40B4-BE49-F238E27FC236}">
                <a16:creationId xmlns:a16="http://schemas.microsoft.com/office/drawing/2014/main" id="{839AD960-211D-3ED0-0849-B1826F768D49}"/>
              </a:ext>
            </a:extLst>
          </p:cNvPr>
          <p:cNvSpPr>
            <a:spLocks noGrp="1"/>
          </p:cNvSpPr>
          <p:nvPr>
            <p:ph idx="1"/>
          </p:nvPr>
        </p:nvSpPr>
        <p:spPr/>
        <p:txBody>
          <a:bodyPr/>
          <a:lstStyle/>
          <a:p>
            <a:pPr lvl="0"/>
            <a:r>
              <a:rPr lang="en-GB" dirty="0"/>
              <a:t>Edit news copy using standard proofreading symbols.</a:t>
            </a:r>
          </a:p>
          <a:p>
            <a:pPr lvl="0"/>
            <a:r>
              <a:rPr lang="en-GB" dirty="0"/>
              <a:t>Apply principles of clarity, accuracy, and conciseness.</a:t>
            </a:r>
          </a:p>
          <a:p>
            <a:pPr lvl="0"/>
            <a:r>
              <a:rPr lang="en-GB" dirty="0"/>
              <a:t>Write professional headlines for newspapers and online media.</a:t>
            </a:r>
          </a:p>
          <a:p>
            <a:pPr lvl="0"/>
            <a:r>
              <a:rPr lang="en-GB" dirty="0"/>
              <a:t>Develop informative captions for photographs.</a:t>
            </a:r>
          </a:p>
          <a:p>
            <a:pPr lvl="0"/>
            <a:r>
              <a:rPr lang="en-GB" dirty="0"/>
              <a:t>Integrate text and graphics effectively in media publications.</a:t>
            </a:r>
          </a:p>
          <a:p>
            <a:pPr lvl="0"/>
            <a:r>
              <a:rPr lang="en-GB" dirty="0"/>
              <a:t>Demonstrate the use of digital editing tools.</a:t>
            </a:r>
          </a:p>
        </p:txBody>
      </p:sp>
      <p:sp>
        <p:nvSpPr>
          <p:cNvPr id="4" name="Content Placeholder 3">
            <a:extLst>
              <a:ext uri="{FF2B5EF4-FFF2-40B4-BE49-F238E27FC236}">
                <a16:creationId xmlns:a16="http://schemas.microsoft.com/office/drawing/2014/main" id="{CB699412-692C-D30D-A37F-E0E737163654}"/>
              </a:ext>
            </a:extLst>
          </p:cNvPr>
          <p:cNvSpPr>
            <a:spLocks noGrp="1"/>
          </p:cNvSpPr>
          <p:nvPr>
            <p:ph idx="13"/>
          </p:nvPr>
        </p:nvSpPr>
        <p:spPr/>
        <p:txBody>
          <a:bodyPr/>
          <a:lstStyle/>
          <a:p>
            <a:r>
              <a:rPr lang="en-GB" dirty="0"/>
              <a:t>By the end of this session, you should be able to:</a:t>
            </a:r>
          </a:p>
        </p:txBody>
      </p:sp>
      <p:sp>
        <p:nvSpPr>
          <p:cNvPr id="5" name="TextBox 4">
            <a:extLst>
              <a:ext uri="{FF2B5EF4-FFF2-40B4-BE49-F238E27FC236}">
                <a16:creationId xmlns:a16="http://schemas.microsoft.com/office/drawing/2014/main" id="{D0DC9949-75FA-FD13-B2A5-6B68C3A5B44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44655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92E2-D2E7-27FD-730B-EE7FD3F7BD28}"/>
              </a:ext>
            </a:extLst>
          </p:cNvPr>
          <p:cNvSpPr>
            <a:spLocks noGrp="1"/>
          </p:cNvSpPr>
          <p:nvPr>
            <p:ph type="title"/>
          </p:nvPr>
        </p:nvSpPr>
        <p:spPr/>
        <p:txBody>
          <a:bodyPr>
            <a:normAutofit/>
          </a:bodyPr>
          <a:lstStyle/>
          <a:p>
            <a:br>
              <a:rPr lang="en-US" dirty="0"/>
            </a:br>
            <a:r>
              <a:rPr lang="en-US" b="1" dirty="0"/>
              <a:t>Copy Editing in Communication</a:t>
            </a:r>
            <a:endParaRPr lang="en-GB" dirty="0"/>
          </a:p>
        </p:txBody>
      </p:sp>
      <p:sp>
        <p:nvSpPr>
          <p:cNvPr id="3" name="Content Placeholder 2">
            <a:extLst>
              <a:ext uri="{FF2B5EF4-FFF2-40B4-BE49-F238E27FC236}">
                <a16:creationId xmlns:a16="http://schemas.microsoft.com/office/drawing/2014/main" id="{4AB0D9CC-3159-FF07-E488-6D99E477D816}"/>
              </a:ext>
            </a:extLst>
          </p:cNvPr>
          <p:cNvSpPr>
            <a:spLocks noGrp="1"/>
          </p:cNvSpPr>
          <p:nvPr>
            <p:ph idx="1"/>
          </p:nvPr>
        </p:nvSpPr>
        <p:spPr>
          <a:xfrm>
            <a:off x="838200" y="2547891"/>
            <a:ext cx="9456506" cy="3629072"/>
          </a:xfrm>
        </p:spPr>
        <p:txBody>
          <a:bodyPr>
            <a:normAutofit lnSpcReduction="10000"/>
          </a:bodyPr>
          <a:lstStyle/>
          <a:p>
            <a:pPr marL="0" indent="0">
              <a:buNone/>
            </a:pPr>
            <a:r>
              <a:rPr lang="en-US" dirty="0"/>
              <a:t>Copy editing is the process of refining written material to ensure clarity, accuracy, consistency, and readiness for publication.</a:t>
            </a:r>
          </a:p>
          <a:p>
            <a:pPr marL="0" indent="0">
              <a:buNone/>
            </a:pPr>
            <a:r>
              <a:rPr lang="en-US" b="1" dirty="0"/>
              <a:t>Focus on</a:t>
            </a:r>
            <a:r>
              <a:rPr lang="en-US" b="1" dirty="0">
                <a:solidFill>
                  <a:srgbClr val="FF0000"/>
                </a:solidFill>
              </a:rPr>
              <a:t> Editing and Graphics of Communication</a:t>
            </a:r>
            <a:r>
              <a:rPr lang="en-US" b="1" dirty="0"/>
              <a:t>:</a:t>
            </a:r>
            <a:endParaRPr lang="en-US" dirty="0"/>
          </a:p>
          <a:p>
            <a:r>
              <a:rPr lang="en-US" dirty="0"/>
              <a:t>News media style </a:t>
            </a:r>
          </a:p>
          <a:p>
            <a:r>
              <a:rPr lang="en-US" dirty="0"/>
              <a:t>Editorial standards </a:t>
            </a:r>
          </a:p>
          <a:p>
            <a:r>
              <a:rPr lang="en-US" dirty="0"/>
              <a:t>Integration with graphics </a:t>
            </a:r>
          </a:p>
          <a:p>
            <a:r>
              <a:rPr lang="en-US" dirty="0"/>
              <a:t>Preparation for print and digital publication</a:t>
            </a:r>
          </a:p>
        </p:txBody>
      </p:sp>
      <p:sp>
        <p:nvSpPr>
          <p:cNvPr id="4" name="Content Placeholder 3">
            <a:extLst>
              <a:ext uri="{FF2B5EF4-FFF2-40B4-BE49-F238E27FC236}">
                <a16:creationId xmlns:a16="http://schemas.microsoft.com/office/drawing/2014/main" id="{3D9AC6F8-C187-0B3A-8BBE-599DA3D68400}"/>
              </a:ext>
            </a:extLst>
          </p:cNvPr>
          <p:cNvSpPr>
            <a:spLocks noGrp="1"/>
          </p:cNvSpPr>
          <p:nvPr>
            <p:ph idx="13"/>
          </p:nvPr>
        </p:nvSpPr>
        <p:spPr/>
        <p:txBody>
          <a:bodyPr/>
          <a:lstStyle/>
          <a:p>
            <a:r>
              <a:rPr lang="en-US" b="1" dirty="0"/>
              <a:t>Definition &amp; Scoping</a:t>
            </a:r>
            <a:endParaRPr lang="en-GB" b="1" dirty="0"/>
          </a:p>
        </p:txBody>
      </p:sp>
      <p:sp>
        <p:nvSpPr>
          <p:cNvPr id="6" name="TextBox 5">
            <a:extLst>
              <a:ext uri="{FF2B5EF4-FFF2-40B4-BE49-F238E27FC236}">
                <a16:creationId xmlns:a16="http://schemas.microsoft.com/office/drawing/2014/main" id="{862CAC9B-D645-4E29-7546-3CB353BD8C85}"/>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51912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92E2-D2E7-27FD-730B-EE7FD3F7BD28}"/>
              </a:ext>
            </a:extLst>
          </p:cNvPr>
          <p:cNvSpPr>
            <a:spLocks noGrp="1"/>
          </p:cNvSpPr>
          <p:nvPr>
            <p:ph type="title"/>
          </p:nvPr>
        </p:nvSpPr>
        <p:spPr/>
        <p:txBody>
          <a:bodyPr/>
          <a:lstStyle/>
          <a:p>
            <a:r>
              <a:rPr lang="en-GB" b="1" dirty="0"/>
              <a:t>Principles of Effective Editing</a:t>
            </a:r>
            <a:endParaRPr lang="en-GB" dirty="0"/>
          </a:p>
        </p:txBody>
      </p:sp>
      <p:sp>
        <p:nvSpPr>
          <p:cNvPr id="3" name="Content Placeholder 2">
            <a:extLst>
              <a:ext uri="{FF2B5EF4-FFF2-40B4-BE49-F238E27FC236}">
                <a16:creationId xmlns:a16="http://schemas.microsoft.com/office/drawing/2014/main" id="{4AB0D9CC-3159-FF07-E488-6D99E477D816}"/>
              </a:ext>
            </a:extLst>
          </p:cNvPr>
          <p:cNvSpPr>
            <a:spLocks noGrp="1"/>
          </p:cNvSpPr>
          <p:nvPr>
            <p:ph idx="1"/>
          </p:nvPr>
        </p:nvSpPr>
        <p:spPr>
          <a:xfrm>
            <a:off x="838200" y="2547891"/>
            <a:ext cx="9456506" cy="3629072"/>
          </a:xfrm>
        </p:spPr>
        <p:txBody>
          <a:bodyPr>
            <a:normAutofit/>
          </a:bodyPr>
          <a:lstStyle/>
          <a:p>
            <a:pPr lvl="0"/>
            <a:r>
              <a:rPr lang="en-GB" b="1" dirty="0"/>
              <a:t>Clarity:</a:t>
            </a:r>
            <a:r>
              <a:rPr lang="en-GB" dirty="0"/>
              <a:t> Ensures easy understanding</a:t>
            </a:r>
          </a:p>
          <a:p>
            <a:pPr lvl="0"/>
            <a:r>
              <a:rPr lang="en-GB" b="1" dirty="0"/>
              <a:t>Accuracy:</a:t>
            </a:r>
            <a:r>
              <a:rPr lang="en-GB" dirty="0"/>
              <a:t> Guarantees factual correctness</a:t>
            </a:r>
          </a:p>
          <a:p>
            <a:pPr lvl="0"/>
            <a:r>
              <a:rPr lang="en-GB" b="1" dirty="0"/>
              <a:t>Conciseness:</a:t>
            </a:r>
            <a:r>
              <a:rPr lang="en-GB" dirty="0"/>
              <a:t> Eliminates redundancy</a:t>
            </a:r>
          </a:p>
          <a:p>
            <a:pPr lvl="0"/>
            <a:r>
              <a:rPr lang="en-GB" b="1" dirty="0"/>
              <a:t>Consistency:</a:t>
            </a:r>
            <a:r>
              <a:rPr lang="en-GB" dirty="0"/>
              <a:t> Maintains uniform style</a:t>
            </a:r>
          </a:p>
          <a:p>
            <a:pPr lvl="0"/>
            <a:r>
              <a:rPr lang="en-GB" b="1" dirty="0"/>
              <a:t>Objectivity:</a:t>
            </a:r>
            <a:r>
              <a:rPr lang="en-GB" dirty="0"/>
              <a:t> Preserves neutrality</a:t>
            </a:r>
          </a:p>
          <a:p>
            <a:pPr lvl="0"/>
            <a:r>
              <a:rPr lang="en-GB" b="1" dirty="0"/>
              <a:t>Completeness:</a:t>
            </a:r>
            <a:r>
              <a:rPr lang="en-GB" dirty="0"/>
              <a:t> Provides sufficient information</a:t>
            </a:r>
          </a:p>
        </p:txBody>
      </p:sp>
      <p:sp>
        <p:nvSpPr>
          <p:cNvPr id="4" name="Content Placeholder 3">
            <a:extLst>
              <a:ext uri="{FF2B5EF4-FFF2-40B4-BE49-F238E27FC236}">
                <a16:creationId xmlns:a16="http://schemas.microsoft.com/office/drawing/2014/main" id="{3D9AC6F8-C187-0B3A-8BBE-599DA3D68400}"/>
              </a:ext>
            </a:extLst>
          </p:cNvPr>
          <p:cNvSpPr>
            <a:spLocks noGrp="1"/>
          </p:cNvSpPr>
          <p:nvPr>
            <p:ph idx="13"/>
          </p:nvPr>
        </p:nvSpPr>
        <p:spPr/>
        <p:txBody>
          <a:bodyPr/>
          <a:lstStyle/>
          <a:p>
            <a:endParaRPr lang="en-GB" dirty="0"/>
          </a:p>
        </p:txBody>
      </p:sp>
      <p:sp>
        <p:nvSpPr>
          <p:cNvPr id="6" name="TextBox 5">
            <a:extLst>
              <a:ext uri="{FF2B5EF4-FFF2-40B4-BE49-F238E27FC236}">
                <a16:creationId xmlns:a16="http://schemas.microsoft.com/office/drawing/2014/main" id="{862CAC9B-D645-4E29-7546-3CB353BD8C85}"/>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635970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2216B-81DA-09F9-7A47-22BC2921C5A4}"/>
              </a:ext>
            </a:extLst>
          </p:cNvPr>
          <p:cNvSpPr>
            <a:spLocks noGrp="1"/>
          </p:cNvSpPr>
          <p:nvPr>
            <p:ph type="title"/>
          </p:nvPr>
        </p:nvSpPr>
        <p:spPr/>
        <p:txBody>
          <a:bodyPr/>
          <a:lstStyle/>
          <a:p>
            <a:r>
              <a:rPr lang="en-GB" b="1" dirty="0"/>
              <a:t>Editing Symbols in Practice</a:t>
            </a:r>
          </a:p>
        </p:txBody>
      </p:sp>
      <p:sp>
        <p:nvSpPr>
          <p:cNvPr id="3" name="Content Placeholder 2">
            <a:extLst>
              <a:ext uri="{FF2B5EF4-FFF2-40B4-BE49-F238E27FC236}">
                <a16:creationId xmlns:a16="http://schemas.microsoft.com/office/drawing/2014/main" id="{CFFB85CC-F198-8877-59DB-88418F9BFA49}"/>
              </a:ext>
            </a:extLst>
          </p:cNvPr>
          <p:cNvSpPr>
            <a:spLocks noGrp="1"/>
          </p:cNvSpPr>
          <p:nvPr>
            <p:ph idx="1"/>
          </p:nvPr>
        </p:nvSpPr>
        <p:spPr>
          <a:xfrm>
            <a:off x="838200" y="2547891"/>
            <a:ext cx="9929117" cy="3629072"/>
          </a:xfrm>
        </p:spPr>
        <p:txBody>
          <a:bodyPr>
            <a:normAutofit/>
          </a:bodyPr>
          <a:lstStyle/>
          <a:p>
            <a:pPr marL="0" indent="0">
              <a:buNone/>
            </a:pPr>
            <a:endParaRPr lang="en-US"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altLang="en-US" b="1" dirty="0">
                <a:latin typeface="Aptos" panose="020B0004020202020204" pitchFamily="34" charset="0"/>
                <a:ea typeface="Aptos" panose="020B0004020202020204" pitchFamily="34" charset="0"/>
                <a:cs typeface="Arial" panose="020B0604020202020204" pitchFamily="34" charset="0"/>
              </a:rPr>
              <a:t>Application:</a:t>
            </a:r>
            <a:r>
              <a:rPr lang="en-GB" altLang="en-US" dirty="0">
                <a:latin typeface="Aptos" panose="020B0004020202020204" pitchFamily="34" charset="0"/>
                <a:ea typeface="Aptos" panose="020B0004020202020204" pitchFamily="34" charset="0"/>
                <a:cs typeface="Arial" panose="020B0604020202020204" pitchFamily="34" charset="0"/>
              </a:rPr>
              <a:t> Used in preparing manuscripts for publication.</a:t>
            </a:r>
            <a:endParaRPr lang="en-GB" altLang="en-US" sz="4000" dirty="0">
              <a:latin typeface="Arial" panose="020B0604020202020204" pitchFamily="34" charset="0"/>
            </a:endParaRPr>
          </a:p>
          <a:p>
            <a:pPr marL="0" indent="0">
              <a:buNone/>
            </a:pPr>
            <a:endParaRPr lang="en-GB" dirty="0"/>
          </a:p>
        </p:txBody>
      </p:sp>
      <p:sp>
        <p:nvSpPr>
          <p:cNvPr id="4" name="Content Placeholder 3">
            <a:extLst>
              <a:ext uri="{FF2B5EF4-FFF2-40B4-BE49-F238E27FC236}">
                <a16:creationId xmlns:a16="http://schemas.microsoft.com/office/drawing/2014/main" id="{3A6CD5CD-F8F2-86E0-83D1-C61C535B2D47}"/>
              </a:ext>
            </a:extLst>
          </p:cNvPr>
          <p:cNvSpPr>
            <a:spLocks noGrp="1"/>
          </p:cNvSpPr>
          <p:nvPr>
            <p:ph idx="13"/>
          </p:nvPr>
        </p:nvSpPr>
        <p:spPr/>
        <p:txBody>
          <a:bodyPr/>
          <a:lstStyle/>
          <a:p>
            <a:r>
              <a:rPr lang="en-GB" b="1" dirty="0"/>
              <a:t>Common proofreading symbols used in newsrooms include:</a:t>
            </a:r>
          </a:p>
          <a:p>
            <a:endParaRPr lang="en-GB" b="1" dirty="0"/>
          </a:p>
        </p:txBody>
      </p:sp>
      <p:sp>
        <p:nvSpPr>
          <p:cNvPr id="6" name="TextBox 5">
            <a:extLst>
              <a:ext uri="{FF2B5EF4-FFF2-40B4-BE49-F238E27FC236}">
                <a16:creationId xmlns:a16="http://schemas.microsoft.com/office/drawing/2014/main" id="{FBF14E6A-3718-B3C2-C750-C91F6E5BFB9D}"/>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graphicFrame>
        <p:nvGraphicFramePr>
          <p:cNvPr id="5" name="Table 4">
            <a:extLst>
              <a:ext uri="{FF2B5EF4-FFF2-40B4-BE49-F238E27FC236}">
                <a16:creationId xmlns:a16="http://schemas.microsoft.com/office/drawing/2014/main" id="{7C45D8AA-2820-9F57-D16C-8B28ACD4C294}"/>
              </a:ext>
            </a:extLst>
          </p:cNvPr>
          <p:cNvGraphicFramePr>
            <a:graphicFrameLocks noGrp="1"/>
          </p:cNvGraphicFramePr>
          <p:nvPr>
            <p:extLst>
              <p:ext uri="{D42A27DB-BD31-4B8C-83A1-F6EECF244321}">
                <p14:modId xmlns:p14="http://schemas.microsoft.com/office/powerpoint/2010/main" val="3104418460"/>
              </p:ext>
            </p:extLst>
          </p:nvPr>
        </p:nvGraphicFramePr>
        <p:xfrm>
          <a:off x="1012053" y="2368503"/>
          <a:ext cx="9507986" cy="3100144"/>
        </p:xfrm>
        <a:graphic>
          <a:graphicData uri="http://schemas.openxmlformats.org/drawingml/2006/table">
            <a:tbl>
              <a:tblPr firstRow="1" firstCol="1" bandRow="1">
                <a:tableStyleId>{5C22544A-7EE6-4342-B048-85BDC9FD1C3A}</a:tableStyleId>
              </a:tblPr>
              <a:tblGrid>
                <a:gridCol w="4753993">
                  <a:extLst>
                    <a:ext uri="{9D8B030D-6E8A-4147-A177-3AD203B41FA5}">
                      <a16:colId xmlns:a16="http://schemas.microsoft.com/office/drawing/2014/main" val="1710561597"/>
                    </a:ext>
                  </a:extLst>
                </a:gridCol>
                <a:gridCol w="4753993">
                  <a:extLst>
                    <a:ext uri="{9D8B030D-6E8A-4147-A177-3AD203B41FA5}">
                      <a16:colId xmlns:a16="http://schemas.microsoft.com/office/drawing/2014/main" val="839831857"/>
                    </a:ext>
                  </a:extLst>
                </a:gridCol>
              </a:tblGrid>
              <a:tr h="387518">
                <a:tc>
                  <a:txBody>
                    <a:bodyPr/>
                    <a:lstStyle/>
                    <a:p>
                      <a:pPr marL="0" marR="0">
                        <a:lnSpc>
                          <a:spcPct val="115000"/>
                        </a:lnSpc>
                        <a:spcAft>
                          <a:spcPts val="800"/>
                        </a:spcAft>
                        <a:buNone/>
                      </a:pPr>
                      <a:r>
                        <a:rPr lang="en-GB" sz="1200" dirty="0">
                          <a:solidFill>
                            <a:srgbClr val="002060"/>
                          </a:solidFill>
                          <a:effectLst/>
                        </a:rPr>
                        <a:t>Symbol Function</a:t>
                      </a:r>
                      <a:endParaRPr lang="en-GB" sz="1200" dirty="0">
                        <a:solidFill>
                          <a:srgbClr val="002060"/>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GB" sz="1200" dirty="0">
                          <a:solidFill>
                            <a:srgbClr val="002060"/>
                          </a:solidFill>
                          <a:effectLst/>
                        </a:rPr>
                        <a:t>Meaning</a:t>
                      </a:r>
                      <a:endParaRPr lang="en-GB" sz="1200" dirty="0">
                        <a:solidFill>
                          <a:srgbClr val="002060"/>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172050486"/>
                  </a:ext>
                </a:extLst>
              </a:tr>
              <a:tr h="387518">
                <a:tc>
                  <a:txBody>
                    <a:bodyPr/>
                    <a:lstStyle/>
                    <a:p>
                      <a:pPr marL="0" marR="0">
                        <a:lnSpc>
                          <a:spcPct val="115000"/>
                        </a:lnSpc>
                        <a:spcAft>
                          <a:spcPts val="800"/>
                        </a:spcAft>
                        <a:buNone/>
                      </a:pPr>
                      <a:r>
                        <a:rPr lang="en-GB" sz="1200" dirty="0">
                          <a:solidFill>
                            <a:schemeClr val="tx1"/>
                          </a:solidFill>
                          <a:effectLst/>
                        </a:rPr>
                        <a:t>Delete</a:t>
                      </a:r>
                      <a:endParaRPr lang="en-GB" sz="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GB" sz="1200">
                          <a:solidFill>
                            <a:schemeClr val="tx1"/>
                          </a:solidFill>
                          <a:effectLst/>
                        </a:rPr>
                        <a:t>Remove text</a:t>
                      </a:r>
                      <a:endParaRPr lang="en-GB" sz="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393960945"/>
                  </a:ext>
                </a:extLst>
              </a:tr>
              <a:tr h="387518">
                <a:tc>
                  <a:txBody>
                    <a:bodyPr/>
                    <a:lstStyle/>
                    <a:p>
                      <a:pPr marL="0" marR="0">
                        <a:lnSpc>
                          <a:spcPct val="115000"/>
                        </a:lnSpc>
                        <a:spcAft>
                          <a:spcPts val="800"/>
                        </a:spcAft>
                        <a:buNone/>
                      </a:pPr>
                      <a:r>
                        <a:rPr lang="en-GB" sz="1200">
                          <a:solidFill>
                            <a:schemeClr val="tx1"/>
                          </a:solidFill>
                          <a:effectLst/>
                        </a:rPr>
                        <a:t>Insert</a:t>
                      </a:r>
                      <a:endParaRPr lang="en-GB" sz="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GB" sz="1200" dirty="0">
                          <a:solidFill>
                            <a:schemeClr val="tx1"/>
                          </a:solidFill>
                          <a:effectLst/>
                        </a:rPr>
                        <a:t>Add missing text</a:t>
                      </a:r>
                      <a:endParaRPr lang="en-GB" sz="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132797782"/>
                  </a:ext>
                </a:extLst>
              </a:tr>
              <a:tr h="387518">
                <a:tc>
                  <a:txBody>
                    <a:bodyPr/>
                    <a:lstStyle/>
                    <a:p>
                      <a:pPr marL="0" marR="0">
                        <a:lnSpc>
                          <a:spcPct val="115000"/>
                        </a:lnSpc>
                        <a:spcAft>
                          <a:spcPts val="800"/>
                        </a:spcAft>
                        <a:buNone/>
                      </a:pPr>
                      <a:r>
                        <a:rPr lang="en-GB" sz="1200" dirty="0">
                          <a:solidFill>
                            <a:schemeClr val="tx1"/>
                          </a:solidFill>
                          <a:effectLst/>
                        </a:rPr>
                        <a:t>Transpose</a:t>
                      </a:r>
                      <a:endParaRPr lang="en-GB" sz="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GB" sz="1200" dirty="0">
                          <a:solidFill>
                            <a:schemeClr val="tx1"/>
                          </a:solidFill>
                          <a:effectLst/>
                        </a:rPr>
                        <a:t>Reverse word order</a:t>
                      </a:r>
                      <a:endParaRPr lang="en-GB" sz="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677199770"/>
                  </a:ext>
                </a:extLst>
              </a:tr>
              <a:tr h="387518">
                <a:tc>
                  <a:txBody>
                    <a:bodyPr/>
                    <a:lstStyle/>
                    <a:p>
                      <a:pPr marL="0" marR="0">
                        <a:lnSpc>
                          <a:spcPct val="115000"/>
                        </a:lnSpc>
                        <a:spcAft>
                          <a:spcPts val="800"/>
                        </a:spcAft>
                        <a:buNone/>
                      </a:pPr>
                      <a:r>
                        <a:rPr lang="en-GB" sz="1200" dirty="0">
                          <a:solidFill>
                            <a:schemeClr val="tx1"/>
                          </a:solidFill>
                          <a:effectLst/>
                        </a:rPr>
                        <a:t>Stet</a:t>
                      </a:r>
                      <a:endParaRPr lang="en-GB" sz="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GB" sz="1200" dirty="0">
                          <a:solidFill>
                            <a:schemeClr val="tx1"/>
                          </a:solidFill>
                          <a:effectLst/>
                        </a:rPr>
                        <a:t>Let it stand</a:t>
                      </a:r>
                      <a:endParaRPr lang="en-GB" sz="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803895642"/>
                  </a:ext>
                </a:extLst>
              </a:tr>
              <a:tr h="387518">
                <a:tc>
                  <a:txBody>
                    <a:bodyPr/>
                    <a:lstStyle/>
                    <a:p>
                      <a:pPr marL="0" marR="0">
                        <a:lnSpc>
                          <a:spcPct val="115000"/>
                        </a:lnSpc>
                        <a:spcAft>
                          <a:spcPts val="800"/>
                        </a:spcAft>
                        <a:buNone/>
                      </a:pPr>
                      <a:r>
                        <a:rPr lang="en-GB" sz="1200" dirty="0">
                          <a:solidFill>
                            <a:schemeClr val="tx1"/>
                          </a:solidFill>
                          <a:effectLst/>
                        </a:rPr>
                        <a:t>New Paragraph</a:t>
                      </a:r>
                      <a:endParaRPr lang="en-GB" sz="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GB" sz="1200" dirty="0">
                          <a:solidFill>
                            <a:schemeClr val="tx1"/>
                          </a:solidFill>
                          <a:effectLst/>
                        </a:rPr>
                        <a:t>Begin a new paragraph</a:t>
                      </a:r>
                      <a:endParaRPr lang="en-GB" sz="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716597376"/>
                  </a:ext>
                </a:extLst>
              </a:tr>
              <a:tr h="387518">
                <a:tc>
                  <a:txBody>
                    <a:bodyPr/>
                    <a:lstStyle/>
                    <a:p>
                      <a:pPr marL="0" marR="0">
                        <a:lnSpc>
                          <a:spcPct val="115000"/>
                        </a:lnSpc>
                        <a:spcAft>
                          <a:spcPts val="800"/>
                        </a:spcAft>
                        <a:buNone/>
                      </a:pPr>
                      <a:r>
                        <a:rPr lang="en-GB" sz="1200">
                          <a:solidFill>
                            <a:schemeClr val="tx1"/>
                          </a:solidFill>
                          <a:effectLst/>
                        </a:rPr>
                        <a:t>Capitalise</a:t>
                      </a:r>
                      <a:endParaRPr lang="en-GB" sz="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GB" sz="1200" dirty="0">
                          <a:solidFill>
                            <a:schemeClr val="tx1"/>
                          </a:solidFill>
                          <a:effectLst/>
                        </a:rPr>
                        <a:t>Use uppercase</a:t>
                      </a:r>
                      <a:endParaRPr lang="en-GB" sz="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526208437"/>
                  </a:ext>
                </a:extLst>
              </a:tr>
              <a:tr h="387518">
                <a:tc>
                  <a:txBody>
                    <a:bodyPr/>
                    <a:lstStyle/>
                    <a:p>
                      <a:pPr marL="0" marR="0">
                        <a:lnSpc>
                          <a:spcPct val="115000"/>
                        </a:lnSpc>
                        <a:spcAft>
                          <a:spcPts val="800"/>
                        </a:spcAft>
                        <a:buNone/>
                      </a:pPr>
                      <a:r>
                        <a:rPr lang="en-GB" sz="1200">
                          <a:solidFill>
                            <a:schemeClr val="tx1"/>
                          </a:solidFill>
                          <a:effectLst/>
                        </a:rPr>
                        <a:t>Lowercase</a:t>
                      </a:r>
                      <a:endParaRPr lang="en-GB" sz="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GB" sz="1200" dirty="0">
                          <a:solidFill>
                            <a:schemeClr val="tx1"/>
                          </a:solidFill>
                          <a:effectLst/>
                        </a:rPr>
                        <a:t>Use lowercase</a:t>
                      </a:r>
                      <a:endParaRPr lang="en-GB" sz="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783997436"/>
                  </a:ext>
                </a:extLst>
              </a:tr>
            </a:tbl>
          </a:graphicData>
        </a:graphic>
      </p:graphicFrame>
    </p:spTree>
    <p:extLst>
      <p:ext uri="{BB962C8B-B14F-4D97-AF65-F5344CB8AC3E}">
        <p14:creationId xmlns:p14="http://schemas.microsoft.com/office/powerpoint/2010/main" val="2967033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80854-DC82-BCA4-5C8D-6F46A9F03999}"/>
              </a:ext>
            </a:extLst>
          </p:cNvPr>
          <p:cNvSpPr>
            <a:spLocks noGrp="1"/>
          </p:cNvSpPr>
          <p:nvPr>
            <p:ph type="title"/>
          </p:nvPr>
        </p:nvSpPr>
        <p:spPr/>
        <p:txBody>
          <a:bodyPr/>
          <a:lstStyle/>
          <a:p>
            <a:r>
              <a:rPr lang="en-GB" b="1" dirty="0"/>
              <a:t>Practical Copy Editing Exercise</a:t>
            </a:r>
          </a:p>
        </p:txBody>
      </p:sp>
      <p:sp>
        <p:nvSpPr>
          <p:cNvPr id="3" name="Content Placeholder 2">
            <a:extLst>
              <a:ext uri="{FF2B5EF4-FFF2-40B4-BE49-F238E27FC236}">
                <a16:creationId xmlns:a16="http://schemas.microsoft.com/office/drawing/2014/main" id="{1D921AE2-D4D5-77A5-DE43-C0EAEA18162A}"/>
              </a:ext>
            </a:extLst>
          </p:cNvPr>
          <p:cNvSpPr>
            <a:spLocks noGrp="1"/>
          </p:cNvSpPr>
          <p:nvPr>
            <p:ph idx="1"/>
          </p:nvPr>
        </p:nvSpPr>
        <p:spPr/>
        <p:txBody>
          <a:bodyPr>
            <a:normAutofit/>
          </a:bodyPr>
          <a:lstStyle/>
          <a:p>
            <a:pPr marL="0" indent="0">
              <a:buNone/>
            </a:pPr>
            <a:r>
              <a:rPr lang="en-GB" dirty="0"/>
              <a:t>the federal government have introduce a new policy to improve education sector in </a:t>
            </a:r>
            <a:r>
              <a:rPr lang="en-GB" dirty="0" err="1"/>
              <a:t>nigeria</a:t>
            </a:r>
            <a:r>
              <a:rPr lang="en-GB" dirty="0"/>
              <a:t> but many school is not </a:t>
            </a:r>
            <a:r>
              <a:rPr lang="en-GB" dirty="0" err="1"/>
              <a:t>equiped</a:t>
            </a:r>
            <a:r>
              <a:rPr lang="en-GB" dirty="0"/>
              <a:t> for immediate implementation.</a:t>
            </a:r>
          </a:p>
        </p:txBody>
      </p:sp>
      <p:sp>
        <p:nvSpPr>
          <p:cNvPr id="4" name="Content Placeholder 3">
            <a:extLst>
              <a:ext uri="{FF2B5EF4-FFF2-40B4-BE49-F238E27FC236}">
                <a16:creationId xmlns:a16="http://schemas.microsoft.com/office/drawing/2014/main" id="{92911057-6FA5-3193-1AF3-7CEC50B6569D}"/>
              </a:ext>
            </a:extLst>
          </p:cNvPr>
          <p:cNvSpPr>
            <a:spLocks noGrp="1"/>
          </p:cNvSpPr>
          <p:nvPr>
            <p:ph idx="13"/>
          </p:nvPr>
        </p:nvSpPr>
        <p:spPr/>
        <p:txBody>
          <a:bodyPr/>
          <a:lstStyle/>
          <a:p>
            <a:r>
              <a:rPr lang="en-GB" b="1" dirty="0"/>
              <a:t>Raw Copy:</a:t>
            </a:r>
            <a:endParaRPr lang="en-GB" dirty="0"/>
          </a:p>
        </p:txBody>
      </p:sp>
      <p:sp>
        <p:nvSpPr>
          <p:cNvPr id="6" name="TextBox 5">
            <a:extLst>
              <a:ext uri="{FF2B5EF4-FFF2-40B4-BE49-F238E27FC236}">
                <a16:creationId xmlns:a16="http://schemas.microsoft.com/office/drawing/2014/main" id="{8B3EE7C7-C5BE-75AD-5F25-65C58A244D33}"/>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60640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BDDE0-51FA-F8F4-4FB5-6E94EA8F8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2D2AC1-DCDA-F5B3-81F3-720FCA11B647}"/>
              </a:ext>
            </a:extLst>
          </p:cNvPr>
          <p:cNvSpPr>
            <a:spLocks noGrp="1"/>
          </p:cNvSpPr>
          <p:nvPr>
            <p:ph type="title"/>
          </p:nvPr>
        </p:nvSpPr>
        <p:spPr/>
        <p:txBody>
          <a:bodyPr/>
          <a:lstStyle/>
          <a:p>
            <a:r>
              <a:rPr lang="en-GB" b="1" dirty="0"/>
              <a:t>Practical Copy Editing Exercise</a:t>
            </a:r>
          </a:p>
        </p:txBody>
      </p:sp>
      <p:sp>
        <p:nvSpPr>
          <p:cNvPr id="3" name="Content Placeholder 2">
            <a:extLst>
              <a:ext uri="{FF2B5EF4-FFF2-40B4-BE49-F238E27FC236}">
                <a16:creationId xmlns:a16="http://schemas.microsoft.com/office/drawing/2014/main" id="{AAB40AEC-FE1C-721D-5D3C-86E34ACBEC9F}"/>
              </a:ext>
            </a:extLst>
          </p:cNvPr>
          <p:cNvSpPr>
            <a:spLocks noGrp="1"/>
          </p:cNvSpPr>
          <p:nvPr>
            <p:ph idx="1"/>
          </p:nvPr>
        </p:nvSpPr>
        <p:spPr/>
        <p:txBody>
          <a:bodyPr>
            <a:normAutofit/>
          </a:bodyPr>
          <a:lstStyle/>
          <a:p>
            <a:pPr marL="0" indent="0">
              <a:buNone/>
            </a:pPr>
            <a:r>
              <a:rPr lang="en-GB" dirty="0"/>
              <a:t>The Federal Government has introduced a new policy to improve the education sector in Nigeria. However, many schools are not equipped for immediate implementation.</a:t>
            </a:r>
          </a:p>
        </p:txBody>
      </p:sp>
      <p:sp>
        <p:nvSpPr>
          <p:cNvPr id="4" name="Content Placeholder 3">
            <a:extLst>
              <a:ext uri="{FF2B5EF4-FFF2-40B4-BE49-F238E27FC236}">
                <a16:creationId xmlns:a16="http://schemas.microsoft.com/office/drawing/2014/main" id="{CE7D3586-CE0B-1DCD-5A85-C6A55521B17B}"/>
              </a:ext>
            </a:extLst>
          </p:cNvPr>
          <p:cNvSpPr>
            <a:spLocks noGrp="1"/>
          </p:cNvSpPr>
          <p:nvPr>
            <p:ph idx="13"/>
          </p:nvPr>
        </p:nvSpPr>
        <p:spPr/>
        <p:txBody>
          <a:bodyPr/>
          <a:lstStyle/>
          <a:p>
            <a:pPr marL="0" indent="0"/>
            <a:r>
              <a:rPr lang="en-GB" b="1" dirty="0"/>
              <a:t>Edited Version:</a:t>
            </a:r>
            <a:endParaRPr lang="en-GB" dirty="0"/>
          </a:p>
        </p:txBody>
      </p:sp>
      <p:sp>
        <p:nvSpPr>
          <p:cNvPr id="6" name="TextBox 5">
            <a:extLst>
              <a:ext uri="{FF2B5EF4-FFF2-40B4-BE49-F238E27FC236}">
                <a16:creationId xmlns:a16="http://schemas.microsoft.com/office/drawing/2014/main" id="{DD49AEB1-5541-3F7A-014E-0C05481F86FD}"/>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244763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5EB5C-2F4D-C28A-B052-F4F2EAF8B2FD}"/>
              </a:ext>
            </a:extLst>
          </p:cNvPr>
          <p:cNvSpPr>
            <a:spLocks noGrp="1"/>
          </p:cNvSpPr>
          <p:nvPr>
            <p:ph type="title"/>
          </p:nvPr>
        </p:nvSpPr>
        <p:spPr/>
        <p:txBody>
          <a:bodyPr/>
          <a:lstStyle/>
          <a:p>
            <a:r>
              <a:rPr lang="en-GB" b="1" dirty="0"/>
              <a:t>Introduction to Headlines</a:t>
            </a:r>
          </a:p>
        </p:txBody>
      </p:sp>
      <p:sp>
        <p:nvSpPr>
          <p:cNvPr id="3" name="Content Placeholder 2">
            <a:extLst>
              <a:ext uri="{FF2B5EF4-FFF2-40B4-BE49-F238E27FC236}">
                <a16:creationId xmlns:a16="http://schemas.microsoft.com/office/drawing/2014/main" id="{C805374E-6A9A-232E-3BA3-CBEA8D0A9B4C}"/>
              </a:ext>
            </a:extLst>
          </p:cNvPr>
          <p:cNvSpPr>
            <a:spLocks noGrp="1"/>
          </p:cNvSpPr>
          <p:nvPr>
            <p:ph idx="1"/>
          </p:nvPr>
        </p:nvSpPr>
        <p:spPr>
          <a:xfrm>
            <a:off x="838200" y="2547891"/>
            <a:ext cx="9661989" cy="3629072"/>
          </a:xfrm>
        </p:spPr>
        <p:txBody>
          <a:bodyPr>
            <a:normAutofit/>
          </a:bodyPr>
          <a:lstStyle/>
          <a:p>
            <a:pPr marL="0" indent="0">
              <a:buNone/>
            </a:pPr>
            <a:r>
              <a:rPr lang="en-GB" dirty="0"/>
              <a:t>A headline is the title of a news story designed to summarise content and attract readers.</a:t>
            </a:r>
          </a:p>
          <a:p>
            <a:pPr marL="0" indent="0">
              <a:buNone/>
            </a:pPr>
            <a:r>
              <a:rPr lang="en-GB" b="1" dirty="0"/>
              <a:t>Role in Editing and Graphics:</a:t>
            </a:r>
            <a:endParaRPr lang="en-GB" dirty="0"/>
          </a:p>
          <a:p>
            <a:pPr lvl="0"/>
            <a:r>
              <a:rPr lang="en-GB" dirty="0"/>
              <a:t>Guides layout design</a:t>
            </a:r>
          </a:p>
          <a:p>
            <a:pPr lvl="0"/>
            <a:r>
              <a:rPr lang="en-GB" dirty="0"/>
              <a:t>Influences reader engagement</a:t>
            </a:r>
          </a:p>
          <a:p>
            <a:pPr lvl="0"/>
            <a:r>
              <a:rPr lang="en-GB" dirty="0"/>
              <a:t>Enhances visual hierarchy</a:t>
            </a:r>
          </a:p>
        </p:txBody>
      </p:sp>
      <p:sp>
        <p:nvSpPr>
          <p:cNvPr id="4" name="Content Placeholder 3">
            <a:extLst>
              <a:ext uri="{FF2B5EF4-FFF2-40B4-BE49-F238E27FC236}">
                <a16:creationId xmlns:a16="http://schemas.microsoft.com/office/drawing/2014/main" id="{3A7B58D1-DA9B-C131-4980-C948F0EC51D6}"/>
              </a:ext>
            </a:extLst>
          </p:cNvPr>
          <p:cNvSpPr>
            <a:spLocks noGrp="1"/>
          </p:cNvSpPr>
          <p:nvPr>
            <p:ph idx="13"/>
          </p:nvPr>
        </p:nvSpPr>
        <p:spPr/>
        <p:txBody>
          <a:bodyPr/>
          <a:lstStyle/>
          <a:p>
            <a:r>
              <a:rPr lang="en-GB" b="1" dirty="0"/>
              <a:t>Definition</a:t>
            </a:r>
          </a:p>
        </p:txBody>
      </p:sp>
      <p:sp>
        <p:nvSpPr>
          <p:cNvPr id="6" name="TextBox 5">
            <a:extLst>
              <a:ext uri="{FF2B5EF4-FFF2-40B4-BE49-F238E27FC236}">
                <a16:creationId xmlns:a16="http://schemas.microsoft.com/office/drawing/2014/main" id="{114F72A5-220E-37E4-877A-A596B087EEA5}"/>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02566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FC6A1-DF16-9CDB-3BBB-FF71496FCFE9}"/>
              </a:ext>
            </a:extLst>
          </p:cNvPr>
          <p:cNvSpPr>
            <a:spLocks noGrp="1"/>
          </p:cNvSpPr>
          <p:nvPr>
            <p:ph type="title"/>
          </p:nvPr>
        </p:nvSpPr>
        <p:spPr/>
        <p:txBody>
          <a:bodyPr/>
          <a:lstStyle/>
          <a:p>
            <a:r>
              <a:rPr lang="en-GB" b="1" dirty="0"/>
              <a:t>Functions of Headlines</a:t>
            </a:r>
            <a:endParaRPr lang="en-GB" dirty="0"/>
          </a:p>
        </p:txBody>
      </p:sp>
      <p:sp>
        <p:nvSpPr>
          <p:cNvPr id="3" name="Content Placeholder 2">
            <a:extLst>
              <a:ext uri="{FF2B5EF4-FFF2-40B4-BE49-F238E27FC236}">
                <a16:creationId xmlns:a16="http://schemas.microsoft.com/office/drawing/2014/main" id="{A6F1171F-2DD2-96B7-C404-A99E4B78A159}"/>
              </a:ext>
            </a:extLst>
          </p:cNvPr>
          <p:cNvSpPr>
            <a:spLocks noGrp="1"/>
          </p:cNvSpPr>
          <p:nvPr>
            <p:ph idx="1"/>
          </p:nvPr>
        </p:nvSpPr>
        <p:spPr/>
        <p:txBody>
          <a:bodyPr>
            <a:normAutofit/>
          </a:bodyPr>
          <a:lstStyle/>
          <a:p>
            <a:pPr lvl="0"/>
            <a:r>
              <a:rPr lang="en-GB" dirty="0"/>
              <a:t>Summarise the story</a:t>
            </a:r>
          </a:p>
          <a:p>
            <a:pPr lvl="0"/>
            <a:r>
              <a:rPr lang="en-GB" dirty="0"/>
              <a:t>Capture attention</a:t>
            </a:r>
          </a:p>
          <a:p>
            <a:pPr lvl="0"/>
            <a:r>
              <a:rPr lang="en-GB" dirty="0"/>
              <a:t>Provide visual structure</a:t>
            </a:r>
          </a:p>
          <a:p>
            <a:pPr lvl="0"/>
            <a:r>
              <a:rPr lang="en-GB" dirty="0"/>
              <a:t>Reflect editorial tone</a:t>
            </a:r>
          </a:p>
          <a:p>
            <a:pPr lvl="0"/>
            <a:r>
              <a:rPr lang="en-GB" dirty="0"/>
              <a:t>Support page design and layout</a:t>
            </a:r>
          </a:p>
        </p:txBody>
      </p:sp>
      <p:sp>
        <p:nvSpPr>
          <p:cNvPr id="4" name="Content Placeholder 3">
            <a:extLst>
              <a:ext uri="{FF2B5EF4-FFF2-40B4-BE49-F238E27FC236}">
                <a16:creationId xmlns:a16="http://schemas.microsoft.com/office/drawing/2014/main" id="{53AAEB9B-5EA9-CDB8-FA8F-5910DD85F32C}"/>
              </a:ext>
            </a:extLst>
          </p:cNvPr>
          <p:cNvSpPr>
            <a:spLocks noGrp="1"/>
          </p:cNvSpPr>
          <p:nvPr>
            <p:ph idx="13"/>
          </p:nvPr>
        </p:nvSpPr>
        <p:spPr/>
        <p:txBody>
          <a:bodyPr/>
          <a:lstStyle/>
          <a:p>
            <a:endParaRPr lang="en-GB" b="1" dirty="0"/>
          </a:p>
        </p:txBody>
      </p:sp>
      <p:sp>
        <p:nvSpPr>
          <p:cNvPr id="6" name="TextBox 5">
            <a:extLst>
              <a:ext uri="{FF2B5EF4-FFF2-40B4-BE49-F238E27FC236}">
                <a16:creationId xmlns:a16="http://schemas.microsoft.com/office/drawing/2014/main" id="{BFE96384-5FC1-D3AD-3939-890DC3CF2ED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306121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23B10-7BAF-4630-5960-32F597C1768B}"/>
              </a:ext>
            </a:extLst>
          </p:cNvPr>
          <p:cNvSpPr>
            <a:spLocks noGrp="1"/>
          </p:cNvSpPr>
          <p:nvPr>
            <p:ph type="title"/>
          </p:nvPr>
        </p:nvSpPr>
        <p:spPr/>
        <p:txBody>
          <a:bodyPr/>
          <a:lstStyle/>
          <a:p>
            <a:r>
              <a:rPr lang="en-GB" b="1" dirty="0"/>
              <a:t>Types of Headlines</a:t>
            </a:r>
            <a:endParaRPr lang="en-GB" dirty="0"/>
          </a:p>
        </p:txBody>
      </p:sp>
      <p:sp>
        <p:nvSpPr>
          <p:cNvPr id="3" name="Content Placeholder 2">
            <a:extLst>
              <a:ext uri="{FF2B5EF4-FFF2-40B4-BE49-F238E27FC236}">
                <a16:creationId xmlns:a16="http://schemas.microsoft.com/office/drawing/2014/main" id="{F8290C08-3586-9A4C-48EC-EDEBDF04CEB0}"/>
              </a:ext>
            </a:extLst>
          </p:cNvPr>
          <p:cNvSpPr>
            <a:spLocks noGrp="1"/>
          </p:cNvSpPr>
          <p:nvPr>
            <p:ph idx="1"/>
          </p:nvPr>
        </p:nvSpPr>
        <p:spPr/>
        <p:txBody>
          <a:bodyPr>
            <a:normAutofit/>
          </a:bodyPr>
          <a:lstStyle/>
          <a:p>
            <a:pPr lvl="0"/>
            <a:r>
              <a:rPr lang="en-GB" dirty="0"/>
              <a:t>Straight (Informative)</a:t>
            </a:r>
          </a:p>
          <a:p>
            <a:pPr lvl="0"/>
            <a:r>
              <a:rPr lang="en-GB" dirty="0"/>
              <a:t>Question Headlines</a:t>
            </a:r>
          </a:p>
          <a:p>
            <a:pPr lvl="0"/>
            <a:r>
              <a:rPr lang="en-GB" dirty="0"/>
              <a:t>Feature Headlines</a:t>
            </a:r>
          </a:p>
          <a:p>
            <a:pPr lvl="0"/>
            <a:r>
              <a:rPr lang="en-GB" dirty="0"/>
              <a:t>Digital/SEO Headlines</a:t>
            </a:r>
          </a:p>
        </p:txBody>
      </p:sp>
      <p:sp>
        <p:nvSpPr>
          <p:cNvPr id="4" name="Content Placeholder 3">
            <a:extLst>
              <a:ext uri="{FF2B5EF4-FFF2-40B4-BE49-F238E27FC236}">
                <a16:creationId xmlns:a16="http://schemas.microsoft.com/office/drawing/2014/main" id="{675F909F-540C-B869-A977-BE79EA6D359F}"/>
              </a:ext>
            </a:extLst>
          </p:cNvPr>
          <p:cNvSpPr>
            <a:spLocks noGrp="1"/>
          </p:cNvSpPr>
          <p:nvPr>
            <p:ph idx="13"/>
          </p:nvPr>
        </p:nvSpPr>
        <p:spPr/>
        <p:txBody>
          <a:bodyPr/>
          <a:lstStyle/>
          <a:p>
            <a:endParaRPr lang="en-GB" b="1" dirty="0"/>
          </a:p>
        </p:txBody>
      </p:sp>
      <p:sp>
        <p:nvSpPr>
          <p:cNvPr id="6" name="TextBox 5">
            <a:extLst>
              <a:ext uri="{FF2B5EF4-FFF2-40B4-BE49-F238E27FC236}">
                <a16:creationId xmlns:a16="http://schemas.microsoft.com/office/drawing/2014/main" id="{9DCF8937-D1A4-6D75-366F-562C6098C361}"/>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29669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488872-B4F4-42BD-B469-B01C4BC0DD8F}"/>
              </a:ext>
            </a:extLst>
          </p:cNvPr>
          <p:cNvSpPr>
            <a:spLocks noGrp="1"/>
          </p:cNvSpPr>
          <p:nvPr>
            <p:ph idx="1"/>
          </p:nvPr>
        </p:nvSpPr>
        <p:spPr/>
        <p:txBody>
          <a:bodyPr/>
          <a:lstStyle/>
          <a:p>
            <a:pPr lvl="0"/>
            <a:r>
              <a:rPr lang="en-GB" b="1" dirty="0"/>
              <a:t>Straight:</a:t>
            </a:r>
            <a:r>
              <a:rPr lang="en-GB" dirty="0"/>
              <a:t> FG Approves Student Loan Scheme</a:t>
            </a:r>
          </a:p>
          <a:p>
            <a:pPr lvl="0"/>
            <a:r>
              <a:rPr lang="en-GB" b="1" dirty="0"/>
              <a:t>Question:</a:t>
            </a:r>
            <a:r>
              <a:rPr lang="en-GB" dirty="0"/>
              <a:t> Will Student Loans Transform Nigerian Universities?</a:t>
            </a:r>
          </a:p>
          <a:p>
            <a:pPr lvl="0"/>
            <a:r>
              <a:rPr lang="en-GB" b="1" dirty="0"/>
              <a:t>Feature:</a:t>
            </a:r>
            <a:r>
              <a:rPr lang="en-GB" dirty="0"/>
              <a:t> A New Dawn for Nigerian Students</a:t>
            </a:r>
          </a:p>
          <a:p>
            <a:pPr lvl="0"/>
            <a:r>
              <a:rPr lang="en-GB" b="1" dirty="0"/>
              <a:t>Digital/SEO:</a:t>
            </a:r>
            <a:r>
              <a:rPr lang="en-GB" dirty="0"/>
              <a:t> FG Student Loan Scheme: Eligibility and Benefits Explained</a:t>
            </a:r>
          </a:p>
        </p:txBody>
      </p:sp>
      <p:sp>
        <p:nvSpPr>
          <p:cNvPr id="4" name="Content Placeholder 3">
            <a:extLst>
              <a:ext uri="{FF2B5EF4-FFF2-40B4-BE49-F238E27FC236}">
                <a16:creationId xmlns:a16="http://schemas.microsoft.com/office/drawing/2014/main" id="{F43BFEFC-646C-E3A4-FB53-BF23C762985B}"/>
              </a:ext>
            </a:extLst>
          </p:cNvPr>
          <p:cNvSpPr>
            <a:spLocks noGrp="1"/>
          </p:cNvSpPr>
          <p:nvPr>
            <p:ph idx="13"/>
          </p:nvPr>
        </p:nvSpPr>
        <p:spPr/>
        <p:txBody>
          <a:bodyPr>
            <a:normAutofit/>
          </a:bodyPr>
          <a:lstStyle/>
          <a:p>
            <a:endParaRPr lang="en-GB" b="1" dirty="0">
              <a:solidFill>
                <a:srgbClr val="FF0000"/>
              </a:solidFill>
            </a:endParaRPr>
          </a:p>
        </p:txBody>
      </p:sp>
      <p:sp>
        <p:nvSpPr>
          <p:cNvPr id="6" name="Title 5">
            <a:extLst>
              <a:ext uri="{FF2B5EF4-FFF2-40B4-BE49-F238E27FC236}">
                <a16:creationId xmlns:a16="http://schemas.microsoft.com/office/drawing/2014/main" id="{62ECB7BB-A41D-55C9-0BCE-041227C4523C}"/>
              </a:ext>
            </a:extLst>
          </p:cNvPr>
          <p:cNvSpPr>
            <a:spLocks noGrp="1"/>
          </p:cNvSpPr>
          <p:nvPr>
            <p:ph type="title"/>
          </p:nvPr>
        </p:nvSpPr>
        <p:spPr/>
        <p:txBody>
          <a:bodyPr/>
          <a:lstStyle/>
          <a:p>
            <a:r>
              <a:rPr lang="en-GB" b="1" dirty="0"/>
              <a:t>Nigerian Media Examples</a:t>
            </a:r>
            <a:endParaRPr lang="en-GB" dirty="0"/>
          </a:p>
        </p:txBody>
      </p:sp>
    </p:spTree>
    <p:extLst>
      <p:ext uri="{BB962C8B-B14F-4D97-AF65-F5344CB8AC3E}">
        <p14:creationId xmlns:p14="http://schemas.microsoft.com/office/powerpoint/2010/main" val="4125285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CF6E86-C8AD-E5B1-AFBB-A4C7C4F782AB}"/>
              </a:ext>
            </a:extLst>
          </p:cNvPr>
          <p:cNvSpPr>
            <a:spLocks noGrp="1"/>
          </p:cNvSpPr>
          <p:nvPr>
            <p:ph idx="1"/>
          </p:nvPr>
        </p:nvSpPr>
        <p:spPr/>
        <p:txBody>
          <a:bodyPr/>
          <a:lstStyle/>
          <a:p>
            <a:pPr lvl="0"/>
            <a:r>
              <a:rPr lang="en-GB" dirty="0"/>
              <a:t>Use present tense</a:t>
            </a:r>
          </a:p>
          <a:p>
            <a:pPr lvl="0"/>
            <a:r>
              <a:rPr lang="en-GB" dirty="0"/>
              <a:t>Avoid unnecessary words</a:t>
            </a:r>
          </a:p>
          <a:p>
            <a:pPr lvl="0"/>
            <a:r>
              <a:rPr lang="en-GB" dirty="0"/>
              <a:t>Be accurate and factual</a:t>
            </a:r>
          </a:p>
          <a:p>
            <a:pPr lvl="0"/>
            <a:r>
              <a:rPr lang="en-GB" dirty="0"/>
              <a:t>Use active voice</a:t>
            </a:r>
          </a:p>
          <a:p>
            <a:pPr lvl="0"/>
            <a:r>
              <a:rPr lang="en-GB" dirty="0"/>
              <a:t>Avoid ambiguity and sensationalism</a:t>
            </a:r>
          </a:p>
          <a:p>
            <a:r>
              <a:rPr lang="en-GB" dirty="0"/>
              <a:t>Reflect the story’s core message</a:t>
            </a:r>
          </a:p>
        </p:txBody>
      </p:sp>
      <p:sp>
        <p:nvSpPr>
          <p:cNvPr id="4" name="Content Placeholder 3">
            <a:extLst>
              <a:ext uri="{FF2B5EF4-FFF2-40B4-BE49-F238E27FC236}">
                <a16:creationId xmlns:a16="http://schemas.microsoft.com/office/drawing/2014/main" id="{981B9BEB-529F-17B0-B656-69C605B6AD62}"/>
              </a:ext>
            </a:extLst>
          </p:cNvPr>
          <p:cNvSpPr>
            <a:spLocks noGrp="1"/>
          </p:cNvSpPr>
          <p:nvPr>
            <p:ph idx="13"/>
          </p:nvPr>
        </p:nvSpPr>
        <p:spPr/>
        <p:txBody>
          <a:bodyPr/>
          <a:lstStyle/>
          <a:p>
            <a:endParaRPr lang="en-GB" b="1" dirty="0"/>
          </a:p>
        </p:txBody>
      </p:sp>
      <p:sp>
        <p:nvSpPr>
          <p:cNvPr id="6" name="Title 5">
            <a:extLst>
              <a:ext uri="{FF2B5EF4-FFF2-40B4-BE49-F238E27FC236}">
                <a16:creationId xmlns:a16="http://schemas.microsoft.com/office/drawing/2014/main" id="{AC57E2C6-A968-5768-F60C-D41DD158AFEB}"/>
              </a:ext>
            </a:extLst>
          </p:cNvPr>
          <p:cNvSpPr>
            <a:spLocks noGrp="1"/>
          </p:cNvSpPr>
          <p:nvPr>
            <p:ph type="title"/>
          </p:nvPr>
        </p:nvSpPr>
        <p:spPr/>
        <p:txBody>
          <a:bodyPr/>
          <a:lstStyle/>
          <a:p>
            <a:r>
              <a:rPr lang="en-GB" b="1" dirty="0"/>
              <a:t>Rules for Writing Effective Headlines</a:t>
            </a:r>
            <a:endParaRPr lang="en-GB" dirty="0"/>
          </a:p>
        </p:txBody>
      </p:sp>
    </p:spTree>
    <p:extLst>
      <p:ext uri="{BB962C8B-B14F-4D97-AF65-F5344CB8AC3E}">
        <p14:creationId xmlns:p14="http://schemas.microsoft.com/office/powerpoint/2010/main" val="1773386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070EA-9778-F61D-3050-2527D361A5B9}"/>
              </a:ext>
            </a:extLst>
          </p:cNvPr>
          <p:cNvSpPr>
            <a:spLocks noGrp="1"/>
          </p:cNvSpPr>
          <p:nvPr>
            <p:ph type="title"/>
          </p:nvPr>
        </p:nvSpPr>
        <p:spPr/>
        <p:txBody>
          <a:bodyPr/>
          <a:lstStyle/>
          <a:p>
            <a:r>
              <a:rPr lang="en-GB" b="1" dirty="0"/>
              <a:t>Introduction to Captions</a:t>
            </a:r>
            <a:endParaRPr lang="en-GB" dirty="0"/>
          </a:p>
        </p:txBody>
      </p:sp>
      <p:sp>
        <p:nvSpPr>
          <p:cNvPr id="3" name="Content Placeholder 2">
            <a:extLst>
              <a:ext uri="{FF2B5EF4-FFF2-40B4-BE49-F238E27FC236}">
                <a16:creationId xmlns:a16="http://schemas.microsoft.com/office/drawing/2014/main" id="{D60D5C15-56F1-F143-E0B7-E18A81D39DBF}"/>
              </a:ext>
            </a:extLst>
          </p:cNvPr>
          <p:cNvSpPr>
            <a:spLocks noGrp="1"/>
          </p:cNvSpPr>
          <p:nvPr>
            <p:ph idx="1"/>
          </p:nvPr>
        </p:nvSpPr>
        <p:spPr/>
        <p:txBody>
          <a:bodyPr>
            <a:normAutofit/>
          </a:bodyPr>
          <a:lstStyle/>
          <a:p>
            <a:pPr marL="0" indent="0">
              <a:buNone/>
            </a:pPr>
            <a:r>
              <a:rPr lang="en-GB" dirty="0"/>
              <a:t>A caption is a brief explanation accompanying a photograph or graphic.</a:t>
            </a:r>
          </a:p>
          <a:p>
            <a:pPr marL="0" indent="0">
              <a:buNone/>
            </a:pPr>
            <a:r>
              <a:rPr lang="en-GB" b="1" dirty="0"/>
              <a:t>Importance:</a:t>
            </a:r>
            <a:endParaRPr lang="en-GB" dirty="0"/>
          </a:p>
          <a:p>
            <a:pPr lvl="0"/>
            <a:r>
              <a:rPr lang="en-GB" dirty="0"/>
              <a:t>Provides context</a:t>
            </a:r>
          </a:p>
          <a:p>
            <a:pPr lvl="0"/>
            <a:r>
              <a:rPr lang="en-GB" dirty="0"/>
              <a:t>Enhances understanding</a:t>
            </a:r>
          </a:p>
          <a:p>
            <a:pPr lvl="0"/>
            <a:r>
              <a:rPr lang="en-GB" dirty="0"/>
              <a:t>Prevents misinterpretation</a:t>
            </a:r>
          </a:p>
          <a:p>
            <a:r>
              <a:rPr lang="en-GB" dirty="0"/>
              <a:t>Supports visual storytelling</a:t>
            </a:r>
          </a:p>
        </p:txBody>
      </p:sp>
      <p:sp>
        <p:nvSpPr>
          <p:cNvPr id="4" name="Content Placeholder 3">
            <a:extLst>
              <a:ext uri="{FF2B5EF4-FFF2-40B4-BE49-F238E27FC236}">
                <a16:creationId xmlns:a16="http://schemas.microsoft.com/office/drawing/2014/main" id="{C3155394-D5F5-E188-C430-36ACD707D6B8}"/>
              </a:ext>
            </a:extLst>
          </p:cNvPr>
          <p:cNvSpPr>
            <a:spLocks noGrp="1"/>
          </p:cNvSpPr>
          <p:nvPr>
            <p:ph idx="13"/>
          </p:nvPr>
        </p:nvSpPr>
        <p:spPr/>
        <p:txBody>
          <a:bodyPr/>
          <a:lstStyle/>
          <a:p>
            <a:r>
              <a:rPr lang="en-GB" b="1" dirty="0"/>
              <a:t>Definition:</a:t>
            </a:r>
          </a:p>
        </p:txBody>
      </p:sp>
    </p:spTree>
    <p:extLst>
      <p:ext uri="{BB962C8B-B14F-4D97-AF65-F5344CB8AC3E}">
        <p14:creationId xmlns:p14="http://schemas.microsoft.com/office/powerpoint/2010/main" val="350375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CA8CD-000C-BE27-43A9-936F7F6C06FB}"/>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4AD6C606-4444-DAD8-3414-8F3E67E47A06}"/>
              </a:ext>
            </a:extLst>
          </p:cNvPr>
          <p:cNvSpPr>
            <a:spLocks noGrp="1"/>
          </p:cNvSpPr>
          <p:nvPr>
            <p:ph idx="1"/>
          </p:nvPr>
        </p:nvSpPr>
        <p:spPr/>
        <p:txBody>
          <a:bodyPr/>
          <a:lstStyle/>
          <a:p>
            <a:pPr lvl="0"/>
            <a:r>
              <a:rPr lang="en-GB" dirty="0"/>
              <a:t>Identify people and places</a:t>
            </a:r>
          </a:p>
          <a:p>
            <a:pPr lvl="0"/>
            <a:r>
              <a:rPr lang="en-GB" dirty="0"/>
              <a:t>Describe the action</a:t>
            </a:r>
          </a:p>
          <a:p>
            <a:pPr lvl="0"/>
            <a:r>
              <a:rPr lang="en-GB" dirty="0"/>
              <a:t>Provide relevant context</a:t>
            </a:r>
          </a:p>
          <a:p>
            <a:pPr lvl="0"/>
            <a:r>
              <a:rPr lang="en-GB" dirty="0"/>
              <a:t>Be concise and factual</a:t>
            </a:r>
          </a:p>
          <a:p>
            <a:pPr lvl="0"/>
            <a:r>
              <a:rPr lang="en-GB" dirty="0"/>
              <a:t>Use present tense</a:t>
            </a:r>
          </a:p>
          <a:p>
            <a:pPr lvl="0"/>
            <a:r>
              <a:rPr lang="en-GB" dirty="0"/>
              <a:t>Verify accuracy</a:t>
            </a:r>
          </a:p>
        </p:txBody>
      </p:sp>
      <p:sp>
        <p:nvSpPr>
          <p:cNvPr id="4" name="Content Placeholder 3">
            <a:extLst>
              <a:ext uri="{FF2B5EF4-FFF2-40B4-BE49-F238E27FC236}">
                <a16:creationId xmlns:a16="http://schemas.microsoft.com/office/drawing/2014/main" id="{D16C4A08-D6B7-89F8-5571-750491EA59A6}"/>
              </a:ext>
            </a:extLst>
          </p:cNvPr>
          <p:cNvSpPr>
            <a:spLocks noGrp="1"/>
          </p:cNvSpPr>
          <p:nvPr>
            <p:ph idx="13"/>
          </p:nvPr>
        </p:nvSpPr>
        <p:spPr/>
        <p:txBody>
          <a:bodyPr/>
          <a:lstStyle/>
          <a:p>
            <a:r>
              <a:rPr lang="en-GB" b="1" dirty="0"/>
              <a:t>Caption Writing Guidelines</a:t>
            </a:r>
          </a:p>
        </p:txBody>
      </p:sp>
    </p:spTree>
    <p:extLst>
      <p:ext uri="{BB962C8B-B14F-4D97-AF65-F5344CB8AC3E}">
        <p14:creationId xmlns:p14="http://schemas.microsoft.com/office/powerpoint/2010/main" val="1009125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B18B5-231A-256F-5324-8DB103467E59}"/>
              </a:ext>
            </a:extLst>
          </p:cNvPr>
          <p:cNvSpPr>
            <a:spLocks noGrp="1"/>
          </p:cNvSpPr>
          <p:nvPr>
            <p:ph type="title"/>
          </p:nvPr>
        </p:nvSpPr>
        <p:spPr/>
        <p:txBody>
          <a:bodyPr/>
          <a:lstStyle/>
          <a:p>
            <a:r>
              <a:rPr lang="en-GB" b="1" dirty="0"/>
              <a:t>Photograph Editing for Newspapers</a:t>
            </a:r>
            <a:endParaRPr lang="en-GB" dirty="0"/>
          </a:p>
        </p:txBody>
      </p:sp>
      <p:sp>
        <p:nvSpPr>
          <p:cNvPr id="3" name="Content Placeholder 2">
            <a:extLst>
              <a:ext uri="{FF2B5EF4-FFF2-40B4-BE49-F238E27FC236}">
                <a16:creationId xmlns:a16="http://schemas.microsoft.com/office/drawing/2014/main" id="{025537B4-F964-92D8-409E-D624F7DD0DFC}"/>
              </a:ext>
            </a:extLst>
          </p:cNvPr>
          <p:cNvSpPr>
            <a:spLocks noGrp="1"/>
          </p:cNvSpPr>
          <p:nvPr>
            <p:ph idx="1"/>
          </p:nvPr>
        </p:nvSpPr>
        <p:spPr/>
        <p:txBody>
          <a:bodyPr/>
          <a:lstStyle/>
          <a:p>
            <a:pPr lvl="0"/>
            <a:r>
              <a:rPr lang="en-GB" dirty="0"/>
              <a:t>Image clarity and relevance</a:t>
            </a:r>
          </a:p>
          <a:p>
            <a:pPr lvl="0"/>
            <a:r>
              <a:rPr lang="en-GB" dirty="0"/>
              <a:t>Cropping and framing</a:t>
            </a:r>
          </a:p>
          <a:p>
            <a:pPr lvl="0"/>
            <a:r>
              <a:rPr lang="en-GB" dirty="0"/>
              <a:t>Ethical standards</a:t>
            </a:r>
          </a:p>
          <a:p>
            <a:pPr lvl="0"/>
            <a:r>
              <a:rPr lang="en-GB" dirty="0"/>
              <a:t>Accuracy of representation</a:t>
            </a:r>
          </a:p>
          <a:p>
            <a:pPr lvl="0"/>
            <a:r>
              <a:rPr lang="en-GB" dirty="0"/>
              <a:t>Alignment with accompanying text</a:t>
            </a:r>
          </a:p>
        </p:txBody>
      </p:sp>
      <p:sp>
        <p:nvSpPr>
          <p:cNvPr id="4" name="Content Placeholder 3">
            <a:extLst>
              <a:ext uri="{FF2B5EF4-FFF2-40B4-BE49-F238E27FC236}">
                <a16:creationId xmlns:a16="http://schemas.microsoft.com/office/drawing/2014/main" id="{24769967-23BB-ABA9-A25E-A1186253F43E}"/>
              </a:ext>
            </a:extLst>
          </p:cNvPr>
          <p:cNvSpPr>
            <a:spLocks noGrp="1"/>
          </p:cNvSpPr>
          <p:nvPr>
            <p:ph idx="13"/>
          </p:nvPr>
        </p:nvSpPr>
        <p:spPr/>
        <p:txBody>
          <a:bodyPr/>
          <a:lstStyle/>
          <a:p>
            <a:r>
              <a:rPr lang="en-GB" b="1" dirty="0"/>
              <a:t>Editorial Considerations:</a:t>
            </a:r>
            <a:endParaRPr lang="en-GB" dirty="0"/>
          </a:p>
        </p:txBody>
      </p:sp>
    </p:spTree>
    <p:extLst>
      <p:ext uri="{BB962C8B-B14F-4D97-AF65-F5344CB8AC3E}">
        <p14:creationId xmlns:p14="http://schemas.microsoft.com/office/powerpoint/2010/main" val="317994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3D164-1C5B-E891-FBC1-184BADFEF218}"/>
              </a:ext>
            </a:extLst>
          </p:cNvPr>
          <p:cNvSpPr>
            <a:spLocks noGrp="1"/>
          </p:cNvSpPr>
          <p:nvPr>
            <p:ph type="title"/>
          </p:nvPr>
        </p:nvSpPr>
        <p:spPr/>
        <p:txBody>
          <a:bodyPr/>
          <a:lstStyle/>
          <a:p>
            <a:endParaRPr lang="en-GB" b="1" dirty="0"/>
          </a:p>
        </p:txBody>
      </p:sp>
      <p:sp>
        <p:nvSpPr>
          <p:cNvPr id="3" name="Content Placeholder 2">
            <a:extLst>
              <a:ext uri="{FF2B5EF4-FFF2-40B4-BE49-F238E27FC236}">
                <a16:creationId xmlns:a16="http://schemas.microsoft.com/office/drawing/2014/main" id="{046979C5-DE65-0878-C1B1-5220CD1D1AD6}"/>
              </a:ext>
            </a:extLst>
          </p:cNvPr>
          <p:cNvSpPr>
            <a:spLocks noGrp="1"/>
          </p:cNvSpPr>
          <p:nvPr>
            <p:ph idx="1"/>
          </p:nvPr>
        </p:nvSpPr>
        <p:spPr/>
        <p:txBody>
          <a:bodyPr>
            <a:normAutofit/>
          </a:bodyPr>
          <a:lstStyle/>
          <a:p>
            <a:r>
              <a:rPr lang="en-GB" b="1" dirty="0"/>
              <a:t>Weak Caption:</a:t>
            </a:r>
            <a:br>
              <a:rPr lang="en-GB" dirty="0"/>
            </a:br>
            <a:r>
              <a:rPr lang="en-GB" dirty="0"/>
              <a:t>Students in a classroom.</a:t>
            </a:r>
          </a:p>
          <a:p>
            <a:r>
              <a:rPr lang="en-GB" b="1" dirty="0"/>
              <a:t>Improved Caption:</a:t>
            </a:r>
            <a:br>
              <a:rPr lang="en-GB" dirty="0"/>
            </a:br>
            <a:r>
              <a:rPr lang="en-GB" dirty="0"/>
              <a:t>Students of Government Secondary School, Lagos, during a digital literacy training session.</a:t>
            </a:r>
          </a:p>
        </p:txBody>
      </p:sp>
      <p:sp>
        <p:nvSpPr>
          <p:cNvPr id="4" name="Content Placeholder 3">
            <a:extLst>
              <a:ext uri="{FF2B5EF4-FFF2-40B4-BE49-F238E27FC236}">
                <a16:creationId xmlns:a16="http://schemas.microsoft.com/office/drawing/2014/main" id="{0ABA5325-D3B1-8EA2-7CD9-6926D57D87F7}"/>
              </a:ext>
            </a:extLst>
          </p:cNvPr>
          <p:cNvSpPr>
            <a:spLocks noGrp="1"/>
          </p:cNvSpPr>
          <p:nvPr>
            <p:ph idx="13"/>
          </p:nvPr>
        </p:nvSpPr>
        <p:spPr/>
        <p:txBody>
          <a:bodyPr/>
          <a:lstStyle/>
          <a:p>
            <a:r>
              <a:rPr lang="en-GB" b="1" dirty="0"/>
              <a:t>Caption Example</a:t>
            </a:r>
            <a:endParaRPr lang="en-GB" dirty="0"/>
          </a:p>
        </p:txBody>
      </p:sp>
    </p:spTree>
    <p:extLst>
      <p:ext uri="{BB962C8B-B14F-4D97-AF65-F5344CB8AC3E}">
        <p14:creationId xmlns:p14="http://schemas.microsoft.com/office/powerpoint/2010/main" val="2211465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Freeform: Shape 11">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13">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53F1010-B3EF-CED8-5A7E-0638C3F4BBBA}"/>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b="1" kern="1200">
                <a:solidFill>
                  <a:schemeClr val="tx1"/>
                </a:solidFill>
                <a:latin typeface="+mj-lt"/>
                <a:ea typeface="+mj-ea"/>
                <a:cs typeface="+mj-cs"/>
              </a:rPr>
              <a:t>Digital Tools for Editing and Graphics</a:t>
            </a:r>
            <a:endParaRPr lang="en-US" sz="4800" kern="120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B62CDCE6-ABE9-3EB3-DABE-1EE05E484BA7}"/>
              </a:ext>
            </a:extLst>
          </p:cNvPr>
          <p:cNvSpPr>
            <a:spLocks noGrp="1"/>
          </p:cNvSpPr>
          <p:nvPr>
            <p:ph idx="13"/>
          </p:nvPr>
        </p:nvSpPr>
        <p:spPr>
          <a:xfrm>
            <a:off x="477981" y="4872922"/>
            <a:ext cx="3933306" cy="1208141"/>
          </a:xfrm>
        </p:spPr>
        <p:txBody>
          <a:bodyPr vert="horz" lIns="91440" tIns="45720" rIns="91440" bIns="45720" rtlCol="0">
            <a:normAutofit/>
          </a:bodyPr>
          <a:lstStyle/>
          <a:p>
            <a:pPr marL="0" indent="0"/>
            <a:r>
              <a:rPr lang="en-US" sz="2000" b="1" kern="1200">
                <a:solidFill>
                  <a:schemeClr val="tx1"/>
                </a:solidFill>
                <a:latin typeface="+mn-lt"/>
                <a:ea typeface="+mn-ea"/>
                <a:cs typeface="+mn-cs"/>
              </a:rPr>
              <a:t>Students will be introduced to:</a:t>
            </a:r>
          </a:p>
        </p:txBody>
      </p:sp>
      <p:sp>
        <p:nvSpPr>
          <p:cNvPr id="16" name="Rectangle 1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4">
            <a:extLst>
              <a:ext uri="{FF2B5EF4-FFF2-40B4-BE49-F238E27FC236}">
                <a16:creationId xmlns:a16="http://schemas.microsoft.com/office/drawing/2014/main" id="{9FF22EA5-AF7B-DFCB-D733-E0400B80EF50}"/>
              </a:ext>
            </a:extLst>
          </p:cNvPr>
          <p:cNvGraphicFramePr>
            <a:graphicFrameLocks noGrp="1"/>
          </p:cNvGraphicFramePr>
          <p:nvPr>
            <p:ph idx="1"/>
            <p:extLst>
              <p:ext uri="{D42A27DB-BD31-4B8C-83A1-F6EECF244321}">
                <p14:modId xmlns:p14="http://schemas.microsoft.com/office/powerpoint/2010/main" val="2032657744"/>
              </p:ext>
            </p:extLst>
          </p:nvPr>
        </p:nvGraphicFramePr>
        <p:xfrm>
          <a:off x="5414356" y="1567705"/>
          <a:ext cx="6408837" cy="3571342"/>
        </p:xfrm>
        <a:graphic>
          <a:graphicData uri="http://schemas.openxmlformats.org/drawingml/2006/table">
            <a:tbl>
              <a:tblPr firstRow="1" firstCol="1" bandRow="1">
                <a:solidFill>
                  <a:srgbClr val="F7F7F7"/>
                </a:solidFill>
                <a:tableStyleId>{5C22544A-7EE6-4342-B048-85BDC9FD1C3A}</a:tableStyleId>
              </a:tblPr>
              <a:tblGrid>
                <a:gridCol w="2035145">
                  <a:extLst>
                    <a:ext uri="{9D8B030D-6E8A-4147-A177-3AD203B41FA5}">
                      <a16:colId xmlns:a16="http://schemas.microsoft.com/office/drawing/2014/main" val="2786301645"/>
                    </a:ext>
                  </a:extLst>
                </a:gridCol>
                <a:gridCol w="4373692">
                  <a:extLst>
                    <a:ext uri="{9D8B030D-6E8A-4147-A177-3AD203B41FA5}">
                      <a16:colId xmlns:a16="http://schemas.microsoft.com/office/drawing/2014/main" val="3252246726"/>
                    </a:ext>
                  </a:extLst>
                </a:gridCol>
              </a:tblGrid>
              <a:tr h="721867">
                <a:tc>
                  <a:txBody>
                    <a:bodyPr/>
                    <a:lstStyle/>
                    <a:p>
                      <a:pPr marL="0" marR="0">
                        <a:lnSpc>
                          <a:spcPct val="115000"/>
                        </a:lnSpc>
                        <a:spcAft>
                          <a:spcPts val="800"/>
                        </a:spcAft>
                        <a:buNone/>
                      </a:pPr>
                      <a:r>
                        <a:rPr lang="en-GB" sz="1700" b="1" cap="all" spc="60">
                          <a:solidFill>
                            <a:schemeClr val="tx1"/>
                          </a:solidFill>
                          <a:effectLst/>
                        </a:rPr>
                        <a:t>Tool</a:t>
                      </a:r>
                      <a:endParaRPr lang="en-GB" sz="1700" b="1" cap="all" spc="6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94466" marR="194466" marT="194466" marB="194466" anchor="ctr">
                    <a:lnL w="12700" cmpd="sng">
                      <a:noFill/>
                    </a:lnL>
                    <a:lnR w="12700" cmpd="sng">
                      <a:noFill/>
                    </a:lnR>
                    <a:lnT w="12700" cmpd="sng">
                      <a:noFill/>
                    </a:lnT>
                    <a:lnB w="38100" cmpd="sng">
                      <a:noFill/>
                    </a:lnB>
                    <a:noFill/>
                  </a:tcPr>
                </a:tc>
                <a:tc>
                  <a:txBody>
                    <a:bodyPr/>
                    <a:lstStyle/>
                    <a:p>
                      <a:pPr marL="0" marR="0">
                        <a:lnSpc>
                          <a:spcPct val="115000"/>
                        </a:lnSpc>
                        <a:spcAft>
                          <a:spcPts val="800"/>
                        </a:spcAft>
                        <a:buNone/>
                      </a:pPr>
                      <a:r>
                        <a:rPr lang="en-GB" sz="1700" b="1" cap="all" spc="60">
                          <a:solidFill>
                            <a:schemeClr val="tx1"/>
                          </a:solidFill>
                          <a:effectLst/>
                        </a:rPr>
                        <a:t>Function</a:t>
                      </a:r>
                      <a:endParaRPr lang="en-GB" sz="1700" b="1" cap="all" spc="6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94466" marR="194466" marT="194466" marB="194466" anchor="ctr">
                    <a:lnL w="12700" cmpd="sng">
                      <a:noFill/>
                    </a:lnL>
                    <a:lnR w="12700" cmpd="sng">
                      <a:noFill/>
                    </a:lnR>
                    <a:lnT w="12700" cmpd="sng">
                      <a:noFill/>
                    </a:lnT>
                    <a:lnB w="38100" cmpd="sng">
                      <a:noFill/>
                    </a:lnB>
                    <a:noFill/>
                  </a:tcPr>
                </a:tc>
                <a:extLst>
                  <a:ext uri="{0D108BD9-81ED-4DB2-BD59-A6C34878D82A}">
                    <a16:rowId xmlns:a16="http://schemas.microsoft.com/office/drawing/2014/main" val="3029604094"/>
                  </a:ext>
                </a:extLst>
              </a:tr>
              <a:tr h="569895">
                <a:tc>
                  <a:txBody>
                    <a:bodyPr/>
                    <a:lstStyle/>
                    <a:p>
                      <a:pPr marL="0" marR="0">
                        <a:lnSpc>
                          <a:spcPct val="115000"/>
                        </a:lnSpc>
                        <a:spcAft>
                          <a:spcPts val="800"/>
                        </a:spcAft>
                        <a:buNone/>
                      </a:pPr>
                      <a:r>
                        <a:rPr lang="en-GB" sz="1700" b="1" cap="none" spc="0" dirty="0">
                          <a:solidFill>
                            <a:schemeClr val="tx1"/>
                          </a:solidFill>
                          <a:effectLst/>
                        </a:rPr>
                        <a:t>Microsoft Word</a:t>
                      </a:r>
                      <a:endParaRPr lang="en-GB" sz="1700" b="1" cap="none" spc="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3505" marR="13505" marT="13505" marB="129644"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marL="0" marR="0">
                        <a:lnSpc>
                          <a:spcPct val="115000"/>
                        </a:lnSpc>
                        <a:spcAft>
                          <a:spcPts val="800"/>
                        </a:spcAft>
                        <a:buNone/>
                      </a:pPr>
                      <a:r>
                        <a:rPr lang="en-GB" sz="2300" cap="none" spc="0">
                          <a:solidFill>
                            <a:schemeClr val="tx1"/>
                          </a:solidFill>
                          <a:effectLst/>
                        </a:rPr>
                        <a:t>Copy editing and Track Changes</a:t>
                      </a:r>
                      <a:endParaRPr lang="en-GB" sz="2300" cap="none" spc="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3505" marR="13505" marT="13505" marB="129644" anchor="ctr">
                    <a:lnL w="12700" cmpd="sng">
                      <a:noFill/>
                      <a:prstDash val="solid"/>
                    </a:lnL>
                    <a:lnR w="12700" cmpd="sng">
                      <a:noFill/>
                      <a:prstDash val="solid"/>
                    </a:lnR>
                    <a:lnT w="38100" cmpd="sng">
                      <a:noFill/>
                    </a:lnT>
                    <a:lnB w="12700" cmpd="sng">
                      <a:noFill/>
                      <a:prstDash val="solid"/>
                    </a:lnB>
                    <a:solidFill>
                      <a:srgbClr val="F7F7F7"/>
                    </a:solidFill>
                  </a:tcPr>
                </a:tc>
                <a:extLst>
                  <a:ext uri="{0D108BD9-81ED-4DB2-BD59-A6C34878D82A}">
                    <a16:rowId xmlns:a16="http://schemas.microsoft.com/office/drawing/2014/main" val="792265317"/>
                  </a:ext>
                </a:extLst>
              </a:tr>
              <a:tr h="569895">
                <a:tc>
                  <a:txBody>
                    <a:bodyPr/>
                    <a:lstStyle/>
                    <a:p>
                      <a:pPr marL="0" marR="0">
                        <a:lnSpc>
                          <a:spcPct val="115000"/>
                        </a:lnSpc>
                        <a:spcAft>
                          <a:spcPts val="800"/>
                        </a:spcAft>
                        <a:buNone/>
                      </a:pPr>
                      <a:r>
                        <a:rPr lang="en-GB" sz="1700" b="1" cap="none" spc="0">
                          <a:solidFill>
                            <a:schemeClr val="tx1"/>
                          </a:solidFill>
                          <a:effectLst/>
                        </a:rPr>
                        <a:t>Google Docs</a:t>
                      </a:r>
                      <a:endParaRPr lang="en-GB" sz="1700" b="1" cap="none" spc="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3505" marR="13505" marT="13505" marB="12964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nSpc>
                          <a:spcPct val="115000"/>
                        </a:lnSpc>
                        <a:spcAft>
                          <a:spcPts val="800"/>
                        </a:spcAft>
                        <a:buNone/>
                      </a:pPr>
                      <a:r>
                        <a:rPr lang="en-GB" sz="2300" cap="none" spc="0">
                          <a:solidFill>
                            <a:schemeClr val="tx1"/>
                          </a:solidFill>
                          <a:effectLst/>
                        </a:rPr>
                        <a:t>Collaborative editing</a:t>
                      </a:r>
                      <a:endParaRPr lang="en-GB" sz="2300" cap="none" spc="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3505" marR="13505" marT="13505" marB="12964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1350939362"/>
                  </a:ext>
                </a:extLst>
              </a:tr>
              <a:tr h="569895">
                <a:tc>
                  <a:txBody>
                    <a:bodyPr/>
                    <a:lstStyle/>
                    <a:p>
                      <a:pPr marL="0" marR="0">
                        <a:lnSpc>
                          <a:spcPct val="115000"/>
                        </a:lnSpc>
                        <a:spcAft>
                          <a:spcPts val="800"/>
                        </a:spcAft>
                        <a:buNone/>
                      </a:pPr>
                      <a:r>
                        <a:rPr lang="en-GB" sz="1700" b="1" cap="none" spc="0">
                          <a:solidFill>
                            <a:schemeClr val="tx1"/>
                          </a:solidFill>
                          <a:effectLst/>
                        </a:rPr>
                        <a:t>Canva</a:t>
                      </a:r>
                      <a:endParaRPr lang="en-GB" sz="1700" b="1" cap="none" spc="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3505" marR="13505" marT="13505" marB="12964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nSpc>
                          <a:spcPct val="115000"/>
                        </a:lnSpc>
                        <a:spcAft>
                          <a:spcPts val="800"/>
                        </a:spcAft>
                        <a:buNone/>
                      </a:pPr>
                      <a:r>
                        <a:rPr lang="en-GB" sz="2300" cap="none" spc="0">
                          <a:solidFill>
                            <a:schemeClr val="tx1"/>
                          </a:solidFill>
                          <a:effectLst/>
                        </a:rPr>
                        <a:t>Graphic design and layout</a:t>
                      </a:r>
                      <a:endParaRPr lang="en-GB" sz="2300" cap="none" spc="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3505" marR="13505" marT="13505" marB="12964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697870409"/>
                  </a:ext>
                </a:extLst>
              </a:tr>
              <a:tr h="569895">
                <a:tc>
                  <a:txBody>
                    <a:bodyPr/>
                    <a:lstStyle/>
                    <a:p>
                      <a:pPr marL="0" marR="0">
                        <a:lnSpc>
                          <a:spcPct val="115000"/>
                        </a:lnSpc>
                        <a:spcAft>
                          <a:spcPts val="800"/>
                        </a:spcAft>
                        <a:buNone/>
                      </a:pPr>
                      <a:r>
                        <a:rPr lang="en-GB" sz="1700" b="1" cap="none" spc="0">
                          <a:solidFill>
                            <a:schemeClr val="tx1"/>
                          </a:solidFill>
                          <a:effectLst/>
                        </a:rPr>
                        <a:t>Adobe Photoshop</a:t>
                      </a:r>
                      <a:endParaRPr lang="en-GB" sz="1700" b="1" cap="none" spc="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3505" marR="13505" marT="13505" marB="12964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nSpc>
                          <a:spcPct val="115000"/>
                        </a:lnSpc>
                        <a:spcAft>
                          <a:spcPts val="800"/>
                        </a:spcAft>
                        <a:buNone/>
                      </a:pPr>
                      <a:r>
                        <a:rPr lang="en-GB" sz="2300" cap="none" spc="0">
                          <a:solidFill>
                            <a:schemeClr val="tx1"/>
                          </a:solidFill>
                          <a:effectLst/>
                        </a:rPr>
                        <a:t>Photo editing</a:t>
                      </a:r>
                      <a:endParaRPr lang="en-GB" sz="2300" cap="none" spc="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3505" marR="13505" marT="13505" marB="12964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250110495"/>
                  </a:ext>
                </a:extLst>
              </a:tr>
              <a:tr h="569895">
                <a:tc>
                  <a:txBody>
                    <a:bodyPr/>
                    <a:lstStyle/>
                    <a:p>
                      <a:pPr marL="0" marR="0">
                        <a:lnSpc>
                          <a:spcPct val="115000"/>
                        </a:lnSpc>
                        <a:spcAft>
                          <a:spcPts val="800"/>
                        </a:spcAft>
                        <a:buNone/>
                      </a:pPr>
                      <a:r>
                        <a:rPr lang="en-GB" sz="1700" b="1" cap="none" spc="0">
                          <a:solidFill>
                            <a:schemeClr val="tx1"/>
                          </a:solidFill>
                          <a:effectLst/>
                        </a:rPr>
                        <a:t>Adobe InDesign</a:t>
                      </a:r>
                      <a:endParaRPr lang="en-GB" sz="1700" b="1" cap="none" spc="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3505" marR="13505" marT="13505" marB="129644"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marL="0" marR="0">
                        <a:lnSpc>
                          <a:spcPct val="115000"/>
                        </a:lnSpc>
                        <a:spcAft>
                          <a:spcPts val="800"/>
                        </a:spcAft>
                        <a:buNone/>
                      </a:pPr>
                      <a:r>
                        <a:rPr lang="en-GB" sz="2300" cap="none" spc="0" dirty="0">
                          <a:solidFill>
                            <a:schemeClr val="tx1"/>
                          </a:solidFill>
                          <a:effectLst/>
                        </a:rPr>
                        <a:t>Newspaper and magazine layout</a:t>
                      </a:r>
                      <a:endParaRPr lang="en-GB" sz="2300" cap="none" spc="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3505" marR="13505" marT="13505" marB="129644"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extLst>
                  <a:ext uri="{0D108BD9-81ED-4DB2-BD59-A6C34878D82A}">
                    <a16:rowId xmlns:a16="http://schemas.microsoft.com/office/drawing/2014/main" val="1787841741"/>
                  </a:ext>
                </a:extLst>
              </a:tr>
            </a:tbl>
          </a:graphicData>
        </a:graphic>
      </p:graphicFrame>
    </p:spTree>
    <p:extLst>
      <p:ext uri="{BB962C8B-B14F-4D97-AF65-F5344CB8AC3E}">
        <p14:creationId xmlns:p14="http://schemas.microsoft.com/office/powerpoint/2010/main" val="1944837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170F8-DDA9-5644-C41D-EC74F4F914B2}"/>
              </a:ext>
            </a:extLst>
          </p:cNvPr>
          <p:cNvSpPr>
            <a:spLocks noGrp="1"/>
          </p:cNvSpPr>
          <p:nvPr>
            <p:ph type="title"/>
          </p:nvPr>
        </p:nvSpPr>
        <p:spPr/>
        <p:txBody>
          <a:bodyPr/>
          <a:lstStyle/>
          <a:p>
            <a:r>
              <a:rPr lang="en-GB" b="1" dirty="0"/>
              <a:t>Integration of Text and Graphics</a:t>
            </a:r>
            <a:endParaRPr lang="en-GB" dirty="0"/>
          </a:p>
        </p:txBody>
      </p:sp>
      <p:sp>
        <p:nvSpPr>
          <p:cNvPr id="3" name="Content Placeholder 2">
            <a:extLst>
              <a:ext uri="{FF2B5EF4-FFF2-40B4-BE49-F238E27FC236}">
                <a16:creationId xmlns:a16="http://schemas.microsoft.com/office/drawing/2014/main" id="{B8421740-22A3-FE3D-D2B2-B409B6DE80F9}"/>
              </a:ext>
            </a:extLst>
          </p:cNvPr>
          <p:cNvSpPr>
            <a:spLocks noGrp="1"/>
          </p:cNvSpPr>
          <p:nvPr>
            <p:ph idx="1"/>
          </p:nvPr>
        </p:nvSpPr>
        <p:spPr/>
        <p:txBody>
          <a:bodyPr>
            <a:normAutofit/>
          </a:bodyPr>
          <a:lstStyle/>
          <a:p>
            <a:pPr marL="0" indent="0">
              <a:buNone/>
            </a:pPr>
            <a:r>
              <a:rPr lang="en-GB" dirty="0"/>
              <a:t>Effective communication requires harmony between:</a:t>
            </a:r>
          </a:p>
          <a:p>
            <a:pPr lvl="0"/>
            <a:r>
              <a:rPr lang="en-GB" dirty="0"/>
              <a:t>Headlines</a:t>
            </a:r>
          </a:p>
          <a:p>
            <a:pPr lvl="0"/>
            <a:r>
              <a:rPr lang="en-GB" dirty="0"/>
              <a:t>Images</a:t>
            </a:r>
          </a:p>
          <a:p>
            <a:pPr lvl="0"/>
            <a:r>
              <a:rPr lang="en-GB" dirty="0"/>
              <a:t>Captions</a:t>
            </a:r>
          </a:p>
          <a:p>
            <a:pPr lvl="0"/>
            <a:r>
              <a:rPr lang="en-GB" dirty="0"/>
              <a:t>Layout and typography</a:t>
            </a:r>
          </a:p>
          <a:p>
            <a:pPr marL="0" indent="0">
              <a:buNone/>
            </a:pPr>
            <a:r>
              <a:rPr lang="en-GB" b="1" dirty="0"/>
              <a:t>Principle:</a:t>
            </a:r>
            <a:br>
              <a:rPr lang="en-GB" dirty="0"/>
            </a:br>
            <a:r>
              <a:rPr lang="en-GB" dirty="0"/>
              <a:t>Text and visuals must complement each other to convey meaning.</a:t>
            </a:r>
          </a:p>
        </p:txBody>
      </p:sp>
      <p:sp>
        <p:nvSpPr>
          <p:cNvPr id="4" name="Content Placeholder 3">
            <a:extLst>
              <a:ext uri="{FF2B5EF4-FFF2-40B4-BE49-F238E27FC236}">
                <a16:creationId xmlns:a16="http://schemas.microsoft.com/office/drawing/2014/main" id="{2A52DA15-6304-CE7F-EB80-D78D79884400}"/>
              </a:ext>
            </a:extLst>
          </p:cNvPr>
          <p:cNvSpPr>
            <a:spLocks noGrp="1"/>
          </p:cNvSpPr>
          <p:nvPr>
            <p:ph idx="13"/>
          </p:nvPr>
        </p:nvSpPr>
        <p:spPr/>
        <p:txBody>
          <a:bodyPr/>
          <a:lstStyle/>
          <a:p>
            <a:endParaRPr lang="en-GB" dirty="0"/>
          </a:p>
        </p:txBody>
      </p:sp>
    </p:spTree>
    <p:extLst>
      <p:ext uri="{BB962C8B-B14F-4D97-AF65-F5344CB8AC3E}">
        <p14:creationId xmlns:p14="http://schemas.microsoft.com/office/powerpoint/2010/main" val="1072879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ED7CF-8122-A611-AFC1-9D10EC893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AC7E9C-0AE6-661A-B3EB-A8D5F4AFE5D8}"/>
              </a:ext>
            </a:extLst>
          </p:cNvPr>
          <p:cNvSpPr>
            <a:spLocks noGrp="1"/>
          </p:cNvSpPr>
          <p:nvPr>
            <p:ph type="title"/>
          </p:nvPr>
        </p:nvSpPr>
        <p:spPr/>
        <p:txBody>
          <a:bodyPr/>
          <a:lstStyle/>
          <a:p>
            <a:r>
              <a:rPr lang="en-GB" b="1" dirty="0"/>
              <a:t>In-Class Practical Activity</a:t>
            </a:r>
            <a:endParaRPr lang="en-GB" dirty="0"/>
          </a:p>
        </p:txBody>
      </p:sp>
      <p:sp>
        <p:nvSpPr>
          <p:cNvPr id="3" name="Content Placeholder 2">
            <a:extLst>
              <a:ext uri="{FF2B5EF4-FFF2-40B4-BE49-F238E27FC236}">
                <a16:creationId xmlns:a16="http://schemas.microsoft.com/office/drawing/2014/main" id="{21C4B91E-5A7F-5F1E-5209-633EA87496D1}"/>
              </a:ext>
            </a:extLst>
          </p:cNvPr>
          <p:cNvSpPr>
            <a:spLocks noGrp="1"/>
          </p:cNvSpPr>
          <p:nvPr>
            <p:ph idx="1"/>
          </p:nvPr>
        </p:nvSpPr>
        <p:spPr/>
        <p:txBody>
          <a:bodyPr>
            <a:normAutofit/>
          </a:bodyPr>
          <a:lstStyle/>
          <a:p>
            <a:pPr lvl="0"/>
            <a:r>
              <a:rPr lang="en-GB" dirty="0"/>
              <a:t>Edit a poorly written news story using proofreading symbols.</a:t>
            </a:r>
          </a:p>
          <a:p>
            <a:pPr lvl="0"/>
            <a:r>
              <a:rPr lang="en-GB" dirty="0"/>
              <a:t>Write an appropriate headline.</a:t>
            </a:r>
          </a:p>
          <a:p>
            <a:pPr lvl="0"/>
            <a:r>
              <a:rPr lang="en-GB" dirty="0"/>
              <a:t>Develop a caption for an accompanying photograph.</a:t>
            </a:r>
          </a:p>
          <a:p>
            <a:r>
              <a:rPr lang="en-GB" dirty="0"/>
              <a:t>Prepare the content using digital editing tools.</a:t>
            </a:r>
          </a:p>
        </p:txBody>
      </p:sp>
      <p:sp>
        <p:nvSpPr>
          <p:cNvPr id="4" name="Content Placeholder 3">
            <a:extLst>
              <a:ext uri="{FF2B5EF4-FFF2-40B4-BE49-F238E27FC236}">
                <a16:creationId xmlns:a16="http://schemas.microsoft.com/office/drawing/2014/main" id="{B051365A-4EC4-D9CD-7420-585FF23B81F1}"/>
              </a:ext>
            </a:extLst>
          </p:cNvPr>
          <p:cNvSpPr>
            <a:spLocks noGrp="1"/>
          </p:cNvSpPr>
          <p:nvPr>
            <p:ph idx="13"/>
          </p:nvPr>
        </p:nvSpPr>
        <p:spPr/>
        <p:txBody>
          <a:bodyPr/>
          <a:lstStyle/>
          <a:p>
            <a:pPr marL="0" indent="0"/>
            <a:r>
              <a:rPr lang="en-GB" b="1" dirty="0"/>
              <a:t>Students will:</a:t>
            </a:r>
          </a:p>
        </p:txBody>
      </p:sp>
    </p:spTree>
    <p:extLst>
      <p:ext uri="{BB962C8B-B14F-4D97-AF65-F5344CB8AC3E}">
        <p14:creationId xmlns:p14="http://schemas.microsoft.com/office/powerpoint/2010/main" val="3618468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5D46C-D718-61F8-72A8-E5BCCBA74493}"/>
              </a:ext>
            </a:extLst>
          </p:cNvPr>
          <p:cNvSpPr>
            <a:spLocks noGrp="1"/>
          </p:cNvSpPr>
          <p:nvPr>
            <p:ph type="title"/>
          </p:nvPr>
        </p:nvSpPr>
        <p:spPr/>
        <p:txBody>
          <a:bodyPr/>
          <a:lstStyle/>
          <a:p>
            <a:r>
              <a:rPr lang="en-GB" b="1" dirty="0"/>
              <a:t>What is the primary purpose of copy editing?</a:t>
            </a:r>
          </a:p>
        </p:txBody>
      </p:sp>
      <p:sp>
        <p:nvSpPr>
          <p:cNvPr id="3" name="Text Placeholder 2">
            <a:extLst>
              <a:ext uri="{FF2B5EF4-FFF2-40B4-BE49-F238E27FC236}">
                <a16:creationId xmlns:a16="http://schemas.microsoft.com/office/drawing/2014/main" id="{864C173D-59B9-96EE-F9FD-64BBD90AD786}"/>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664621131"/>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34286-7895-4379-ADD8-140929323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0D00E-74D5-A526-8455-B9025B3E8DA3}"/>
              </a:ext>
            </a:extLst>
          </p:cNvPr>
          <p:cNvSpPr>
            <a:spLocks noGrp="1"/>
          </p:cNvSpPr>
          <p:nvPr>
            <p:ph type="title"/>
          </p:nvPr>
        </p:nvSpPr>
        <p:spPr/>
        <p:txBody>
          <a:bodyPr/>
          <a:lstStyle/>
          <a:p>
            <a:pPr lvl="0"/>
            <a:r>
              <a:rPr lang="en-GB" b="1" dirty="0"/>
              <a:t>Which symbol indicates deletion?</a:t>
            </a:r>
          </a:p>
        </p:txBody>
      </p:sp>
      <p:sp>
        <p:nvSpPr>
          <p:cNvPr id="3" name="Text Placeholder 2">
            <a:extLst>
              <a:ext uri="{FF2B5EF4-FFF2-40B4-BE49-F238E27FC236}">
                <a16:creationId xmlns:a16="http://schemas.microsoft.com/office/drawing/2014/main" id="{E057EC18-17A3-5AC4-B8C2-51F72D98674D}"/>
              </a:ext>
            </a:extLst>
          </p:cNvPr>
          <p:cNvSpPr>
            <a:spLocks noGrp="1"/>
          </p:cNvSpPr>
          <p:nvPr>
            <p:ph type="body" idx="1"/>
          </p:nvPr>
        </p:nvSpPr>
        <p:spPr/>
        <p:txBody>
          <a:bodyPr/>
          <a:lstStyle/>
          <a:p>
            <a:r>
              <a:rPr lang="en-GB" b="1" dirty="0"/>
              <a:t>What </a:t>
            </a:r>
            <a:r>
              <a:rPr lang="en-GB" b="1" strike="sngStrike" dirty="0"/>
              <a:t>type of headline </a:t>
            </a:r>
            <a:r>
              <a:rPr lang="en-GB" b="1" dirty="0"/>
              <a:t>is most suitable for hard news?</a:t>
            </a:r>
            <a:endParaRPr lang="en-GB" dirty="0"/>
          </a:p>
          <a:p>
            <a:endParaRPr lang="en-GB" dirty="0"/>
          </a:p>
        </p:txBody>
      </p:sp>
    </p:spTree>
    <p:extLst>
      <p:ext uri="{BB962C8B-B14F-4D97-AF65-F5344CB8AC3E}">
        <p14:creationId xmlns:p14="http://schemas.microsoft.com/office/powerpoint/2010/main" val="236529651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F3CBE-8EDF-339C-C0C2-0EFB26833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3E35C-616E-F608-CD60-C4C6C638ACEC}"/>
              </a:ext>
            </a:extLst>
          </p:cNvPr>
          <p:cNvSpPr>
            <a:spLocks noGrp="1"/>
          </p:cNvSpPr>
          <p:nvPr>
            <p:ph type="title"/>
          </p:nvPr>
        </p:nvSpPr>
        <p:spPr/>
        <p:txBody>
          <a:bodyPr/>
          <a:lstStyle/>
          <a:p>
            <a:pPr lvl="0"/>
            <a:r>
              <a:rPr lang="en-GB" b="1" dirty="0"/>
              <a:t>What type of headline is most suitable for hard news?</a:t>
            </a:r>
          </a:p>
        </p:txBody>
      </p:sp>
      <p:sp>
        <p:nvSpPr>
          <p:cNvPr id="3" name="Text Placeholder 2">
            <a:extLst>
              <a:ext uri="{FF2B5EF4-FFF2-40B4-BE49-F238E27FC236}">
                <a16:creationId xmlns:a16="http://schemas.microsoft.com/office/drawing/2014/main" id="{A4EE418C-49BB-5664-6762-B51087D46BA1}"/>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619545826"/>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EADB6-B082-C815-DEA6-FC0F14F767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1F53CE-480B-E1DA-4607-171E3074CF9A}"/>
              </a:ext>
            </a:extLst>
          </p:cNvPr>
          <p:cNvSpPr>
            <a:spLocks noGrp="1"/>
          </p:cNvSpPr>
          <p:nvPr>
            <p:ph type="title"/>
          </p:nvPr>
        </p:nvSpPr>
        <p:spPr/>
        <p:txBody>
          <a:bodyPr/>
          <a:lstStyle/>
          <a:p>
            <a:pPr lvl="0"/>
            <a:r>
              <a:rPr lang="en-GB" b="1" dirty="0"/>
              <a:t>What is the main function of a caption?</a:t>
            </a:r>
          </a:p>
        </p:txBody>
      </p:sp>
      <p:sp>
        <p:nvSpPr>
          <p:cNvPr id="3" name="Text Placeholder 2">
            <a:extLst>
              <a:ext uri="{FF2B5EF4-FFF2-40B4-BE49-F238E27FC236}">
                <a16:creationId xmlns:a16="http://schemas.microsoft.com/office/drawing/2014/main" id="{03A3F604-1ECE-49F9-7F06-138511341290}"/>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819784298"/>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EAEEB-C201-0235-D22C-D4DC04758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361B5-F298-C115-5512-386D9FC0301C}"/>
              </a:ext>
            </a:extLst>
          </p:cNvPr>
          <p:cNvSpPr>
            <a:spLocks noGrp="1"/>
          </p:cNvSpPr>
          <p:nvPr>
            <p:ph type="title"/>
          </p:nvPr>
        </p:nvSpPr>
        <p:spPr/>
        <p:txBody>
          <a:bodyPr/>
          <a:lstStyle/>
          <a:p>
            <a:r>
              <a:rPr lang="en-GB" b="1" dirty="0"/>
              <a:t>Assessment Task</a:t>
            </a:r>
            <a:endParaRPr lang="en-GB" dirty="0"/>
          </a:p>
        </p:txBody>
      </p:sp>
      <p:sp>
        <p:nvSpPr>
          <p:cNvPr id="3" name="Content Placeholder 2">
            <a:extLst>
              <a:ext uri="{FF2B5EF4-FFF2-40B4-BE49-F238E27FC236}">
                <a16:creationId xmlns:a16="http://schemas.microsoft.com/office/drawing/2014/main" id="{78EC9694-5516-3B98-52B8-081B4F21C5BB}"/>
              </a:ext>
            </a:extLst>
          </p:cNvPr>
          <p:cNvSpPr>
            <a:spLocks noGrp="1"/>
          </p:cNvSpPr>
          <p:nvPr>
            <p:ph idx="1"/>
          </p:nvPr>
        </p:nvSpPr>
        <p:spPr/>
        <p:txBody>
          <a:bodyPr>
            <a:normAutofit/>
          </a:bodyPr>
          <a:lstStyle/>
          <a:p>
            <a:pPr marL="0" indent="0">
              <a:buNone/>
            </a:pPr>
            <a:r>
              <a:rPr lang="en-GB" b="1" dirty="0"/>
              <a:t>Select a news article and:</a:t>
            </a:r>
          </a:p>
          <a:p>
            <a:pPr lvl="0"/>
            <a:r>
              <a:rPr lang="en-GB" dirty="0"/>
              <a:t>Edit the copy using proofreading symbols.</a:t>
            </a:r>
          </a:p>
          <a:p>
            <a:pPr lvl="0"/>
            <a:r>
              <a:rPr lang="en-GB" dirty="0"/>
              <a:t>Rewrite the headline.</a:t>
            </a:r>
          </a:p>
          <a:p>
            <a:pPr lvl="0"/>
            <a:r>
              <a:rPr lang="en-GB" dirty="0"/>
              <a:t>Provide an appropriate caption for a related photograph.</a:t>
            </a:r>
          </a:p>
          <a:p>
            <a:pPr lvl="0"/>
            <a:r>
              <a:rPr lang="en-GB" dirty="0"/>
              <a:t>Submit both original and edited versions.</a:t>
            </a:r>
          </a:p>
        </p:txBody>
      </p:sp>
      <p:sp>
        <p:nvSpPr>
          <p:cNvPr id="4" name="Content Placeholder 3">
            <a:extLst>
              <a:ext uri="{FF2B5EF4-FFF2-40B4-BE49-F238E27FC236}">
                <a16:creationId xmlns:a16="http://schemas.microsoft.com/office/drawing/2014/main" id="{B43FBD73-6CE3-4DB4-E679-4CAFF3D6C5E6}"/>
              </a:ext>
            </a:extLst>
          </p:cNvPr>
          <p:cNvSpPr>
            <a:spLocks noGrp="1"/>
          </p:cNvSpPr>
          <p:nvPr>
            <p:ph idx="13"/>
          </p:nvPr>
        </p:nvSpPr>
        <p:spPr/>
        <p:txBody>
          <a:bodyPr/>
          <a:lstStyle/>
          <a:p>
            <a:r>
              <a:rPr lang="en-GB" b="1" dirty="0"/>
              <a:t>Individual Assignment</a:t>
            </a:r>
            <a:endParaRPr lang="en-GB" dirty="0"/>
          </a:p>
        </p:txBody>
      </p:sp>
    </p:spTree>
    <p:extLst>
      <p:ext uri="{BB962C8B-B14F-4D97-AF65-F5344CB8AC3E}">
        <p14:creationId xmlns:p14="http://schemas.microsoft.com/office/powerpoint/2010/main" val="1043439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5ED3CD-960A-FB80-8ABA-836C3DF2A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EEE50-8042-7B8F-4850-1A51D25B2090}"/>
              </a:ext>
            </a:extLst>
          </p:cNvPr>
          <p:cNvSpPr>
            <a:spLocks noGrp="1"/>
          </p:cNvSpPr>
          <p:nvPr>
            <p:ph type="title"/>
          </p:nvPr>
        </p:nvSpPr>
        <p:spPr>
          <a:xfrm>
            <a:off x="1113810" y="2960716"/>
            <a:ext cx="4036334" cy="2387600"/>
          </a:xfrm>
        </p:spPr>
        <p:txBody>
          <a:bodyPr vert="horz" lIns="91440" tIns="45720" rIns="91440" bIns="45720" rtlCol="0" anchor="t">
            <a:normAutofit/>
          </a:bodyPr>
          <a:lstStyle/>
          <a:p>
            <a:br>
              <a:rPr lang="en-US" sz="5400" kern="1200">
                <a:solidFill>
                  <a:schemeClr val="tx1"/>
                </a:solidFill>
                <a:latin typeface="+mj-lt"/>
                <a:ea typeface="+mj-ea"/>
                <a:cs typeface="+mj-cs"/>
              </a:rPr>
            </a:br>
            <a:r>
              <a:rPr lang="en-US" sz="5400" b="1" kern="1200">
                <a:solidFill>
                  <a:schemeClr val="tx1"/>
                </a:solidFill>
                <a:latin typeface="+mj-lt"/>
                <a:ea typeface="+mj-ea"/>
                <a:cs typeface="+mj-cs"/>
              </a:rPr>
              <a:t>Questions &amp; Next Steps</a:t>
            </a:r>
            <a:endParaRPr lang="en-US" sz="5400" kern="120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11BF7CE8-258D-135C-DC5B-A31881A1D614}"/>
              </a:ext>
            </a:extLst>
          </p:cNvPr>
          <p:cNvSpPr>
            <a:spLocks noGrp="1"/>
          </p:cNvSpPr>
          <p:nvPr>
            <p:ph idx="13"/>
          </p:nvPr>
        </p:nvSpPr>
        <p:spPr>
          <a:xfrm>
            <a:off x="1113809" y="953037"/>
            <a:ext cx="4036333" cy="1709849"/>
          </a:xfrm>
        </p:spPr>
        <p:txBody>
          <a:bodyPr vert="horz" lIns="91440" tIns="45720" rIns="91440" bIns="45720" rtlCol="0" anchor="b">
            <a:normAutofit/>
          </a:bodyPr>
          <a:lstStyle/>
          <a:p>
            <a:pPr marL="0" indent="0"/>
            <a:r>
              <a:rPr lang="en-US" sz="2000" b="1" kern="1200" dirty="0">
                <a:solidFill>
                  <a:schemeClr val="tx1"/>
                </a:solidFill>
                <a:latin typeface="+mn-lt"/>
                <a:ea typeface="+mn-ea"/>
                <a:cs typeface="+mn-cs"/>
              </a:rPr>
              <a:t>Any Questions?</a:t>
            </a:r>
            <a:endParaRPr lang="en-US" sz="2000" kern="1200" dirty="0">
              <a:solidFill>
                <a:schemeClr val="tx1"/>
              </a:solidFill>
              <a:latin typeface="+mn-lt"/>
              <a:ea typeface="+mn-ea"/>
              <a:cs typeface="+mn-cs"/>
            </a:endParaRPr>
          </a:p>
        </p:txBody>
      </p:sp>
      <p:pic>
        <p:nvPicPr>
          <p:cNvPr id="5" name="Picture 4">
            <a:extLst>
              <a:ext uri="{FF2B5EF4-FFF2-40B4-BE49-F238E27FC236}">
                <a16:creationId xmlns:a16="http://schemas.microsoft.com/office/drawing/2014/main" id="{61388888-EC15-D064-B264-0D2353D4135A}"/>
              </a:ext>
            </a:extLst>
          </p:cNvPr>
          <p:cNvPicPr>
            <a:picLocks noChangeAspect="1"/>
          </p:cNvPicPr>
          <p:nvPr/>
        </p:nvPicPr>
        <p:blipFill>
          <a:blip r:embed="rId2"/>
          <a:stretch>
            <a:fillRect/>
          </a:stretch>
        </p:blipFill>
        <p:spPr>
          <a:xfrm>
            <a:off x="5578155" y="251969"/>
            <a:ext cx="6344535" cy="6354062"/>
          </a:xfrm>
          <a:prstGeom prst="rect">
            <a:avLst/>
          </a:prstGeom>
        </p:spPr>
      </p:pic>
    </p:spTree>
    <p:extLst>
      <p:ext uri="{BB962C8B-B14F-4D97-AF65-F5344CB8AC3E}">
        <p14:creationId xmlns:p14="http://schemas.microsoft.com/office/powerpoint/2010/main" val="4291814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41B9C-A318-E538-7048-877EC027B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74BCB-6BE9-9FA3-9068-A83B2771EE4B}"/>
              </a:ext>
            </a:extLst>
          </p:cNvPr>
          <p:cNvSpPr>
            <a:spLocks noGrp="1"/>
          </p:cNvSpPr>
          <p:nvPr>
            <p:ph type="title"/>
          </p:nvPr>
        </p:nvSpPr>
        <p:spPr/>
        <p:txBody>
          <a:bodyPr/>
          <a:lstStyle/>
          <a:p>
            <a:endParaRPr lang="en-GB" b="1" dirty="0"/>
          </a:p>
        </p:txBody>
      </p:sp>
      <p:sp>
        <p:nvSpPr>
          <p:cNvPr id="3" name="Content Placeholder 2">
            <a:extLst>
              <a:ext uri="{FF2B5EF4-FFF2-40B4-BE49-F238E27FC236}">
                <a16:creationId xmlns:a16="http://schemas.microsoft.com/office/drawing/2014/main" id="{777DD60B-3F04-343D-C5E8-DEB032CC749F}"/>
              </a:ext>
            </a:extLst>
          </p:cNvPr>
          <p:cNvSpPr>
            <a:spLocks noGrp="1"/>
          </p:cNvSpPr>
          <p:nvPr>
            <p:ph idx="1"/>
          </p:nvPr>
        </p:nvSpPr>
        <p:spPr/>
        <p:txBody>
          <a:bodyPr>
            <a:normAutofit/>
          </a:bodyPr>
          <a:lstStyle/>
          <a:p>
            <a:pPr lvl="0"/>
            <a:r>
              <a:rPr lang="en-GB" dirty="0"/>
              <a:t>Copy editing ensures clarity, accuracy, and credibility.</a:t>
            </a:r>
          </a:p>
          <a:p>
            <a:pPr lvl="0"/>
            <a:r>
              <a:rPr lang="en-GB" dirty="0"/>
              <a:t>Headlines shape reader engagement and page design.</a:t>
            </a:r>
          </a:p>
          <a:p>
            <a:pPr lvl="0"/>
            <a:r>
              <a:rPr lang="en-GB" dirty="0"/>
              <a:t>Captions provide meaning to photographs.</a:t>
            </a:r>
          </a:p>
          <a:p>
            <a:pPr lvl="0"/>
            <a:r>
              <a:rPr lang="en-GB" dirty="0"/>
              <a:t>Editing symbols standardise newsroom corrections.</a:t>
            </a:r>
          </a:p>
          <a:p>
            <a:r>
              <a:rPr lang="en-GB" dirty="0"/>
              <a:t>Digital tools enhance modern editorial practice.</a:t>
            </a:r>
          </a:p>
        </p:txBody>
      </p:sp>
      <p:sp>
        <p:nvSpPr>
          <p:cNvPr id="4" name="Content Placeholder 3">
            <a:extLst>
              <a:ext uri="{FF2B5EF4-FFF2-40B4-BE49-F238E27FC236}">
                <a16:creationId xmlns:a16="http://schemas.microsoft.com/office/drawing/2014/main" id="{090F8856-3E00-606E-8553-BAB8890B9C9C}"/>
              </a:ext>
            </a:extLst>
          </p:cNvPr>
          <p:cNvSpPr>
            <a:spLocks noGrp="1"/>
          </p:cNvSpPr>
          <p:nvPr>
            <p:ph idx="13"/>
          </p:nvPr>
        </p:nvSpPr>
        <p:spPr/>
        <p:txBody>
          <a:bodyPr/>
          <a:lstStyle/>
          <a:p>
            <a:r>
              <a:rPr lang="en-GB" b="1" dirty="0"/>
              <a:t>Key Takeaways</a:t>
            </a:r>
          </a:p>
        </p:txBody>
      </p:sp>
    </p:spTree>
    <p:extLst>
      <p:ext uri="{BB962C8B-B14F-4D97-AF65-F5344CB8AC3E}">
        <p14:creationId xmlns:p14="http://schemas.microsoft.com/office/powerpoint/2010/main" val="22957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F702D-062D-294F-55CF-4702F4A75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017CA4-F0D0-1DAE-5DFE-B56AFDB6D56E}"/>
              </a:ext>
            </a:extLst>
          </p:cNvPr>
          <p:cNvSpPr>
            <a:spLocks noGrp="1"/>
          </p:cNvSpPr>
          <p:nvPr>
            <p:ph type="title"/>
          </p:nvPr>
        </p:nvSpPr>
        <p:spPr/>
        <p:txBody>
          <a:bodyPr/>
          <a:lstStyle/>
          <a:p>
            <a:r>
              <a:rPr lang="en-GB" b="1" dirty="0"/>
              <a:t>Link to Course Learning Outcomes</a:t>
            </a:r>
            <a:endParaRPr lang="en-GB" dirty="0"/>
          </a:p>
        </p:txBody>
      </p:sp>
      <p:sp>
        <p:nvSpPr>
          <p:cNvPr id="3" name="Content Placeholder 2">
            <a:extLst>
              <a:ext uri="{FF2B5EF4-FFF2-40B4-BE49-F238E27FC236}">
                <a16:creationId xmlns:a16="http://schemas.microsoft.com/office/drawing/2014/main" id="{2C4897F0-C715-789A-AADE-7AD58C397307}"/>
              </a:ext>
            </a:extLst>
          </p:cNvPr>
          <p:cNvSpPr>
            <a:spLocks noGrp="1"/>
          </p:cNvSpPr>
          <p:nvPr>
            <p:ph idx="1"/>
          </p:nvPr>
        </p:nvSpPr>
        <p:spPr/>
        <p:txBody>
          <a:bodyPr>
            <a:normAutofit/>
          </a:bodyPr>
          <a:lstStyle/>
          <a:p>
            <a:pPr marL="0" indent="0">
              <a:buNone/>
            </a:pPr>
            <a:r>
              <a:rPr lang="en-GB" dirty="0"/>
              <a:t>✔ Identify and apply editing symbols</a:t>
            </a:r>
            <a:br>
              <a:rPr lang="en-GB" dirty="0"/>
            </a:br>
            <a:r>
              <a:rPr lang="en-GB" dirty="0"/>
              <a:t>✔ Edit news copy for publication</a:t>
            </a:r>
            <a:br>
              <a:rPr lang="en-GB" dirty="0"/>
            </a:br>
            <a:r>
              <a:rPr lang="en-GB" dirty="0"/>
              <a:t>✔ Prepare photographs for newspapers</a:t>
            </a:r>
            <a:br>
              <a:rPr lang="en-GB" dirty="0"/>
            </a:br>
            <a:r>
              <a:rPr lang="en-GB" dirty="0"/>
              <a:t>✔ Demonstrate the use of editing software</a:t>
            </a:r>
            <a:br>
              <a:rPr lang="en-GB" dirty="0"/>
            </a:br>
            <a:r>
              <a:rPr lang="en-GB" dirty="0"/>
              <a:t>✔ Integrate text and graphics effectively</a:t>
            </a:r>
          </a:p>
        </p:txBody>
      </p:sp>
      <p:sp>
        <p:nvSpPr>
          <p:cNvPr id="4" name="Content Placeholder 3">
            <a:extLst>
              <a:ext uri="{FF2B5EF4-FFF2-40B4-BE49-F238E27FC236}">
                <a16:creationId xmlns:a16="http://schemas.microsoft.com/office/drawing/2014/main" id="{6968436C-F208-BC1E-7602-F13107ED9013}"/>
              </a:ext>
            </a:extLst>
          </p:cNvPr>
          <p:cNvSpPr>
            <a:spLocks noGrp="1"/>
          </p:cNvSpPr>
          <p:nvPr>
            <p:ph idx="13"/>
          </p:nvPr>
        </p:nvSpPr>
        <p:spPr/>
        <p:txBody>
          <a:bodyPr/>
          <a:lstStyle/>
          <a:p>
            <a:r>
              <a:rPr lang="en-GB" b="1" dirty="0"/>
              <a:t>After this lecture, students can:</a:t>
            </a:r>
          </a:p>
        </p:txBody>
      </p:sp>
    </p:spTree>
    <p:extLst>
      <p:ext uri="{BB962C8B-B14F-4D97-AF65-F5344CB8AC3E}">
        <p14:creationId xmlns:p14="http://schemas.microsoft.com/office/powerpoint/2010/main" val="1437194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C8C558-B309-F1EE-C60D-84412B222ACF}"/>
              </a:ext>
            </a:extLst>
          </p:cNvPr>
          <p:cNvSpPr>
            <a:spLocks noGrp="1"/>
          </p:cNvSpPr>
          <p:nvPr>
            <p:ph sz="half" idx="2"/>
          </p:nvPr>
        </p:nvSpPr>
        <p:spPr/>
        <p:txBody>
          <a:bodyPr/>
          <a:lstStyle/>
          <a:p>
            <a:pPr marL="0" indent="0">
              <a:buNone/>
            </a:pPr>
            <a:r>
              <a:rPr lang="en-US" dirty="0"/>
              <a:t>Scan to check-out</a:t>
            </a:r>
            <a:endParaRPr lang="en-GB" dirty="0"/>
          </a:p>
        </p:txBody>
      </p:sp>
      <p:pic>
        <p:nvPicPr>
          <p:cNvPr id="5" name="Content Placeholder 4">
            <a:extLst>
              <a:ext uri="{FF2B5EF4-FFF2-40B4-BE49-F238E27FC236}">
                <a16:creationId xmlns:a16="http://schemas.microsoft.com/office/drawing/2014/main" id="{F7EB4CC0-9475-A102-93B1-1B96FA9ED70D}"/>
              </a:ext>
            </a:extLst>
          </p:cNvPr>
          <p:cNvPicPr>
            <a:picLocks noGrp="1" noChangeAspect="1"/>
          </p:cNvPicPr>
          <p:nvPr>
            <p:ph sz="quarter" idx="4"/>
          </p:nvPr>
        </p:nvPicPr>
        <p:blipFill>
          <a:blip r:embed="rId2"/>
          <a:stretch>
            <a:fillRect/>
          </a:stretch>
        </p:blipFill>
        <p:spPr>
          <a:xfrm>
            <a:off x="5632286" y="668337"/>
            <a:ext cx="5487964" cy="5521326"/>
          </a:xfrm>
          <a:prstGeom prst="rect">
            <a:avLst/>
          </a:prstGeom>
        </p:spPr>
      </p:pic>
    </p:spTree>
    <p:extLst>
      <p:ext uri="{BB962C8B-B14F-4D97-AF65-F5344CB8AC3E}">
        <p14:creationId xmlns:p14="http://schemas.microsoft.com/office/powerpoint/2010/main" val="12053604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BD7-D4D7-87A5-1BE5-A91996826B02}"/>
              </a:ext>
            </a:extLst>
          </p:cNvPr>
          <p:cNvSpPr>
            <a:spLocks noGrp="1"/>
          </p:cNvSpPr>
          <p:nvPr>
            <p:ph type="title"/>
          </p:nvPr>
        </p:nvSpPr>
        <p:spPr/>
        <p:txBody>
          <a:bodyPr>
            <a:normAutofit/>
          </a:bodyPr>
          <a:lstStyle/>
          <a:p>
            <a:endParaRPr lang="en-GB" dirty="0"/>
          </a:p>
        </p:txBody>
      </p:sp>
      <p:sp>
        <p:nvSpPr>
          <p:cNvPr id="3" name="Content Placeholder 2">
            <a:extLst>
              <a:ext uri="{FF2B5EF4-FFF2-40B4-BE49-F238E27FC236}">
                <a16:creationId xmlns:a16="http://schemas.microsoft.com/office/drawing/2014/main" id="{62A0E65A-5885-CE3A-36C9-ED41E26F99AC}"/>
              </a:ext>
            </a:extLst>
          </p:cNvPr>
          <p:cNvSpPr>
            <a:spLocks noGrp="1"/>
          </p:cNvSpPr>
          <p:nvPr>
            <p:ph idx="1"/>
          </p:nvPr>
        </p:nvSpPr>
        <p:spPr/>
        <p:txBody>
          <a:bodyPr/>
          <a:lstStyle/>
          <a:p>
            <a:r>
              <a:rPr lang="en-US" dirty="0"/>
              <a:t>Mencher, M. </a:t>
            </a:r>
            <a:r>
              <a:rPr lang="en-US" i="1" dirty="0"/>
              <a:t>News Reporting and Writing</a:t>
            </a:r>
            <a:r>
              <a:rPr lang="en-US" dirty="0"/>
              <a:t> </a:t>
            </a:r>
          </a:p>
          <a:p>
            <a:r>
              <a:rPr lang="en-US" dirty="0"/>
              <a:t>Harrower, T. </a:t>
            </a:r>
            <a:r>
              <a:rPr lang="en-US" i="1" dirty="0"/>
              <a:t>The Newspaper Designer’s Handbook</a:t>
            </a:r>
            <a:r>
              <a:rPr lang="en-US" dirty="0"/>
              <a:t> </a:t>
            </a:r>
          </a:p>
          <a:p>
            <a:r>
              <a:rPr lang="en-US" dirty="0"/>
              <a:t>Evans, H. </a:t>
            </a:r>
            <a:r>
              <a:rPr lang="en-US" i="1" dirty="0"/>
              <a:t>Essential English for Journalists</a:t>
            </a:r>
            <a:r>
              <a:rPr lang="en-US" dirty="0"/>
              <a:t> </a:t>
            </a:r>
          </a:p>
          <a:p>
            <a:r>
              <a:rPr lang="en-US" dirty="0"/>
              <a:t>Hohenberg, J. </a:t>
            </a:r>
            <a:r>
              <a:rPr lang="en-US" i="1" dirty="0"/>
              <a:t>The Professional Journalist</a:t>
            </a:r>
            <a:endParaRPr lang="en-US" dirty="0"/>
          </a:p>
        </p:txBody>
      </p:sp>
      <p:sp>
        <p:nvSpPr>
          <p:cNvPr id="4" name="Content Placeholder 3">
            <a:extLst>
              <a:ext uri="{FF2B5EF4-FFF2-40B4-BE49-F238E27FC236}">
                <a16:creationId xmlns:a16="http://schemas.microsoft.com/office/drawing/2014/main" id="{5B6931E7-87C0-A435-DE85-C53502740354}"/>
              </a:ext>
            </a:extLst>
          </p:cNvPr>
          <p:cNvSpPr>
            <a:spLocks noGrp="1"/>
          </p:cNvSpPr>
          <p:nvPr>
            <p:ph idx="13"/>
          </p:nvPr>
        </p:nvSpPr>
        <p:spPr/>
        <p:txBody>
          <a:bodyPr/>
          <a:lstStyle/>
          <a:p>
            <a:r>
              <a:rPr lang="en-US" b="1" dirty="0"/>
              <a:t>Recommended Reading</a:t>
            </a:r>
          </a:p>
        </p:txBody>
      </p:sp>
    </p:spTree>
    <p:extLst>
      <p:ext uri="{BB962C8B-B14F-4D97-AF65-F5344CB8AC3E}">
        <p14:creationId xmlns:p14="http://schemas.microsoft.com/office/powerpoint/2010/main" val="848927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5062E-8F5E-7F90-644E-2FB2C786B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24B10E-6221-E119-E4FA-BA51F1A89BAE}"/>
              </a:ext>
            </a:extLst>
          </p:cNvPr>
          <p:cNvSpPr>
            <a:spLocks noGrp="1"/>
          </p:cNvSpPr>
          <p:nvPr>
            <p:ph type="title"/>
          </p:nvPr>
        </p:nvSpPr>
        <p:spPr/>
        <p:txBody>
          <a:bodyPr>
            <a:normAutofit/>
          </a:bodyPr>
          <a:lstStyle/>
          <a:p>
            <a:endParaRPr lang="en-GB" dirty="0"/>
          </a:p>
        </p:txBody>
      </p:sp>
      <p:sp>
        <p:nvSpPr>
          <p:cNvPr id="3" name="Content Placeholder 2">
            <a:extLst>
              <a:ext uri="{FF2B5EF4-FFF2-40B4-BE49-F238E27FC236}">
                <a16:creationId xmlns:a16="http://schemas.microsoft.com/office/drawing/2014/main" id="{DA572E8C-6376-9F81-A494-6CB9A0E84967}"/>
              </a:ext>
            </a:extLst>
          </p:cNvPr>
          <p:cNvSpPr>
            <a:spLocks noGrp="1"/>
          </p:cNvSpPr>
          <p:nvPr>
            <p:ph idx="1"/>
          </p:nvPr>
        </p:nvSpPr>
        <p:spPr/>
        <p:txBody>
          <a:bodyPr/>
          <a:lstStyle/>
          <a:p>
            <a:pPr marL="0" indent="0">
              <a:buNone/>
            </a:pPr>
            <a:r>
              <a:rPr lang="en-GB" b="1" dirty="0"/>
              <a:t>Typography and Colour in Communication</a:t>
            </a:r>
            <a:endParaRPr lang="en-GB" dirty="0"/>
          </a:p>
          <a:p>
            <a:pPr lvl="0"/>
            <a:r>
              <a:rPr lang="en-GB" dirty="0"/>
              <a:t>Principles of typography</a:t>
            </a:r>
          </a:p>
          <a:p>
            <a:pPr lvl="0"/>
            <a:r>
              <a:rPr lang="en-GB" dirty="0"/>
              <a:t>Font selection and readability</a:t>
            </a:r>
          </a:p>
          <a:p>
            <a:pPr lvl="0"/>
            <a:r>
              <a:rPr lang="en-GB" dirty="0"/>
              <a:t>Colour theory in media design</a:t>
            </a:r>
          </a:p>
          <a:p>
            <a:pPr lvl="0"/>
            <a:r>
              <a:rPr lang="en-GB" dirty="0"/>
              <a:t>Applications in newspapers, magazines, and advertising</a:t>
            </a:r>
          </a:p>
        </p:txBody>
      </p:sp>
      <p:sp>
        <p:nvSpPr>
          <p:cNvPr id="4" name="Content Placeholder 3">
            <a:extLst>
              <a:ext uri="{FF2B5EF4-FFF2-40B4-BE49-F238E27FC236}">
                <a16:creationId xmlns:a16="http://schemas.microsoft.com/office/drawing/2014/main" id="{21FFD9FE-D0F9-3984-2413-22B076D09861}"/>
              </a:ext>
            </a:extLst>
          </p:cNvPr>
          <p:cNvSpPr>
            <a:spLocks noGrp="1"/>
          </p:cNvSpPr>
          <p:nvPr>
            <p:ph idx="13"/>
          </p:nvPr>
        </p:nvSpPr>
        <p:spPr/>
        <p:txBody>
          <a:bodyPr/>
          <a:lstStyle/>
          <a:p>
            <a:r>
              <a:rPr lang="en-GB" b="1" dirty="0"/>
              <a:t>Preview of Week 4</a:t>
            </a:r>
            <a:endParaRPr lang="en-GB" dirty="0"/>
          </a:p>
        </p:txBody>
      </p:sp>
    </p:spTree>
    <p:extLst>
      <p:ext uri="{BB962C8B-B14F-4D97-AF65-F5344CB8AC3E}">
        <p14:creationId xmlns:p14="http://schemas.microsoft.com/office/powerpoint/2010/main" val="3925484131"/>
      </p:ext>
    </p:extLst>
  </p:cSld>
  <p:clrMapOvr>
    <a:masterClrMapping/>
  </p:clrMapOvr>
</p:sld>
</file>

<file path=ppt/theme/theme1.xml><?xml version="1.0" encoding="utf-8"?>
<a:theme xmlns:a="http://schemas.openxmlformats.org/drawingml/2006/main" name="Office Theme">
  <a:themeElements>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2223</TotalTime>
  <Words>3882</Words>
  <Application>Microsoft Office PowerPoint</Application>
  <PresentationFormat>Widescreen</PresentationFormat>
  <Paragraphs>522</Paragraphs>
  <Slides>33</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.AppleSystemUIFont</vt:lpstr>
      <vt:lpstr>Afacad Flux</vt:lpstr>
      <vt:lpstr>Aptos</vt:lpstr>
      <vt:lpstr>Aptos Display</vt:lpstr>
      <vt:lpstr>Arial</vt:lpstr>
      <vt:lpstr>Calibri</vt:lpstr>
      <vt:lpstr>Manrope</vt:lpstr>
      <vt:lpstr>Wingdings</vt:lpstr>
      <vt:lpstr>Office Theme</vt:lpstr>
      <vt:lpstr>Lesson #3  Copy Editing, Headline Writing, and Caption Development</vt:lpstr>
      <vt:lpstr>PowerPoint Presentation</vt:lpstr>
      <vt:lpstr> QuickQuestions</vt:lpstr>
      <vt:lpstr> What We Will Cover Today</vt:lpstr>
      <vt:lpstr>Objectives </vt:lpstr>
      <vt:lpstr> Copy Editing in Communication</vt:lpstr>
      <vt:lpstr>Principles of Effective Editing</vt:lpstr>
      <vt:lpstr>Editing Symbols in Practice</vt:lpstr>
      <vt:lpstr>Practical Copy Editing Exercise</vt:lpstr>
      <vt:lpstr>Practical Copy Editing Exercise</vt:lpstr>
      <vt:lpstr>Introduction to Headlines</vt:lpstr>
      <vt:lpstr>Functions of Headlines</vt:lpstr>
      <vt:lpstr>Types of Headlines</vt:lpstr>
      <vt:lpstr>Nigerian Media Examples</vt:lpstr>
      <vt:lpstr>Rules for Writing Effective Headlines</vt:lpstr>
      <vt:lpstr>Introduction to Captions</vt:lpstr>
      <vt:lpstr>PowerPoint Presentation</vt:lpstr>
      <vt:lpstr>Photograph Editing for Newspapers</vt:lpstr>
      <vt:lpstr>PowerPoint Presentation</vt:lpstr>
      <vt:lpstr>Digital Tools for Editing and Graphics</vt:lpstr>
      <vt:lpstr>Integration of Text and Graphics</vt:lpstr>
      <vt:lpstr>In-Class Practical Activity</vt:lpstr>
      <vt:lpstr>What is the primary purpose of copy editing?</vt:lpstr>
      <vt:lpstr>Which symbol indicates deletion?</vt:lpstr>
      <vt:lpstr>What type of headline is most suitable for hard news?</vt:lpstr>
      <vt:lpstr>What is the main function of a caption?</vt:lpstr>
      <vt:lpstr>Assessment Task</vt:lpstr>
      <vt:lpstr> Questions &amp; Next Steps</vt:lpstr>
      <vt:lpstr>PowerPoint Presentation</vt:lpstr>
      <vt:lpstr>Link to Course Learning Outcomes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  Introduction to Copy Editing and the Publishing Ecosystem</dc:title>
  <dc:creator>OA</dc:creator>
  <cp:lastModifiedBy>OA</cp:lastModifiedBy>
  <cp:revision>7</cp:revision>
  <dcterms:created xsi:type="dcterms:W3CDTF">2026-03-17T11:27:34Z</dcterms:created>
  <dcterms:modified xsi:type="dcterms:W3CDTF">2026-04-10T09:33:34Z</dcterms:modified>
</cp:coreProperties>
</file>