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7"/>
  </p:notesMasterIdLst>
  <p:handoutMasterIdLst>
    <p:handoutMasterId r:id="rId38"/>
  </p:handoutMasterIdLst>
  <p:sldIdLst>
    <p:sldId id="256" r:id="rId2"/>
    <p:sldId id="290" r:id="rId3"/>
    <p:sldId id="272" r:id="rId4"/>
    <p:sldId id="261" r:id="rId5"/>
    <p:sldId id="291" r:id="rId6"/>
    <p:sldId id="262" r:id="rId7"/>
    <p:sldId id="292" r:id="rId8"/>
    <p:sldId id="263" r:id="rId9"/>
    <p:sldId id="369" r:id="rId10"/>
    <p:sldId id="264" r:id="rId11"/>
    <p:sldId id="265" r:id="rId12"/>
    <p:sldId id="372" r:id="rId13"/>
    <p:sldId id="376" r:id="rId14"/>
    <p:sldId id="266" r:id="rId15"/>
    <p:sldId id="269" r:id="rId16"/>
    <p:sldId id="299" r:id="rId17"/>
    <p:sldId id="370" r:id="rId18"/>
    <p:sldId id="300" r:id="rId19"/>
    <p:sldId id="320" r:id="rId20"/>
    <p:sldId id="293" r:id="rId21"/>
    <p:sldId id="294" r:id="rId22"/>
    <p:sldId id="305" r:id="rId23"/>
    <p:sldId id="375" r:id="rId24"/>
    <p:sldId id="295" r:id="rId25"/>
    <p:sldId id="371" r:id="rId26"/>
    <p:sldId id="377" r:id="rId27"/>
    <p:sldId id="378" r:id="rId28"/>
    <p:sldId id="373" r:id="rId29"/>
    <p:sldId id="380" r:id="rId30"/>
    <p:sldId id="381" r:id="rId31"/>
    <p:sldId id="296" r:id="rId32"/>
    <p:sldId id="318" r:id="rId33"/>
    <p:sldId id="287" r:id="rId34"/>
    <p:sldId id="301" r:id="rId35"/>
    <p:sldId id="328"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7BBA35-25DF-458F-AA7A-B0C4A58904AD}" v="67" dt="2026-04-14T11:16:13.3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2669" autoAdjust="0"/>
  </p:normalViewPr>
  <p:slideViewPr>
    <p:cSldViewPr snapToGrid="0">
      <p:cViewPr varScale="1">
        <p:scale>
          <a:sx n="80" d="100"/>
          <a:sy n="80" d="100"/>
        </p:scale>
        <p:origin x="1710" y="300"/>
      </p:cViewPr>
      <p:guideLst/>
    </p:cSldViewPr>
  </p:slideViewPr>
  <p:notesTextViewPr>
    <p:cViewPr>
      <p:scale>
        <a:sx n="3" d="2"/>
        <a:sy n="3" d="2"/>
      </p:scale>
      <p:origin x="0" y="0"/>
    </p:cViewPr>
  </p:notesTextViewPr>
  <p:notesViewPr>
    <p:cSldViewPr snapToGrid="0">
      <p:cViewPr varScale="1">
        <p:scale>
          <a:sx n="81" d="100"/>
          <a:sy n="81" d="100"/>
        </p:scale>
        <p:origin x="3894"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asunkanmi Arowolo" userId="b1d4bfef6b4a9739" providerId="LiveId" clId="{B94EA0D5-4A62-4905-A0A5-198FB6972D82}"/>
    <pc:docChg chg="undo redo custSel addSld delSld modSld sldOrd modMainMaster">
      <pc:chgData name="Olasunkanmi Arowolo" userId="b1d4bfef6b4a9739" providerId="LiveId" clId="{B94EA0D5-4A62-4905-A0A5-198FB6972D82}" dt="2026-04-14T12:58:51.083" v="639" actId="1076"/>
      <pc:docMkLst>
        <pc:docMk/>
      </pc:docMkLst>
      <pc:sldChg chg="modSp mod modNotesTx">
        <pc:chgData name="Olasunkanmi Arowolo" userId="b1d4bfef6b4a9739" providerId="LiveId" clId="{B94EA0D5-4A62-4905-A0A5-198FB6972D82}" dt="2026-04-14T12:07:20.629" v="432" actId="20577"/>
        <pc:sldMkLst>
          <pc:docMk/>
          <pc:sldMk cId="1959314725" sldId="256"/>
        </pc:sldMkLst>
        <pc:spChg chg="mod">
          <ac:chgData name="Olasunkanmi Arowolo" userId="b1d4bfef6b4a9739" providerId="LiveId" clId="{B94EA0D5-4A62-4905-A0A5-198FB6972D82}" dt="2026-04-14T11:03:46.994" v="29" actId="20577"/>
          <ac:spMkLst>
            <pc:docMk/>
            <pc:sldMk cId="1959314725" sldId="256"/>
            <ac:spMk id="2" creationId="{E228C031-3726-3177-1934-73EA4BEEB3FC}"/>
          </ac:spMkLst>
        </pc:spChg>
      </pc:sldChg>
      <pc:sldChg chg="addSp delSp modSp mod modAnim">
        <pc:chgData name="Olasunkanmi Arowolo" userId="b1d4bfef6b4a9739" providerId="LiveId" clId="{B94EA0D5-4A62-4905-A0A5-198FB6972D82}" dt="2026-04-14T12:19:36.110" v="464" actId="478"/>
        <pc:sldMkLst>
          <pc:docMk/>
          <pc:sldMk cId="2826128435" sldId="261"/>
        </pc:sldMkLst>
        <pc:spChg chg="mod">
          <ac:chgData name="Olasunkanmi Arowolo" userId="b1d4bfef6b4a9739" providerId="LiveId" clId="{B94EA0D5-4A62-4905-A0A5-198FB6972D82}" dt="2026-04-14T11:07:09.068" v="39" actId="20577"/>
          <ac:spMkLst>
            <pc:docMk/>
            <pc:sldMk cId="2826128435" sldId="261"/>
            <ac:spMk id="3" creationId="{839AD960-211D-3ED0-0849-B1826F768D49}"/>
          </ac:spMkLst>
        </pc:spChg>
        <pc:spChg chg="del mod">
          <ac:chgData name="Olasunkanmi Arowolo" userId="b1d4bfef6b4a9739" providerId="LiveId" clId="{B94EA0D5-4A62-4905-A0A5-198FB6972D82}" dt="2026-04-14T12:19:36.110" v="464" actId="478"/>
          <ac:spMkLst>
            <pc:docMk/>
            <pc:sldMk cId="2826128435" sldId="261"/>
            <ac:spMk id="5" creationId="{D0DC9949-75FA-FD13-B2A5-6B68C3A5B44E}"/>
          </ac:spMkLst>
        </pc:spChg>
        <pc:spChg chg="add">
          <ac:chgData name="Olasunkanmi Arowolo" userId="b1d4bfef6b4a9739" providerId="LiveId" clId="{B94EA0D5-4A62-4905-A0A5-198FB6972D82}" dt="2026-04-14T11:05:00.278" v="31"/>
          <ac:spMkLst>
            <pc:docMk/>
            <pc:sldMk cId="2826128435" sldId="261"/>
            <ac:spMk id="6" creationId="{9F3D023D-917D-B58E-84D4-E9276DA04912}"/>
          </ac:spMkLst>
        </pc:spChg>
      </pc:sldChg>
      <pc:sldChg chg="delSp modSp mod modAnim">
        <pc:chgData name="Olasunkanmi Arowolo" userId="b1d4bfef6b4a9739" providerId="LiveId" clId="{B94EA0D5-4A62-4905-A0A5-198FB6972D82}" dt="2026-04-14T12:19:27.706" v="461" actId="478"/>
        <pc:sldMkLst>
          <pc:docMk/>
          <pc:sldMk cId="1519123789" sldId="262"/>
        </pc:sldMkLst>
        <pc:spChg chg="mod">
          <ac:chgData name="Olasunkanmi Arowolo" userId="b1d4bfef6b4a9739" providerId="LiveId" clId="{B94EA0D5-4A62-4905-A0A5-198FB6972D82}" dt="2026-04-14T11:11:51.839" v="47"/>
          <ac:spMkLst>
            <pc:docMk/>
            <pc:sldMk cId="1519123789" sldId="262"/>
            <ac:spMk id="2" creationId="{D53592E2-D2E7-27FD-730B-EE7FD3F7BD28}"/>
          </ac:spMkLst>
        </pc:spChg>
        <pc:spChg chg="mod">
          <ac:chgData name="Olasunkanmi Arowolo" userId="b1d4bfef6b4a9739" providerId="LiveId" clId="{B94EA0D5-4A62-4905-A0A5-198FB6972D82}" dt="2026-04-14T11:12:11.687" v="65" actId="12"/>
          <ac:spMkLst>
            <pc:docMk/>
            <pc:sldMk cId="1519123789" sldId="262"/>
            <ac:spMk id="3" creationId="{4AB0D9CC-3159-FF07-E488-6D99E477D816}"/>
          </ac:spMkLst>
        </pc:spChg>
        <pc:spChg chg="mod">
          <ac:chgData name="Olasunkanmi Arowolo" userId="b1d4bfef6b4a9739" providerId="LiveId" clId="{B94EA0D5-4A62-4905-A0A5-198FB6972D82}" dt="2026-04-14T11:12:07.250" v="64" actId="113"/>
          <ac:spMkLst>
            <pc:docMk/>
            <pc:sldMk cId="1519123789" sldId="262"/>
            <ac:spMk id="4" creationId="{3D9AC6F8-C187-0B3A-8BBE-599DA3D68400}"/>
          </ac:spMkLst>
        </pc:spChg>
        <pc:spChg chg="del">
          <ac:chgData name="Olasunkanmi Arowolo" userId="b1d4bfef6b4a9739" providerId="LiveId" clId="{B94EA0D5-4A62-4905-A0A5-198FB6972D82}" dt="2026-04-14T12:19:27.706" v="461" actId="478"/>
          <ac:spMkLst>
            <pc:docMk/>
            <pc:sldMk cId="1519123789" sldId="262"/>
            <ac:spMk id="6" creationId="{862CAC9B-D645-4E29-7546-3CB353BD8C85}"/>
          </ac:spMkLst>
        </pc:spChg>
      </pc:sldChg>
      <pc:sldChg chg="delSp modSp mod modAnim">
        <pc:chgData name="Olasunkanmi Arowolo" userId="b1d4bfef6b4a9739" providerId="LiveId" clId="{B94EA0D5-4A62-4905-A0A5-198FB6972D82}" dt="2026-04-14T12:19:16.745" v="459" actId="478"/>
        <pc:sldMkLst>
          <pc:docMk/>
          <pc:sldMk cId="2967033415" sldId="263"/>
        </pc:sldMkLst>
        <pc:spChg chg="mod">
          <ac:chgData name="Olasunkanmi Arowolo" userId="b1d4bfef6b4a9739" providerId="LiveId" clId="{B94EA0D5-4A62-4905-A0A5-198FB6972D82}" dt="2026-04-14T11:13:50.291" v="86" actId="6549"/>
          <ac:spMkLst>
            <pc:docMk/>
            <pc:sldMk cId="2967033415" sldId="263"/>
            <ac:spMk id="2" creationId="{15D2216B-81DA-09F9-7A47-22BC2921C5A4}"/>
          </ac:spMkLst>
        </pc:spChg>
        <pc:spChg chg="mod">
          <ac:chgData name="Olasunkanmi Arowolo" userId="b1d4bfef6b4a9739" providerId="LiveId" clId="{B94EA0D5-4A62-4905-A0A5-198FB6972D82}" dt="2026-04-14T11:13:46.923" v="85" actId="20577"/>
          <ac:spMkLst>
            <pc:docMk/>
            <pc:sldMk cId="2967033415" sldId="263"/>
            <ac:spMk id="3" creationId="{CFFB85CC-F198-8877-59DB-88418F9BFA49}"/>
          </ac:spMkLst>
        </pc:spChg>
        <pc:spChg chg="mod">
          <ac:chgData name="Olasunkanmi Arowolo" userId="b1d4bfef6b4a9739" providerId="LiveId" clId="{B94EA0D5-4A62-4905-A0A5-198FB6972D82}" dt="2026-04-14T11:13:59.029" v="87"/>
          <ac:spMkLst>
            <pc:docMk/>
            <pc:sldMk cId="2967033415" sldId="263"/>
            <ac:spMk id="4" creationId="{3A6CD5CD-F8F2-86E0-83D1-C61C535B2D47}"/>
          </ac:spMkLst>
        </pc:spChg>
        <pc:spChg chg="del">
          <ac:chgData name="Olasunkanmi Arowolo" userId="b1d4bfef6b4a9739" providerId="LiveId" clId="{B94EA0D5-4A62-4905-A0A5-198FB6972D82}" dt="2026-04-14T12:19:16.745" v="459" actId="478"/>
          <ac:spMkLst>
            <pc:docMk/>
            <pc:sldMk cId="2967033415" sldId="263"/>
            <ac:spMk id="6" creationId="{FBF14E6A-3718-B3C2-C750-C91F6E5BFB9D}"/>
          </ac:spMkLst>
        </pc:spChg>
      </pc:sldChg>
      <pc:sldChg chg="delSp modSp mod modAnim modNotesTx">
        <pc:chgData name="Olasunkanmi Arowolo" userId="b1d4bfef6b4a9739" providerId="LiveId" clId="{B94EA0D5-4A62-4905-A0A5-198FB6972D82}" dt="2026-04-14T12:19:12.391" v="458" actId="478"/>
        <pc:sldMkLst>
          <pc:docMk/>
          <pc:sldMk cId="2606407833" sldId="264"/>
        </pc:sldMkLst>
        <pc:spChg chg="mod">
          <ac:chgData name="Olasunkanmi Arowolo" userId="b1d4bfef6b4a9739" providerId="LiveId" clId="{B94EA0D5-4A62-4905-A0A5-198FB6972D82}" dt="2026-04-14T11:15:19.529" v="113"/>
          <ac:spMkLst>
            <pc:docMk/>
            <pc:sldMk cId="2606407833" sldId="264"/>
            <ac:spMk id="2" creationId="{4F980854-DC82-BCA4-5C8D-6F46A9F03999}"/>
          </ac:spMkLst>
        </pc:spChg>
        <pc:spChg chg="mod">
          <ac:chgData name="Olasunkanmi Arowolo" userId="b1d4bfef6b4a9739" providerId="LiveId" clId="{B94EA0D5-4A62-4905-A0A5-198FB6972D82}" dt="2026-04-14T11:15:27.277" v="125" actId="6549"/>
          <ac:spMkLst>
            <pc:docMk/>
            <pc:sldMk cId="2606407833" sldId="264"/>
            <ac:spMk id="3" creationId="{1D921AE2-D4D5-77A5-DE43-C0EAEA18162A}"/>
          </ac:spMkLst>
        </pc:spChg>
        <pc:spChg chg="mod">
          <ac:chgData name="Olasunkanmi Arowolo" userId="b1d4bfef6b4a9739" providerId="LiveId" clId="{B94EA0D5-4A62-4905-A0A5-198FB6972D82}" dt="2026-04-14T11:15:31.217" v="127" actId="113"/>
          <ac:spMkLst>
            <pc:docMk/>
            <pc:sldMk cId="2606407833" sldId="264"/>
            <ac:spMk id="4" creationId="{92911057-6FA5-3193-1AF3-7CEC50B6569D}"/>
          </ac:spMkLst>
        </pc:spChg>
        <pc:spChg chg="del">
          <ac:chgData name="Olasunkanmi Arowolo" userId="b1d4bfef6b4a9739" providerId="LiveId" clId="{B94EA0D5-4A62-4905-A0A5-198FB6972D82}" dt="2026-04-14T12:19:12.391" v="458" actId="478"/>
          <ac:spMkLst>
            <pc:docMk/>
            <pc:sldMk cId="2606407833" sldId="264"/>
            <ac:spMk id="6" creationId="{8B3EE7C7-C5BE-75AD-5F25-65C58A244D33}"/>
          </ac:spMkLst>
        </pc:spChg>
      </pc:sldChg>
      <pc:sldChg chg="delSp modSp mod modAnim">
        <pc:chgData name="Olasunkanmi Arowolo" userId="b1d4bfef6b4a9739" providerId="LiveId" clId="{B94EA0D5-4A62-4905-A0A5-198FB6972D82}" dt="2026-04-14T12:16:44.433" v="449"/>
        <pc:sldMkLst>
          <pc:docMk/>
          <pc:sldMk cId="1025665560" sldId="265"/>
        </pc:sldMkLst>
        <pc:spChg chg="mod">
          <ac:chgData name="Olasunkanmi Arowolo" userId="b1d4bfef6b4a9739" providerId="LiveId" clId="{B94EA0D5-4A62-4905-A0A5-198FB6972D82}" dt="2026-04-14T11:16:32.901" v="139" actId="6549"/>
          <ac:spMkLst>
            <pc:docMk/>
            <pc:sldMk cId="1025665560" sldId="265"/>
            <ac:spMk id="2" creationId="{8B85EB5C-2F4D-C28A-B052-F4F2EAF8B2FD}"/>
          </ac:spMkLst>
        </pc:spChg>
        <pc:spChg chg="mod">
          <ac:chgData name="Olasunkanmi Arowolo" userId="b1d4bfef6b4a9739" providerId="LiveId" clId="{B94EA0D5-4A62-4905-A0A5-198FB6972D82}" dt="2026-04-14T11:16:40.396" v="140" actId="113"/>
          <ac:spMkLst>
            <pc:docMk/>
            <pc:sldMk cId="1025665560" sldId="265"/>
            <ac:spMk id="3" creationId="{C805374E-6A9A-232E-3BA3-CBEA8D0A9B4C}"/>
          </ac:spMkLst>
        </pc:spChg>
        <pc:spChg chg="mod">
          <ac:chgData name="Olasunkanmi Arowolo" userId="b1d4bfef6b4a9739" providerId="LiveId" clId="{B94EA0D5-4A62-4905-A0A5-198FB6972D82}" dt="2026-04-14T11:16:30.649" v="138"/>
          <ac:spMkLst>
            <pc:docMk/>
            <pc:sldMk cId="1025665560" sldId="265"/>
            <ac:spMk id="4" creationId="{3A7B58D1-DA9B-C131-4980-C948F0EC51D6}"/>
          </ac:spMkLst>
        </pc:spChg>
        <pc:spChg chg="del mod">
          <ac:chgData name="Olasunkanmi Arowolo" userId="b1d4bfef6b4a9739" providerId="LiveId" clId="{B94EA0D5-4A62-4905-A0A5-198FB6972D82}" dt="2026-04-14T12:16:44.433" v="449"/>
          <ac:spMkLst>
            <pc:docMk/>
            <pc:sldMk cId="1025665560" sldId="265"/>
            <ac:spMk id="6" creationId="{114F72A5-220E-37E4-877A-A596B087EEA5}"/>
          </ac:spMkLst>
        </pc:spChg>
      </pc:sldChg>
      <pc:sldChg chg="delSp modSp mod modAnim modNotesTx">
        <pc:chgData name="Olasunkanmi Arowolo" userId="b1d4bfef6b4a9739" providerId="LiveId" clId="{B94EA0D5-4A62-4905-A0A5-198FB6972D82}" dt="2026-04-14T12:19:46.208" v="465" actId="478"/>
        <pc:sldMkLst>
          <pc:docMk/>
          <pc:sldMk cId="3061219509" sldId="266"/>
        </pc:sldMkLst>
        <pc:spChg chg="mod">
          <ac:chgData name="Olasunkanmi Arowolo" userId="b1d4bfef6b4a9739" providerId="LiveId" clId="{B94EA0D5-4A62-4905-A0A5-198FB6972D82}" dt="2026-04-14T11:18:57.686" v="144"/>
          <ac:spMkLst>
            <pc:docMk/>
            <pc:sldMk cId="3061219509" sldId="266"/>
            <ac:spMk id="2" creationId="{6C7FC6A1-DF16-9CDB-3BBB-FF71496FCFE9}"/>
          </ac:spMkLst>
        </pc:spChg>
        <pc:spChg chg="mod">
          <ac:chgData name="Olasunkanmi Arowolo" userId="b1d4bfef6b4a9739" providerId="LiveId" clId="{B94EA0D5-4A62-4905-A0A5-198FB6972D82}" dt="2026-04-14T11:19:05.793" v="159" actId="6549"/>
          <ac:spMkLst>
            <pc:docMk/>
            <pc:sldMk cId="3061219509" sldId="266"/>
            <ac:spMk id="3" creationId="{A6F1171F-2DD2-96B7-C404-A99E4B78A159}"/>
          </ac:spMkLst>
        </pc:spChg>
        <pc:spChg chg="mod">
          <ac:chgData name="Olasunkanmi Arowolo" userId="b1d4bfef6b4a9739" providerId="LiveId" clId="{B94EA0D5-4A62-4905-A0A5-198FB6972D82}" dt="2026-04-14T11:19:11.146" v="161" actId="113"/>
          <ac:spMkLst>
            <pc:docMk/>
            <pc:sldMk cId="3061219509" sldId="266"/>
            <ac:spMk id="4" creationId="{53AAEB9B-5EA9-CDB8-FA8F-5910DD85F32C}"/>
          </ac:spMkLst>
        </pc:spChg>
        <pc:spChg chg="del">
          <ac:chgData name="Olasunkanmi Arowolo" userId="b1d4bfef6b4a9739" providerId="LiveId" clId="{B94EA0D5-4A62-4905-A0A5-198FB6972D82}" dt="2026-04-14T12:19:46.208" v="465" actId="478"/>
          <ac:spMkLst>
            <pc:docMk/>
            <pc:sldMk cId="3061219509" sldId="266"/>
            <ac:spMk id="6" creationId="{BFE96384-5FC1-D3AD-3939-890DC3CF2EDE}"/>
          </ac:spMkLst>
        </pc:spChg>
      </pc:sldChg>
      <pc:sldChg chg="delSp modSp mod modAnim modNotesTx">
        <pc:chgData name="Olasunkanmi Arowolo" userId="b1d4bfef6b4a9739" providerId="LiveId" clId="{B94EA0D5-4A62-4905-A0A5-198FB6972D82}" dt="2026-04-14T12:19:49.591" v="466" actId="478"/>
        <pc:sldMkLst>
          <pc:docMk/>
          <pc:sldMk cId="2296693082" sldId="269"/>
        </pc:sldMkLst>
        <pc:spChg chg="mod">
          <ac:chgData name="Olasunkanmi Arowolo" userId="b1d4bfef6b4a9739" providerId="LiveId" clId="{B94EA0D5-4A62-4905-A0A5-198FB6972D82}" dt="2026-04-14T11:20:23.594" v="171"/>
          <ac:spMkLst>
            <pc:docMk/>
            <pc:sldMk cId="2296693082" sldId="269"/>
            <ac:spMk id="2" creationId="{D0E23B10-7BAF-4630-5960-32F597C1768B}"/>
          </ac:spMkLst>
        </pc:spChg>
        <pc:spChg chg="mod">
          <ac:chgData name="Olasunkanmi Arowolo" userId="b1d4bfef6b4a9739" providerId="LiveId" clId="{B94EA0D5-4A62-4905-A0A5-198FB6972D82}" dt="2026-04-14T11:20:25.717" v="172" actId="21"/>
          <ac:spMkLst>
            <pc:docMk/>
            <pc:sldMk cId="2296693082" sldId="269"/>
            <ac:spMk id="3" creationId="{F8290C08-3586-9A4C-48EC-EDEBDF04CEB0}"/>
          </ac:spMkLst>
        </pc:spChg>
        <pc:spChg chg="mod">
          <ac:chgData name="Olasunkanmi Arowolo" userId="b1d4bfef6b4a9739" providerId="LiveId" clId="{B94EA0D5-4A62-4905-A0A5-198FB6972D82}" dt="2026-04-14T11:20:29.523" v="174" actId="113"/>
          <ac:spMkLst>
            <pc:docMk/>
            <pc:sldMk cId="2296693082" sldId="269"/>
            <ac:spMk id="4" creationId="{675F909F-540C-B869-A977-BE79EA6D359F}"/>
          </ac:spMkLst>
        </pc:spChg>
        <pc:spChg chg="del">
          <ac:chgData name="Olasunkanmi Arowolo" userId="b1d4bfef6b4a9739" providerId="LiveId" clId="{B94EA0D5-4A62-4905-A0A5-198FB6972D82}" dt="2026-04-14T12:19:49.591" v="466" actId="478"/>
          <ac:spMkLst>
            <pc:docMk/>
            <pc:sldMk cId="2296693082" sldId="269"/>
            <ac:spMk id="6" creationId="{9DCF8937-D1A4-6D75-366F-562C6098C361}"/>
          </ac:spMkLst>
        </pc:spChg>
      </pc:sldChg>
      <pc:sldChg chg="addSp delSp modSp mod">
        <pc:chgData name="Olasunkanmi Arowolo" userId="b1d4bfef6b4a9739" providerId="LiveId" clId="{B94EA0D5-4A62-4905-A0A5-198FB6972D82}" dt="2026-04-14T12:56:42.411" v="626" actId="1076"/>
        <pc:sldMkLst>
          <pc:docMk/>
          <pc:sldMk cId="2565478236" sldId="272"/>
        </pc:sldMkLst>
        <pc:picChg chg="del">
          <ac:chgData name="Olasunkanmi Arowolo" userId="b1d4bfef6b4a9739" providerId="LiveId" clId="{B94EA0D5-4A62-4905-A0A5-198FB6972D82}" dt="2026-04-14T11:04:26.426" v="30" actId="478"/>
          <ac:picMkLst>
            <pc:docMk/>
            <pc:sldMk cId="2565478236" sldId="272"/>
            <ac:picMk id="5" creationId="{60399E32-2348-086E-AC71-ABB80B8BEBB1}"/>
          </ac:picMkLst>
        </pc:picChg>
        <pc:picChg chg="add mod">
          <ac:chgData name="Olasunkanmi Arowolo" userId="b1d4bfef6b4a9739" providerId="LiveId" clId="{B94EA0D5-4A62-4905-A0A5-198FB6972D82}" dt="2026-04-14T12:56:42.411" v="626" actId="1076"/>
          <ac:picMkLst>
            <pc:docMk/>
            <pc:sldMk cId="2565478236" sldId="272"/>
            <ac:picMk id="6" creationId="{15D30013-2326-2244-1A3A-281A3D69491F}"/>
          </ac:picMkLst>
        </pc:picChg>
      </pc:sldChg>
      <pc:sldChg chg="del">
        <pc:chgData name="Olasunkanmi Arowolo" userId="b1d4bfef6b4a9739" providerId="LiveId" clId="{B94EA0D5-4A62-4905-A0A5-198FB6972D82}" dt="2026-04-14T11:15:11.322" v="109" actId="2696"/>
        <pc:sldMkLst>
          <pc:docMk/>
          <pc:sldMk cId="2601421425" sldId="277"/>
        </pc:sldMkLst>
      </pc:sldChg>
      <pc:sldChg chg="del">
        <pc:chgData name="Olasunkanmi Arowolo" userId="b1d4bfef6b4a9739" providerId="LiveId" clId="{B94EA0D5-4A62-4905-A0A5-198FB6972D82}" dt="2026-04-14T11:19:40.452" v="162" actId="47"/>
        <pc:sldMkLst>
          <pc:docMk/>
          <pc:sldMk cId="4010741968" sldId="279"/>
        </pc:sldMkLst>
      </pc:sldChg>
      <pc:sldChg chg="addSp delSp modSp mod">
        <pc:chgData name="Olasunkanmi Arowolo" userId="b1d4bfef6b4a9739" providerId="LiveId" clId="{B94EA0D5-4A62-4905-A0A5-198FB6972D82}" dt="2026-04-14T12:57:29.790" v="628" actId="1076"/>
        <pc:sldMkLst>
          <pc:docMk/>
          <pc:sldMk cId="429181448" sldId="287"/>
        </pc:sldMkLst>
        <pc:picChg chg="add mod">
          <ac:chgData name="Olasunkanmi Arowolo" userId="b1d4bfef6b4a9739" providerId="LiveId" clId="{B94EA0D5-4A62-4905-A0A5-198FB6972D82}" dt="2026-04-14T12:57:29.790" v="628" actId="1076"/>
          <ac:picMkLst>
            <pc:docMk/>
            <pc:sldMk cId="429181448" sldId="287"/>
            <ac:picMk id="5" creationId="{F1B5C6DF-2F7F-A779-C35E-49C97FE134CF}"/>
          </ac:picMkLst>
        </pc:picChg>
        <pc:picChg chg="del">
          <ac:chgData name="Olasunkanmi Arowolo" userId="b1d4bfef6b4a9739" providerId="LiveId" clId="{B94EA0D5-4A62-4905-A0A5-198FB6972D82}" dt="2026-04-14T12:02:36.497" v="390" actId="478"/>
          <ac:picMkLst>
            <pc:docMk/>
            <pc:sldMk cId="429181448" sldId="287"/>
            <ac:picMk id="6" creationId="{8232A4FF-396D-9BF3-A873-2C462E339A84}"/>
          </ac:picMkLst>
        </pc:picChg>
      </pc:sldChg>
      <pc:sldChg chg="addSp delSp modSp mod modAnim">
        <pc:chgData name="Olasunkanmi Arowolo" userId="b1d4bfef6b4a9739" providerId="LiveId" clId="{B94EA0D5-4A62-4905-A0A5-198FB6972D82}" dt="2026-04-14T12:19:32.537" v="462" actId="478"/>
        <pc:sldMkLst>
          <pc:docMk/>
          <pc:sldMk cId="1446552941" sldId="291"/>
        </pc:sldMkLst>
        <pc:spChg chg="mod">
          <ac:chgData name="Olasunkanmi Arowolo" userId="b1d4bfef6b4a9739" providerId="LiveId" clId="{B94EA0D5-4A62-4905-A0A5-198FB6972D82}" dt="2026-04-14T11:07:30.252" v="41"/>
          <ac:spMkLst>
            <pc:docMk/>
            <pc:sldMk cId="1446552941" sldId="291"/>
            <ac:spMk id="3" creationId="{839AD960-211D-3ED0-0849-B1826F768D49}"/>
          </ac:spMkLst>
        </pc:spChg>
        <pc:spChg chg="del">
          <ac:chgData name="Olasunkanmi Arowolo" userId="b1d4bfef6b4a9739" providerId="LiveId" clId="{B94EA0D5-4A62-4905-A0A5-198FB6972D82}" dt="2026-04-14T12:19:32.537" v="462" actId="478"/>
          <ac:spMkLst>
            <pc:docMk/>
            <pc:sldMk cId="1446552941" sldId="291"/>
            <ac:spMk id="5" creationId="{D0DC9949-75FA-FD13-B2A5-6B68C3A5B44E}"/>
          </ac:spMkLst>
        </pc:spChg>
        <pc:spChg chg="add">
          <ac:chgData name="Olasunkanmi Arowolo" userId="b1d4bfef6b4a9739" providerId="LiveId" clId="{B94EA0D5-4A62-4905-A0A5-198FB6972D82}" dt="2026-04-14T11:07:21.661" v="40"/>
          <ac:spMkLst>
            <pc:docMk/>
            <pc:sldMk cId="1446552941" sldId="291"/>
            <ac:spMk id="6" creationId="{B8266035-0733-5FF8-6275-6AB39E149CC7}"/>
          </ac:spMkLst>
        </pc:spChg>
      </pc:sldChg>
      <pc:sldChg chg="delSp modSp mod">
        <pc:chgData name="Olasunkanmi Arowolo" userId="b1d4bfef6b4a9739" providerId="LiveId" clId="{B94EA0D5-4A62-4905-A0A5-198FB6972D82}" dt="2026-04-14T12:19:22.357" v="460" actId="478"/>
        <pc:sldMkLst>
          <pc:docMk/>
          <pc:sldMk cId="635970524" sldId="292"/>
        </pc:sldMkLst>
        <pc:spChg chg="mod">
          <ac:chgData name="Olasunkanmi Arowolo" userId="b1d4bfef6b4a9739" providerId="LiveId" clId="{B94EA0D5-4A62-4905-A0A5-198FB6972D82}" dt="2026-04-14T11:13:04.194" v="68"/>
          <ac:spMkLst>
            <pc:docMk/>
            <pc:sldMk cId="635970524" sldId="292"/>
            <ac:spMk id="2" creationId="{D53592E2-D2E7-27FD-730B-EE7FD3F7BD28}"/>
          </ac:spMkLst>
        </pc:spChg>
        <pc:spChg chg="mod">
          <ac:chgData name="Olasunkanmi Arowolo" userId="b1d4bfef6b4a9739" providerId="LiveId" clId="{B94EA0D5-4A62-4905-A0A5-198FB6972D82}" dt="2026-04-14T11:13:10.357" v="77" actId="6549"/>
          <ac:spMkLst>
            <pc:docMk/>
            <pc:sldMk cId="635970524" sldId="292"/>
            <ac:spMk id="3" creationId="{4AB0D9CC-3159-FF07-E488-6D99E477D816}"/>
          </ac:spMkLst>
        </pc:spChg>
        <pc:spChg chg="mod">
          <ac:chgData name="Olasunkanmi Arowolo" userId="b1d4bfef6b4a9739" providerId="LiveId" clId="{B94EA0D5-4A62-4905-A0A5-198FB6972D82}" dt="2026-04-14T11:13:15.013" v="79" actId="113"/>
          <ac:spMkLst>
            <pc:docMk/>
            <pc:sldMk cId="635970524" sldId="292"/>
            <ac:spMk id="4" creationId="{3D9AC6F8-C187-0B3A-8BBE-599DA3D68400}"/>
          </ac:spMkLst>
        </pc:spChg>
        <pc:spChg chg="del">
          <ac:chgData name="Olasunkanmi Arowolo" userId="b1d4bfef6b4a9739" providerId="LiveId" clId="{B94EA0D5-4A62-4905-A0A5-198FB6972D82}" dt="2026-04-14T12:19:22.357" v="460" actId="478"/>
          <ac:spMkLst>
            <pc:docMk/>
            <pc:sldMk cId="635970524" sldId="292"/>
            <ac:spMk id="6" creationId="{862CAC9B-D645-4E29-7546-3CB353BD8C85}"/>
          </ac:spMkLst>
        </pc:spChg>
      </pc:sldChg>
      <pc:sldChg chg="modSp mod">
        <pc:chgData name="Olasunkanmi Arowolo" userId="b1d4bfef6b4a9739" providerId="LiveId" clId="{B94EA0D5-4A62-4905-A0A5-198FB6972D82}" dt="2026-04-14T11:23:41.340" v="244" actId="6549"/>
        <pc:sldMkLst>
          <pc:docMk/>
          <pc:sldMk cId="1009125722" sldId="293"/>
        </pc:sldMkLst>
        <pc:spChg chg="mod">
          <ac:chgData name="Olasunkanmi Arowolo" userId="b1d4bfef6b4a9739" providerId="LiveId" clId="{B94EA0D5-4A62-4905-A0A5-198FB6972D82}" dt="2026-04-14T11:23:33.196" v="240"/>
          <ac:spMkLst>
            <pc:docMk/>
            <pc:sldMk cId="1009125722" sldId="293"/>
            <ac:spMk id="2" creationId="{BD5CA8CD-000C-BE27-43A9-936F7F6C06FB}"/>
          </ac:spMkLst>
        </pc:spChg>
        <pc:spChg chg="mod">
          <ac:chgData name="Olasunkanmi Arowolo" userId="b1d4bfef6b4a9739" providerId="LiveId" clId="{B94EA0D5-4A62-4905-A0A5-198FB6972D82}" dt="2026-04-14T11:23:41.340" v="244" actId="6549"/>
          <ac:spMkLst>
            <pc:docMk/>
            <pc:sldMk cId="1009125722" sldId="293"/>
            <ac:spMk id="3" creationId="{4AD6C606-4444-DAD8-3414-8F3E67E47A06}"/>
          </ac:spMkLst>
        </pc:spChg>
        <pc:spChg chg="mod">
          <ac:chgData name="Olasunkanmi Arowolo" userId="b1d4bfef6b4a9739" providerId="LiveId" clId="{B94EA0D5-4A62-4905-A0A5-198FB6972D82}" dt="2026-04-14T11:23:39.199" v="243" actId="113"/>
          <ac:spMkLst>
            <pc:docMk/>
            <pc:sldMk cId="1009125722" sldId="293"/>
            <ac:spMk id="4" creationId="{D16C4A08-D6B7-89F8-5571-750491EA59A6}"/>
          </ac:spMkLst>
        </pc:spChg>
      </pc:sldChg>
      <pc:sldChg chg="modSp mod">
        <pc:chgData name="Olasunkanmi Arowolo" userId="b1d4bfef6b4a9739" providerId="LiveId" clId="{B94EA0D5-4A62-4905-A0A5-198FB6972D82}" dt="2026-04-14T11:26:20.702" v="285" actId="113"/>
        <pc:sldMkLst>
          <pc:docMk/>
          <pc:sldMk cId="3179940564" sldId="294"/>
        </pc:sldMkLst>
        <pc:spChg chg="mod">
          <ac:chgData name="Olasunkanmi Arowolo" userId="b1d4bfef6b4a9739" providerId="LiveId" clId="{B94EA0D5-4A62-4905-A0A5-198FB6972D82}" dt="2026-04-14T11:24:06.719" v="249"/>
          <ac:spMkLst>
            <pc:docMk/>
            <pc:sldMk cId="3179940564" sldId="294"/>
            <ac:spMk id="2" creationId="{B1CB18B5-231A-256F-5324-8DB103467E59}"/>
          </ac:spMkLst>
        </pc:spChg>
        <pc:spChg chg="mod">
          <ac:chgData name="Olasunkanmi Arowolo" userId="b1d4bfef6b4a9739" providerId="LiveId" clId="{B94EA0D5-4A62-4905-A0A5-198FB6972D82}" dt="2026-04-14T11:26:20.702" v="285" actId="113"/>
          <ac:spMkLst>
            <pc:docMk/>
            <pc:sldMk cId="3179940564" sldId="294"/>
            <ac:spMk id="3" creationId="{025537B4-F964-92D8-409E-D624F7DD0DFC}"/>
          </ac:spMkLst>
        </pc:spChg>
        <pc:spChg chg="mod">
          <ac:chgData name="Olasunkanmi Arowolo" userId="b1d4bfef6b4a9739" providerId="LiveId" clId="{B94EA0D5-4A62-4905-A0A5-198FB6972D82}" dt="2026-04-14T11:25:11.681" v="254" actId="113"/>
          <ac:spMkLst>
            <pc:docMk/>
            <pc:sldMk cId="3179940564" sldId="294"/>
            <ac:spMk id="4" creationId="{24769967-23BB-ABA9-A25E-A1186253F43E}"/>
          </ac:spMkLst>
        </pc:spChg>
      </pc:sldChg>
      <pc:sldChg chg="modSp mod">
        <pc:chgData name="Olasunkanmi Arowolo" userId="b1d4bfef6b4a9739" providerId="LiveId" clId="{B94EA0D5-4A62-4905-A0A5-198FB6972D82}" dt="2026-04-14T12:00:34.190" v="327" actId="113"/>
        <pc:sldMkLst>
          <pc:docMk/>
          <pc:sldMk cId="2211465848" sldId="295"/>
        </pc:sldMkLst>
        <pc:spChg chg="mod">
          <ac:chgData name="Olasunkanmi Arowolo" userId="b1d4bfef6b4a9739" providerId="LiveId" clId="{B94EA0D5-4A62-4905-A0A5-198FB6972D82}" dt="2026-04-14T12:00:22.301" v="323" actId="113"/>
          <ac:spMkLst>
            <pc:docMk/>
            <pc:sldMk cId="2211465848" sldId="295"/>
            <ac:spMk id="2" creationId="{BDC3D164-1C5B-E891-FBC1-184BADFEF218}"/>
          </ac:spMkLst>
        </pc:spChg>
        <pc:spChg chg="mod">
          <ac:chgData name="Olasunkanmi Arowolo" userId="b1d4bfef6b4a9739" providerId="LiveId" clId="{B94EA0D5-4A62-4905-A0A5-198FB6972D82}" dt="2026-04-14T12:00:30.593" v="325" actId="21"/>
          <ac:spMkLst>
            <pc:docMk/>
            <pc:sldMk cId="2211465848" sldId="295"/>
            <ac:spMk id="3" creationId="{046979C5-DE65-0878-C1B1-5220CD1D1AD6}"/>
          </ac:spMkLst>
        </pc:spChg>
        <pc:spChg chg="mod">
          <ac:chgData name="Olasunkanmi Arowolo" userId="b1d4bfef6b4a9739" providerId="LiveId" clId="{B94EA0D5-4A62-4905-A0A5-198FB6972D82}" dt="2026-04-14T12:00:34.190" v="327" actId="113"/>
          <ac:spMkLst>
            <pc:docMk/>
            <pc:sldMk cId="2211465848" sldId="295"/>
            <ac:spMk id="4" creationId="{0ABA5325-D3B1-8EA2-7CD9-6926D57D87F7}"/>
          </ac:spMkLst>
        </pc:spChg>
      </pc:sldChg>
      <pc:sldChg chg="modSp mod">
        <pc:chgData name="Olasunkanmi Arowolo" userId="b1d4bfef6b4a9739" providerId="LiveId" clId="{B94EA0D5-4A62-4905-A0A5-198FB6972D82}" dt="2026-04-14T12:01:05.744" v="341" actId="113"/>
        <pc:sldMkLst>
          <pc:docMk/>
          <pc:sldMk cId="1944837373" sldId="296"/>
        </pc:sldMkLst>
        <pc:spChg chg="mod">
          <ac:chgData name="Olasunkanmi Arowolo" userId="b1d4bfef6b4a9739" providerId="LiveId" clId="{B94EA0D5-4A62-4905-A0A5-198FB6972D82}" dt="2026-04-14T12:00:58.008" v="330"/>
          <ac:spMkLst>
            <pc:docMk/>
            <pc:sldMk cId="1944837373" sldId="296"/>
            <ac:spMk id="2" creationId="{953F1010-B3EF-CED8-5A7E-0638C3F4BBBA}"/>
          </ac:spMkLst>
        </pc:spChg>
        <pc:spChg chg="mod">
          <ac:chgData name="Olasunkanmi Arowolo" userId="b1d4bfef6b4a9739" providerId="LiveId" clId="{B94EA0D5-4A62-4905-A0A5-198FB6972D82}" dt="2026-04-14T12:01:01.820" v="339" actId="6549"/>
          <ac:spMkLst>
            <pc:docMk/>
            <pc:sldMk cId="1944837373" sldId="296"/>
            <ac:spMk id="3" creationId="{80B5102A-82E4-66EC-89B0-94AF872AA6B7}"/>
          </ac:spMkLst>
        </pc:spChg>
        <pc:spChg chg="mod">
          <ac:chgData name="Olasunkanmi Arowolo" userId="b1d4bfef6b4a9739" providerId="LiveId" clId="{B94EA0D5-4A62-4905-A0A5-198FB6972D82}" dt="2026-04-14T12:01:05.744" v="341" actId="113"/>
          <ac:spMkLst>
            <pc:docMk/>
            <pc:sldMk cId="1944837373" sldId="296"/>
            <ac:spMk id="4" creationId="{B62CDCE6-ABE9-3EB3-DABE-1EE05E484BA7}"/>
          </ac:spMkLst>
        </pc:spChg>
      </pc:sldChg>
      <pc:sldChg chg="del">
        <pc:chgData name="Olasunkanmi Arowolo" userId="b1d4bfef6b4a9739" providerId="LiveId" clId="{B94EA0D5-4A62-4905-A0A5-198FB6972D82}" dt="2026-04-14T12:01:15.701" v="343" actId="47"/>
        <pc:sldMkLst>
          <pc:docMk/>
          <pc:sldMk cId="1072879938" sldId="297"/>
        </pc:sldMkLst>
      </pc:sldChg>
      <pc:sldChg chg="del">
        <pc:chgData name="Olasunkanmi Arowolo" userId="b1d4bfef6b4a9739" providerId="LiveId" clId="{B94EA0D5-4A62-4905-A0A5-198FB6972D82}" dt="2026-04-14T12:02:30.801" v="386" actId="47"/>
        <pc:sldMkLst>
          <pc:docMk/>
          <pc:sldMk cId="2434123689" sldId="298"/>
        </pc:sldMkLst>
      </pc:sldChg>
      <pc:sldChg chg="modSp mod modNotesTx">
        <pc:chgData name="Olasunkanmi Arowolo" userId="b1d4bfef6b4a9739" providerId="LiveId" clId="{B94EA0D5-4A62-4905-A0A5-198FB6972D82}" dt="2026-04-14T12:03:39.699" v="407" actId="113"/>
        <pc:sldMkLst>
          <pc:docMk/>
          <pc:sldMk cId="4125285734" sldId="299"/>
        </pc:sldMkLst>
        <pc:spChg chg="mod">
          <ac:chgData name="Olasunkanmi Arowolo" userId="b1d4bfef6b4a9739" providerId="LiveId" clId="{B94EA0D5-4A62-4905-A0A5-198FB6972D82}" dt="2026-04-14T11:21:39.560" v="199" actId="21"/>
          <ac:spMkLst>
            <pc:docMk/>
            <pc:sldMk cId="4125285734" sldId="299"/>
            <ac:spMk id="3" creationId="{C9488872-B4F4-42BD-B469-B01C4BC0DD8F}"/>
          </ac:spMkLst>
        </pc:spChg>
        <pc:spChg chg="mod">
          <ac:chgData name="Olasunkanmi Arowolo" userId="b1d4bfef6b4a9739" providerId="LiveId" clId="{B94EA0D5-4A62-4905-A0A5-198FB6972D82}" dt="2026-04-14T11:21:31.199" v="195" actId="113"/>
          <ac:spMkLst>
            <pc:docMk/>
            <pc:sldMk cId="4125285734" sldId="299"/>
            <ac:spMk id="4" creationId="{F43BFEFC-646C-E3A4-FB53-BF23C762985B}"/>
          </ac:spMkLst>
        </pc:spChg>
        <pc:spChg chg="mod">
          <ac:chgData name="Olasunkanmi Arowolo" userId="b1d4bfef6b4a9739" providerId="LiveId" clId="{B94EA0D5-4A62-4905-A0A5-198FB6972D82}" dt="2026-04-14T11:21:04.825" v="180"/>
          <ac:spMkLst>
            <pc:docMk/>
            <pc:sldMk cId="4125285734" sldId="299"/>
            <ac:spMk id="6" creationId="{62ECB7BB-A41D-55C9-0BCE-041227C4523C}"/>
          </ac:spMkLst>
        </pc:spChg>
      </pc:sldChg>
      <pc:sldChg chg="modSp mod">
        <pc:chgData name="Olasunkanmi Arowolo" userId="b1d4bfef6b4a9739" providerId="LiveId" clId="{B94EA0D5-4A62-4905-A0A5-198FB6972D82}" dt="2026-04-14T11:22:30.189" v="216" actId="113"/>
        <pc:sldMkLst>
          <pc:docMk/>
          <pc:sldMk cId="1773386565" sldId="300"/>
        </pc:sldMkLst>
        <pc:spChg chg="mod">
          <ac:chgData name="Olasunkanmi Arowolo" userId="b1d4bfef6b4a9739" providerId="LiveId" clId="{B94EA0D5-4A62-4905-A0A5-198FB6972D82}" dt="2026-04-14T11:22:30.189" v="216" actId="113"/>
          <ac:spMkLst>
            <pc:docMk/>
            <pc:sldMk cId="1773386565" sldId="300"/>
            <ac:spMk id="3" creationId="{70CF6E86-C8AD-E5B1-AFBB-A4C7C4F782AB}"/>
          </ac:spMkLst>
        </pc:spChg>
        <pc:spChg chg="mod">
          <ac:chgData name="Olasunkanmi Arowolo" userId="b1d4bfef6b4a9739" providerId="LiveId" clId="{B94EA0D5-4A62-4905-A0A5-198FB6972D82}" dt="2026-04-14T11:22:16.001" v="215" actId="113"/>
          <ac:spMkLst>
            <pc:docMk/>
            <pc:sldMk cId="1773386565" sldId="300"/>
            <ac:spMk id="4" creationId="{981B9BEB-529F-17B0-B656-69C605B6AD62}"/>
          </ac:spMkLst>
        </pc:spChg>
        <pc:spChg chg="mod">
          <ac:chgData name="Olasunkanmi Arowolo" userId="b1d4bfef6b4a9739" providerId="LiveId" clId="{B94EA0D5-4A62-4905-A0A5-198FB6972D82}" dt="2026-04-14T11:22:06.622" v="202"/>
          <ac:spMkLst>
            <pc:docMk/>
            <pc:sldMk cId="1773386565" sldId="300"/>
            <ac:spMk id="6" creationId="{AC57E2C6-A968-5768-F60C-D41DD158AFEB}"/>
          </ac:spMkLst>
        </pc:spChg>
      </pc:sldChg>
      <pc:sldChg chg="modSp mod">
        <pc:chgData name="Olasunkanmi Arowolo" userId="b1d4bfef6b4a9739" providerId="LiveId" clId="{B94EA0D5-4A62-4905-A0A5-198FB6972D82}" dt="2026-04-14T12:02:55.622" v="396" actId="6549"/>
        <pc:sldMkLst>
          <pc:docMk/>
          <pc:sldMk cId="1686986384" sldId="301"/>
        </pc:sldMkLst>
        <pc:spChg chg="mod">
          <ac:chgData name="Olasunkanmi Arowolo" userId="b1d4bfef6b4a9739" providerId="LiveId" clId="{B94EA0D5-4A62-4905-A0A5-198FB6972D82}" dt="2026-04-14T12:02:55.622" v="396" actId="6549"/>
          <ac:spMkLst>
            <pc:docMk/>
            <pc:sldMk cId="1686986384" sldId="301"/>
            <ac:spMk id="3" creationId="{5F79CB41-0C7D-F8E6-A1D3-81657B01F23D}"/>
          </ac:spMkLst>
        </pc:spChg>
      </pc:sldChg>
      <pc:sldChg chg="del">
        <pc:chgData name="Olasunkanmi Arowolo" userId="b1d4bfef6b4a9739" providerId="LiveId" clId="{B94EA0D5-4A62-4905-A0A5-198FB6972D82}" dt="2026-04-14T11:15:11.322" v="109" actId="2696"/>
        <pc:sldMkLst>
          <pc:docMk/>
          <pc:sldMk cId="1659473838" sldId="302"/>
        </pc:sldMkLst>
      </pc:sldChg>
      <pc:sldChg chg="del">
        <pc:chgData name="Olasunkanmi Arowolo" userId="b1d4bfef6b4a9739" providerId="LiveId" clId="{B94EA0D5-4A62-4905-A0A5-198FB6972D82}" dt="2026-04-14T11:19:40.452" v="162" actId="47"/>
        <pc:sldMkLst>
          <pc:docMk/>
          <pc:sldMk cId="3175442775" sldId="303"/>
        </pc:sldMkLst>
      </pc:sldChg>
      <pc:sldChg chg="modSp mod ord">
        <pc:chgData name="Olasunkanmi Arowolo" userId="b1d4bfef6b4a9739" providerId="LiveId" clId="{B94EA0D5-4A62-4905-A0A5-198FB6972D82}" dt="2026-04-14T12:00:09.781" v="321" actId="20577"/>
        <pc:sldMkLst>
          <pc:docMk/>
          <pc:sldMk cId="3929202352" sldId="305"/>
        </pc:sldMkLst>
        <pc:spChg chg="mod">
          <ac:chgData name="Olasunkanmi Arowolo" userId="b1d4bfef6b4a9739" providerId="LiveId" clId="{B94EA0D5-4A62-4905-A0A5-198FB6972D82}" dt="2026-04-14T11:27:01.581" v="291" actId="27636"/>
          <ac:spMkLst>
            <pc:docMk/>
            <pc:sldMk cId="3929202352" sldId="305"/>
            <ac:spMk id="2" creationId="{F3CAF821-2DCC-1F1E-B48F-F2CD2A7F2C55}"/>
          </ac:spMkLst>
        </pc:spChg>
        <pc:spChg chg="mod">
          <ac:chgData name="Olasunkanmi Arowolo" userId="b1d4bfef6b4a9739" providerId="LiveId" clId="{B94EA0D5-4A62-4905-A0A5-198FB6972D82}" dt="2026-04-14T12:00:03.646" v="315" actId="20577"/>
          <ac:spMkLst>
            <pc:docMk/>
            <pc:sldMk cId="3929202352" sldId="305"/>
            <ac:spMk id="4" creationId="{0D303370-1B8B-9B4D-497A-B4C6748E6397}"/>
          </ac:spMkLst>
        </pc:spChg>
        <pc:spChg chg="mod">
          <ac:chgData name="Olasunkanmi Arowolo" userId="b1d4bfef6b4a9739" providerId="LiveId" clId="{B94EA0D5-4A62-4905-A0A5-198FB6972D82}" dt="2026-04-14T12:00:09.781" v="321" actId="20577"/>
          <ac:spMkLst>
            <pc:docMk/>
            <pc:sldMk cId="3929202352" sldId="305"/>
            <ac:spMk id="6" creationId="{4BB5948B-0944-B13E-7E34-71BC8FC96822}"/>
          </ac:spMkLst>
        </pc:spChg>
        <pc:spChg chg="mod">
          <ac:chgData name="Olasunkanmi Arowolo" userId="b1d4bfef6b4a9739" providerId="LiveId" clId="{B94EA0D5-4A62-4905-A0A5-198FB6972D82}" dt="2026-04-14T11:27:13.789" v="300" actId="20577"/>
          <ac:spMkLst>
            <pc:docMk/>
            <pc:sldMk cId="3929202352" sldId="305"/>
            <ac:spMk id="9" creationId="{9469EBE2-0CC1-85B3-8D1F-1C7FC3C5DDC4}"/>
          </ac:spMkLst>
        </pc:spChg>
        <pc:spChg chg="mod">
          <ac:chgData name="Olasunkanmi Arowolo" userId="b1d4bfef6b4a9739" providerId="LiveId" clId="{B94EA0D5-4A62-4905-A0A5-198FB6972D82}" dt="2026-04-14T11:27:22.240" v="306" actId="20577"/>
          <ac:spMkLst>
            <pc:docMk/>
            <pc:sldMk cId="3929202352" sldId="305"/>
            <ac:spMk id="11" creationId="{32DEC5A5-FE2B-9718-A847-E71869BBC196}"/>
          </ac:spMkLst>
        </pc:spChg>
      </pc:sldChg>
      <pc:sldChg chg="del">
        <pc:chgData name="Olasunkanmi Arowolo" userId="b1d4bfef6b4a9739" providerId="LiveId" clId="{B94EA0D5-4A62-4905-A0A5-198FB6972D82}" dt="2026-04-14T12:02:19.970" v="367" actId="47"/>
        <pc:sldMkLst>
          <pc:docMk/>
          <pc:sldMk cId="1437194129" sldId="314"/>
        </pc:sldMkLst>
      </pc:sldChg>
      <pc:sldChg chg="del">
        <pc:chgData name="Olasunkanmi Arowolo" userId="b1d4bfef6b4a9739" providerId="LiveId" clId="{B94EA0D5-4A62-4905-A0A5-198FB6972D82}" dt="2026-04-14T12:01:16.500" v="344" actId="47"/>
        <pc:sldMkLst>
          <pc:docMk/>
          <pc:sldMk cId="3618468135" sldId="315"/>
        </pc:sldMkLst>
      </pc:sldChg>
      <pc:sldChg chg="del">
        <pc:chgData name="Olasunkanmi Arowolo" userId="b1d4bfef6b4a9739" providerId="LiveId" clId="{B94EA0D5-4A62-4905-A0A5-198FB6972D82}" dt="2026-04-14T12:02:17.941" v="366" actId="47"/>
        <pc:sldMkLst>
          <pc:docMk/>
          <pc:sldMk cId="229572168" sldId="316"/>
        </pc:sldMkLst>
      </pc:sldChg>
      <pc:sldChg chg="del">
        <pc:chgData name="Olasunkanmi Arowolo" userId="b1d4bfef6b4a9739" providerId="LiveId" clId="{B94EA0D5-4A62-4905-A0A5-198FB6972D82}" dt="2026-04-14T12:02:30.607" v="385" actId="47"/>
        <pc:sldMkLst>
          <pc:docMk/>
          <pc:sldMk cId="1964763224" sldId="317"/>
        </pc:sldMkLst>
      </pc:sldChg>
      <pc:sldChg chg="modSp mod modNotesTx">
        <pc:chgData name="Olasunkanmi Arowolo" userId="b1d4bfef6b4a9739" providerId="LiveId" clId="{B94EA0D5-4A62-4905-A0A5-198FB6972D82}" dt="2026-04-14T12:02:14.065" v="365" actId="6549"/>
        <pc:sldMkLst>
          <pc:docMk/>
          <pc:sldMk cId="1043439250" sldId="318"/>
        </pc:sldMkLst>
        <pc:spChg chg="mod">
          <ac:chgData name="Olasunkanmi Arowolo" userId="b1d4bfef6b4a9739" providerId="LiveId" clId="{B94EA0D5-4A62-4905-A0A5-198FB6972D82}" dt="2026-04-14T12:01:40.547" v="350"/>
          <ac:spMkLst>
            <pc:docMk/>
            <pc:sldMk cId="1043439250" sldId="318"/>
            <ac:spMk id="2" creationId="{D2E361B5-F298-C115-5512-386D9FC0301C}"/>
          </ac:spMkLst>
        </pc:spChg>
        <pc:spChg chg="mod">
          <ac:chgData name="Olasunkanmi Arowolo" userId="b1d4bfef6b4a9739" providerId="LiveId" clId="{B94EA0D5-4A62-4905-A0A5-198FB6972D82}" dt="2026-04-14T12:02:01.646" v="364" actId="113"/>
          <ac:spMkLst>
            <pc:docMk/>
            <pc:sldMk cId="1043439250" sldId="318"/>
            <ac:spMk id="3" creationId="{78EC9694-5516-3B98-52B8-081B4F21C5BB}"/>
          </ac:spMkLst>
        </pc:spChg>
        <pc:spChg chg="mod">
          <ac:chgData name="Olasunkanmi Arowolo" userId="b1d4bfef6b4a9739" providerId="LiveId" clId="{B94EA0D5-4A62-4905-A0A5-198FB6972D82}" dt="2026-04-14T12:01:54.350" v="362" actId="113"/>
          <ac:spMkLst>
            <pc:docMk/>
            <pc:sldMk cId="1043439250" sldId="318"/>
            <ac:spMk id="4" creationId="{B43FBD73-6CE3-4DB4-E679-4CAFF3D6C5E6}"/>
          </ac:spMkLst>
        </pc:spChg>
      </pc:sldChg>
      <pc:sldChg chg="modSp mod modAnim modNotesTx">
        <pc:chgData name="Olasunkanmi Arowolo" userId="b1d4bfef6b4a9739" providerId="LiveId" clId="{B94EA0D5-4A62-4905-A0A5-198FB6972D82}" dt="2026-04-14T12:04:56.165" v="429"/>
        <pc:sldMkLst>
          <pc:docMk/>
          <pc:sldMk cId="3503759721" sldId="320"/>
        </pc:sldMkLst>
        <pc:spChg chg="mod">
          <ac:chgData name="Olasunkanmi Arowolo" userId="b1d4bfef6b4a9739" providerId="LiveId" clId="{B94EA0D5-4A62-4905-A0A5-198FB6972D82}" dt="2026-04-14T11:22:51.715" v="223" actId="21"/>
          <ac:spMkLst>
            <pc:docMk/>
            <pc:sldMk cId="3503759721" sldId="320"/>
            <ac:spMk id="2" creationId="{67C070EA-9778-F61D-3050-2527D361A5B9}"/>
          </ac:spMkLst>
        </pc:spChg>
        <pc:spChg chg="mod">
          <ac:chgData name="Olasunkanmi Arowolo" userId="b1d4bfef6b4a9739" providerId="LiveId" clId="{B94EA0D5-4A62-4905-A0A5-198FB6972D82}" dt="2026-04-14T12:04:40.655" v="428" actId="20577"/>
          <ac:spMkLst>
            <pc:docMk/>
            <pc:sldMk cId="3503759721" sldId="320"/>
            <ac:spMk id="3" creationId="{D60D5C15-56F1-F143-E0B7-E18A81D39DBF}"/>
          </ac:spMkLst>
        </pc:spChg>
        <pc:spChg chg="mod">
          <ac:chgData name="Olasunkanmi Arowolo" userId="b1d4bfef6b4a9739" providerId="LiveId" clId="{B94EA0D5-4A62-4905-A0A5-198FB6972D82}" dt="2026-04-14T11:22:57.899" v="235" actId="113"/>
          <ac:spMkLst>
            <pc:docMk/>
            <pc:sldMk cId="3503759721" sldId="320"/>
            <ac:spMk id="4" creationId="{C3155394-D5F5-E188-C430-36ACD707D6B8}"/>
          </ac:spMkLst>
        </pc:spChg>
      </pc:sldChg>
      <pc:sldChg chg="del">
        <pc:chgData name="Olasunkanmi Arowolo" userId="b1d4bfef6b4a9739" providerId="LiveId" clId="{B94EA0D5-4A62-4905-A0A5-198FB6972D82}" dt="2026-04-14T12:02:30.953" v="387" actId="47"/>
        <pc:sldMkLst>
          <pc:docMk/>
          <pc:sldMk cId="480252222" sldId="321"/>
        </pc:sldMkLst>
      </pc:sldChg>
      <pc:sldChg chg="del">
        <pc:chgData name="Olasunkanmi Arowolo" userId="b1d4bfef6b4a9739" providerId="LiveId" clId="{B94EA0D5-4A62-4905-A0A5-198FB6972D82}" dt="2026-04-14T12:02:33.159" v="389" actId="47"/>
        <pc:sldMkLst>
          <pc:docMk/>
          <pc:sldMk cId="394746586" sldId="322"/>
        </pc:sldMkLst>
      </pc:sldChg>
      <pc:sldChg chg="del">
        <pc:chgData name="Olasunkanmi Arowolo" userId="b1d4bfef6b4a9739" providerId="LiveId" clId="{B94EA0D5-4A62-4905-A0A5-198FB6972D82}" dt="2026-04-14T12:02:32.425" v="388" actId="47"/>
        <pc:sldMkLst>
          <pc:docMk/>
          <pc:sldMk cId="2594842650" sldId="324"/>
        </pc:sldMkLst>
      </pc:sldChg>
      <pc:sldChg chg="del">
        <pc:chgData name="Olasunkanmi Arowolo" userId="b1d4bfef6b4a9739" providerId="LiveId" clId="{B94EA0D5-4A62-4905-A0A5-198FB6972D82}" dt="2026-04-14T12:02:41.730" v="391" actId="47"/>
        <pc:sldMkLst>
          <pc:docMk/>
          <pc:sldMk cId="3642436735" sldId="325"/>
        </pc:sldMkLst>
      </pc:sldChg>
      <pc:sldChg chg="addSp delSp modSp mod ord">
        <pc:chgData name="Olasunkanmi Arowolo" userId="b1d4bfef6b4a9739" providerId="LiveId" clId="{B94EA0D5-4A62-4905-A0A5-198FB6972D82}" dt="2026-04-14T12:58:51.083" v="639" actId="1076"/>
        <pc:sldMkLst>
          <pc:docMk/>
          <pc:sldMk cId="1205360480" sldId="328"/>
        </pc:sldMkLst>
        <pc:spChg chg="add del mod">
          <ac:chgData name="Olasunkanmi Arowolo" userId="b1d4bfef6b4a9739" providerId="LiveId" clId="{B94EA0D5-4A62-4905-A0A5-198FB6972D82}" dt="2026-04-14T12:58:45.057" v="637"/>
          <ac:spMkLst>
            <pc:docMk/>
            <pc:sldMk cId="1205360480" sldId="328"/>
            <ac:spMk id="4" creationId="{7BC4806D-5929-F473-F365-5E32DFF55405}"/>
          </ac:spMkLst>
        </pc:spChg>
        <pc:picChg chg="add del mod">
          <ac:chgData name="Olasunkanmi Arowolo" userId="b1d4bfef6b4a9739" providerId="LiveId" clId="{B94EA0D5-4A62-4905-A0A5-198FB6972D82}" dt="2026-04-14T12:58:37.162" v="633" actId="478"/>
          <ac:picMkLst>
            <pc:docMk/>
            <pc:sldMk cId="1205360480" sldId="328"/>
            <ac:picMk id="6" creationId="{B2041ADC-3B54-80ED-2C63-CD633336F146}"/>
          </ac:picMkLst>
        </pc:picChg>
        <pc:picChg chg="add del mod">
          <ac:chgData name="Olasunkanmi Arowolo" userId="b1d4bfef6b4a9739" providerId="LiveId" clId="{B94EA0D5-4A62-4905-A0A5-198FB6972D82}" dt="2026-04-14T12:58:41.457" v="636" actId="21"/>
          <ac:picMkLst>
            <pc:docMk/>
            <pc:sldMk cId="1205360480" sldId="328"/>
            <ac:picMk id="8" creationId="{6F0C19D4-25F1-80E6-0D78-C42E8DC8409F}"/>
          </ac:picMkLst>
        </pc:picChg>
        <pc:picChg chg="del">
          <ac:chgData name="Olasunkanmi Arowolo" userId="b1d4bfef6b4a9739" providerId="LiveId" clId="{B94EA0D5-4A62-4905-A0A5-198FB6972D82}" dt="2026-04-14T12:02:46.187" v="394" actId="478"/>
          <ac:picMkLst>
            <pc:docMk/>
            <pc:sldMk cId="1205360480" sldId="328"/>
            <ac:picMk id="9" creationId="{32AC2164-9D1F-0D34-0FDF-115BD537E05E}"/>
          </ac:picMkLst>
        </pc:picChg>
        <pc:picChg chg="add mod">
          <ac:chgData name="Olasunkanmi Arowolo" userId="b1d4bfef6b4a9739" providerId="LiveId" clId="{B94EA0D5-4A62-4905-A0A5-198FB6972D82}" dt="2026-04-14T12:58:51.083" v="639" actId="1076"/>
          <ac:picMkLst>
            <pc:docMk/>
            <pc:sldMk cId="1205360480" sldId="328"/>
            <ac:picMk id="10" creationId="{6F0C19D4-25F1-80E6-0D78-C42E8DC8409F}"/>
          </ac:picMkLst>
        </pc:picChg>
      </pc:sldChg>
      <pc:sldChg chg="del">
        <pc:chgData name="Olasunkanmi Arowolo" userId="b1d4bfef6b4a9739" providerId="LiveId" clId="{B94EA0D5-4A62-4905-A0A5-198FB6972D82}" dt="2026-04-14T12:02:42.557" v="392" actId="47"/>
        <pc:sldMkLst>
          <pc:docMk/>
          <pc:sldMk cId="947899852" sldId="329"/>
        </pc:sldMkLst>
      </pc:sldChg>
      <pc:sldChg chg="del">
        <pc:chgData name="Olasunkanmi Arowolo" userId="b1d4bfef6b4a9739" providerId="LiveId" clId="{B94EA0D5-4A62-4905-A0A5-198FB6972D82}" dt="2026-04-14T12:02:43.461" v="393" actId="47"/>
        <pc:sldMkLst>
          <pc:docMk/>
          <pc:sldMk cId="913875661" sldId="330"/>
        </pc:sldMkLst>
      </pc:sldChg>
      <pc:sldChg chg="del">
        <pc:chgData name="Olasunkanmi Arowolo" userId="b1d4bfef6b4a9739" providerId="LiveId" clId="{B94EA0D5-4A62-4905-A0A5-198FB6972D82}" dt="2026-04-14T11:15:11.322" v="109" actId="2696"/>
        <pc:sldMkLst>
          <pc:docMk/>
          <pc:sldMk cId="198582554" sldId="331"/>
        </pc:sldMkLst>
      </pc:sldChg>
      <pc:sldChg chg="del">
        <pc:chgData name="Olasunkanmi Arowolo" userId="b1d4bfef6b4a9739" providerId="LiveId" clId="{B94EA0D5-4A62-4905-A0A5-198FB6972D82}" dt="2026-04-14T11:15:11.322" v="109" actId="2696"/>
        <pc:sldMkLst>
          <pc:docMk/>
          <pc:sldMk cId="1282306966" sldId="332"/>
        </pc:sldMkLst>
      </pc:sldChg>
      <pc:sldChg chg="del">
        <pc:chgData name="Olasunkanmi Arowolo" userId="b1d4bfef6b4a9739" providerId="LiveId" clId="{B94EA0D5-4A62-4905-A0A5-198FB6972D82}" dt="2026-04-14T11:15:11.322" v="109" actId="2696"/>
        <pc:sldMkLst>
          <pc:docMk/>
          <pc:sldMk cId="480897549" sldId="333"/>
        </pc:sldMkLst>
      </pc:sldChg>
      <pc:sldChg chg="del">
        <pc:chgData name="Olasunkanmi Arowolo" userId="b1d4bfef6b4a9739" providerId="LiveId" clId="{B94EA0D5-4A62-4905-A0A5-198FB6972D82}" dt="2026-04-14T11:15:11.322" v="109" actId="2696"/>
        <pc:sldMkLst>
          <pc:docMk/>
          <pc:sldMk cId="3931831720" sldId="335"/>
        </pc:sldMkLst>
      </pc:sldChg>
      <pc:sldChg chg="del">
        <pc:chgData name="Olasunkanmi Arowolo" userId="b1d4bfef6b4a9739" providerId="LiveId" clId="{B94EA0D5-4A62-4905-A0A5-198FB6972D82}" dt="2026-04-14T11:19:40.452" v="162" actId="47"/>
        <pc:sldMkLst>
          <pc:docMk/>
          <pc:sldMk cId="1144319023" sldId="336"/>
        </pc:sldMkLst>
      </pc:sldChg>
      <pc:sldChg chg="del">
        <pc:chgData name="Olasunkanmi Arowolo" userId="b1d4bfef6b4a9739" providerId="LiveId" clId="{B94EA0D5-4A62-4905-A0A5-198FB6972D82}" dt="2026-04-14T11:19:40.452" v="162" actId="47"/>
        <pc:sldMkLst>
          <pc:docMk/>
          <pc:sldMk cId="1820988228" sldId="337"/>
        </pc:sldMkLst>
      </pc:sldChg>
      <pc:sldChg chg="del">
        <pc:chgData name="Olasunkanmi Arowolo" userId="b1d4bfef6b4a9739" providerId="LiveId" clId="{B94EA0D5-4A62-4905-A0A5-198FB6972D82}" dt="2026-04-14T11:19:40.452" v="162" actId="47"/>
        <pc:sldMkLst>
          <pc:docMk/>
          <pc:sldMk cId="1936975873" sldId="338"/>
        </pc:sldMkLst>
      </pc:sldChg>
      <pc:sldChg chg="del">
        <pc:chgData name="Olasunkanmi Arowolo" userId="b1d4bfef6b4a9739" providerId="LiveId" clId="{B94EA0D5-4A62-4905-A0A5-198FB6972D82}" dt="2026-04-14T11:58:34.682" v="307" actId="47"/>
        <pc:sldMkLst>
          <pc:docMk/>
          <pc:sldMk cId="4164060577" sldId="339"/>
        </pc:sldMkLst>
      </pc:sldChg>
      <pc:sldChg chg="del">
        <pc:chgData name="Olasunkanmi Arowolo" userId="b1d4bfef6b4a9739" providerId="LiveId" clId="{B94EA0D5-4A62-4905-A0A5-198FB6972D82}" dt="2026-04-14T12:01:13.916" v="342" actId="47"/>
        <pc:sldMkLst>
          <pc:docMk/>
          <pc:sldMk cId="176297715" sldId="340"/>
        </pc:sldMkLst>
      </pc:sldChg>
      <pc:sldChg chg="del">
        <pc:chgData name="Olasunkanmi Arowolo" userId="b1d4bfef6b4a9739" providerId="LiveId" clId="{B94EA0D5-4A62-4905-A0A5-198FB6972D82}" dt="2026-04-14T12:01:17.632" v="345" actId="47"/>
        <pc:sldMkLst>
          <pc:docMk/>
          <pc:sldMk cId="3329744625" sldId="341"/>
        </pc:sldMkLst>
      </pc:sldChg>
      <pc:sldChg chg="del">
        <pc:chgData name="Olasunkanmi Arowolo" userId="b1d4bfef6b4a9739" providerId="LiveId" clId="{B94EA0D5-4A62-4905-A0A5-198FB6972D82}" dt="2026-04-14T12:01:18.513" v="346" actId="47"/>
        <pc:sldMkLst>
          <pc:docMk/>
          <pc:sldMk cId="2820923006" sldId="342"/>
        </pc:sldMkLst>
      </pc:sldChg>
      <pc:sldChg chg="del">
        <pc:chgData name="Olasunkanmi Arowolo" userId="b1d4bfef6b4a9739" providerId="LiveId" clId="{B94EA0D5-4A62-4905-A0A5-198FB6972D82}" dt="2026-04-14T12:01:20.528" v="347" actId="47"/>
        <pc:sldMkLst>
          <pc:docMk/>
          <pc:sldMk cId="2903870313" sldId="343"/>
        </pc:sldMkLst>
      </pc:sldChg>
      <pc:sldChg chg="delSp add del mod">
        <pc:chgData name="Olasunkanmi Arowolo" userId="b1d4bfef6b4a9739" providerId="LiveId" clId="{B94EA0D5-4A62-4905-A0A5-198FB6972D82}" dt="2026-04-14T12:23:04.997" v="471" actId="47"/>
        <pc:sldMkLst>
          <pc:docMk/>
          <pc:sldMk cId="800803553" sldId="344"/>
        </pc:sldMkLst>
        <pc:grpChg chg="del">
          <ac:chgData name="Olasunkanmi Arowolo" userId="b1d4bfef6b4a9739" providerId="LiveId" clId="{B94EA0D5-4A62-4905-A0A5-198FB6972D82}" dt="2026-04-14T12:23:03.468" v="470" actId="21"/>
          <ac:grpSpMkLst>
            <pc:docMk/>
            <pc:sldMk cId="800803553" sldId="344"/>
            <ac:grpSpMk id="10" creationId="{480C547F-D5DD-4540-4425-8F711F3E51C7}"/>
          </ac:grpSpMkLst>
        </pc:grpChg>
      </pc:sldChg>
      <pc:sldChg chg="del">
        <pc:chgData name="Olasunkanmi Arowolo" userId="b1d4bfef6b4a9739" providerId="LiveId" clId="{B94EA0D5-4A62-4905-A0A5-198FB6972D82}" dt="2026-04-14T12:02:21.759" v="368" actId="47"/>
        <pc:sldMkLst>
          <pc:docMk/>
          <pc:sldMk cId="84892740" sldId="345"/>
        </pc:sldMkLst>
      </pc:sldChg>
      <pc:sldChg chg="del">
        <pc:chgData name="Olasunkanmi Arowolo" userId="b1d4bfef6b4a9739" providerId="LiveId" clId="{B94EA0D5-4A62-4905-A0A5-198FB6972D82}" dt="2026-04-14T12:02:27.700" v="378" actId="47"/>
        <pc:sldMkLst>
          <pc:docMk/>
          <pc:sldMk cId="4272984867" sldId="346"/>
        </pc:sldMkLst>
      </pc:sldChg>
      <pc:sldChg chg="del">
        <pc:chgData name="Olasunkanmi Arowolo" userId="b1d4bfef6b4a9739" providerId="LiveId" clId="{B94EA0D5-4A62-4905-A0A5-198FB6972D82}" dt="2026-04-14T12:02:23.491" v="369" actId="47"/>
        <pc:sldMkLst>
          <pc:docMk/>
          <pc:sldMk cId="292362062" sldId="348"/>
        </pc:sldMkLst>
      </pc:sldChg>
      <pc:sldChg chg="del">
        <pc:chgData name="Olasunkanmi Arowolo" userId="b1d4bfef6b4a9739" providerId="LiveId" clId="{B94EA0D5-4A62-4905-A0A5-198FB6972D82}" dt="2026-04-14T12:02:26.774" v="375" actId="47"/>
        <pc:sldMkLst>
          <pc:docMk/>
          <pc:sldMk cId="1047456327" sldId="349"/>
        </pc:sldMkLst>
      </pc:sldChg>
      <pc:sldChg chg="del">
        <pc:chgData name="Olasunkanmi Arowolo" userId="b1d4bfef6b4a9739" providerId="LiveId" clId="{B94EA0D5-4A62-4905-A0A5-198FB6972D82}" dt="2026-04-14T12:02:26.461" v="374" actId="47"/>
        <pc:sldMkLst>
          <pc:docMk/>
          <pc:sldMk cId="1385437286" sldId="350"/>
        </pc:sldMkLst>
      </pc:sldChg>
      <pc:sldChg chg="del">
        <pc:chgData name="Olasunkanmi Arowolo" userId="b1d4bfef6b4a9739" providerId="LiveId" clId="{B94EA0D5-4A62-4905-A0A5-198FB6972D82}" dt="2026-04-14T12:02:25.278" v="371" actId="47"/>
        <pc:sldMkLst>
          <pc:docMk/>
          <pc:sldMk cId="4277060895" sldId="351"/>
        </pc:sldMkLst>
      </pc:sldChg>
      <pc:sldChg chg="del">
        <pc:chgData name="Olasunkanmi Arowolo" userId="b1d4bfef6b4a9739" providerId="LiveId" clId="{B94EA0D5-4A62-4905-A0A5-198FB6972D82}" dt="2026-04-14T12:02:25.841" v="372" actId="47"/>
        <pc:sldMkLst>
          <pc:docMk/>
          <pc:sldMk cId="1029159701" sldId="352"/>
        </pc:sldMkLst>
      </pc:sldChg>
      <pc:sldChg chg="del">
        <pc:chgData name="Olasunkanmi Arowolo" userId="b1d4bfef6b4a9739" providerId="LiveId" clId="{B94EA0D5-4A62-4905-A0A5-198FB6972D82}" dt="2026-04-14T12:02:26.183" v="373" actId="47"/>
        <pc:sldMkLst>
          <pc:docMk/>
          <pc:sldMk cId="2677187181" sldId="353"/>
        </pc:sldMkLst>
      </pc:sldChg>
      <pc:sldChg chg="del">
        <pc:chgData name="Olasunkanmi Arowolo" userId="b1d4bfef6b4a9739" providerId="LiveId" clId="{B94EA0D5-4A62-4905-A0A5-198FB6972D82}" dt="2026-04-14T12:02:24.601" v="370" actId="47"/>
        <pc:sldMkLst>
          <pc:docMk/>
          <pc:sldMk cId="294079007" sldId="355"/>
        </pc:sldMkLst>
      </pc:sldChg>
      <pc:sldChg chg="del">
        <pc:chgData name="Olasunkanmi Arowolo" userId="b1d4bfef6b4a9739" providerId="LiveId" clId="{B94EA0D5-4A62-4905-A0A5-198FB6972D82}" dt="2026-04-14T12:02:27.407" v="377" actId="47"/>
        <pc:sldMkLst>
          <pc:docMk/>
          <pc:sldMk cId="261987064" sldId="356"/>
        </pc:sldMkLst>
      </pc:sldChg>
      <pc:sldChg chg="del">
        <pc:chgData name="Olasunkanmi Arowolo" userId="b1d4bfef6b4a9739" providerId="LiveId" clId="{B94EA0D5-4A62-4905-A0A5-198FB6972D82}" dt="2026-04-14T12:02:27.023" v="376" actId="47"/>
        <pc:sldMkLst>
          <pc:docMk/>
          <pc:sldMk cId="3273486319" sldId="357"/>
        </pc:sldMkLst>
      </pc:sldChg>
      <pc:sldChg chg="del">
        <pc:chgData name="Olasunkanmi Arowolo" userId="b1d4bfef6b4a9739" providerId="LiveId" clId="{B94EA0D5-4A62-4905-A0A5-198FB6972D82}" dt="2026-04-14T12:02:28.819" v="379" actId="47"/>
        <pc:sldMkLst>
          <pc:docMk/>
          <pc:sldMk cId="1870634593" sldId="359"/>
        </pc:sldMkLst>
      </pc:sldChg>
      <pc:sldChg chg="del">
        <pc:chgData name="Olasunkanmi Arowolo" userId="b1d4bfef6b4a9739" providerId="LiveId" clId="{B94EA0D5-4A62-4905-A0A5-198FB6972D82}" dt="2026-04-14T12:02:29.534" v="380" actId="47"/>
        <pc:sldMkLst>
          <pc:docMk/>
          <pc:sldMk cId="3526755135" sldId="360"/>
        </pc:sldMkLst>
      </pc:sldChg>
      <pc:sldChg chg="del">
        <pc:chgData name="Olasunkanmi Arowolo" userId="b1d4bfef6b4a9739" providerId="LiveId" clId="{B94EA0D5-4A62-4905-A0A5-198FB6972D82}" dt="2026-04-14T12:02:29.778" v="381" actId="47"/>
        <pc:sldMkLst>
          <pc:docMk/>
          <pc:sldMk cId="3020841439" sldId="362"/>
        </pc:sldMkLst>
      </pc:sldChg>
      <pc:sldChg chg="del">
        <pc:chgData name="Olasunkanmi Arowolo" userId="b1d4bfef6b4a9739" providerId="LiveId" clId="{B94EA0D5-4A62-4905-A0A5-198FB6972D82}" dt="2026-04-14T12:02:30.269" v="383" actId="47"/>
        <pc:sldMkLst>
          <pc:docMk/>
          <pc:sldMk cId="3352587752" sldId="363"/>
        </pc:sldMkLst>
      </pc:sldChg>
      <pc:sldChg chg="del">
        <pc:chgData name="Olasunkanmi Arowolo" userId="b1d4bfef6b4a9739" providerId="LiveId" clId="{B94EA0D5-4A62-4905-A0A5-198FB6972D82}" dt="2026-04-14T12:02:30.436" v="384" actId="47"/>
        <pc:sldMkLst>
          <pc:docMk/>
          <pc:sldMk cId="2032801264" sldId="364"/>
        </pc:sldMkLst>
      </pc:sldChg>
      <pc:sldChg chg="del">
        <pc:chgData name="Olasunkanmi Arowolo" userId="b1d4bfef6b4a9739" providerId="LiveId" clId="{B94EA0D5-4A62-4905-A0A5-198FB6972D82}" dt="2026-04-14T12:02:29.967" v="382" actId="47"/>
        <pc:sldMkLst>
          <pc:docMk/>
          <pc:sldMk cId="3513626661" sldId="365"/>
        </pc:sldMkLst>
      </pc:sldChg>
      <pc:sldChg chg="del">
        <pc:chgData name="Olasunkanmi Arowolo" userId="b1d4bfef6b4a9739" providerId="LiveId" clId="{B94EA0D5-4A62-4905-A0A5-198FB6972D82}" dt="2026-04-14T11:22:37.911" v="217" actId="47"/>
        <pc:sldMkLst>
          <pc:docMk/>
          <pc:sldMk cId="1298077786" sldId="366"/>
        </pc:sldMkLst>
      </pc:sldChg>
      <pc:sldChg chg="new del">
        <pc:chgData name="Olasunkanmi Arowolo" userId="b1d4bfef6b4a9739" providerId="LiveId" clId="{B94EA0D5-4A62-4905-A0A5-198FB6972D82}" dt="2026-04-14T11:22:39.277" v="218" actId="47"/>
        <pc:sldMkLst>
          <pc:docMk/>
          <pc:sldMk cId="1657366561" sldId="367"/>
        </pc:sldMkLst>
      </pc:sldChg>
      <pc:sldChg chg="new del">
        <pc:chgData name="Olasunkanmi Arowolo" userId="b1d4bfef6b4a9739" providerId="LiveId" clId="{B94EA0D5-4A62-4905-A0A5-198FB6972D82}" dt="2026-04-14T11:22:40.415" v="219" actId="47"/>
        <pc:sldMkLst>
          <pc:docMk/>
          <pc:sldMk cId="2183234485" sldId="368"/>
        </pc:sldMkLst>
      </pc:sldChg>
      <pc:sldChg chg="modSp new mod">
        <pc:chgData name="Olasunkanmi Arowolo" userId="b1d4bfef6b4a9739" providerId="LiveId" clId="{B94EA0D5-4A62-4905-A0A5-198FB6972D82}" dt="2026-04-14T11:14:48.225" v="108" actId="5793"/>
        <pc:sldMkLst>
          <pc:docMk/>
          <pc:sldMk cId="1684971893" sldId="369"/>
        </pc:sldMkLst>
        <pc:spChg chg="mod">
          <ac:chgData name="Olasunkanmi Arowolo" userId="b1d4bfef6b4a9739" providerId="LiveId" clId="{B94EA0D5-4A62-4905-A0A5-198FB6972D82}" dt="2026-04-14T11:14:29.414" v="94" actId="20577"/>
          <ac:spMkLst>
            <pc:docMk/>
            <pc:sldMk cId="1684971893" sldId="369"/>
            <ac:spMk id="2" creationId="{71B1A8A8-ECAC-670A-C178-51D25D0C17BF}"/>
          </ac:spMkLst>
        </pc:spChg>
        <pc:spChg chg="mod">
          <ac:chgData name="Olasunkanmi Arowolo" userId="b1d4bfef6b4a9739" providerId="LiveId" clId="{B94EA0D5-4A62-4905-A0A5-198FB6972D82}" dt="2026-04-14T11:14:48.225" v="108" actId="5793"/>
          <ac:spMkLst>
            <pc:docMk/>
            <pc:sldMk cId="1684971893" sldId="369"/>
            <ac:spMk id="3" creationId="{FF235356-90DC-F4CA-40B4-A3AAD8C8DD9C}"/>
          </ac:spMkLst>
        </pc:spChg>
        <pc:spChg chg="mod">
          <ac:chgData name="Olasunkanmi Arowolo" userId="b1d4bfef6b4a9739" providerId="LiveId" clId="{B94EA0D5-4A62-4905-A0A5-198FB6972D82}" dt="2026-04-14T11:14:43.659" v="107" actId="113"/>
          <ac:spMkLst>
            <pc:docMk/>
            <pc:sldMk cId="1684971893" sldId="369"/>
            <ac:spMk id="4" creationId="{45226F3F-0780-DBC6-2751-DDBFB05218C6}"/>
          </ac:spMkLst>
        </pc:spChg>
      </pc:sldChg>
      <pc:sldChg chg="new del">
        <pc:chgData name="Olasunkanmi Arowolo" userId="b1d4bfef6b4a9739" providerId="LiveId" clId="{B94EA0D5-4A62-4905-A0A5-198FB6972D82}" dt="2026-04-14T10:32:44.663" v="17" actId="680"/>
        <pc:sldMkLst>
          <pc:docMk/>
          <pc:sldMk cId="3525622836" sldId="369"/>
        </pc:sldMkLst>
      </pc:sldChg>
      <pc:sldChg chg="new del">
        <pc:chgData name="Olasunkanmi Arowolo" userId="b1d4bfef6b4a9739" providerId="LiveId" clId="{B94EA0D5-4A62-4905-A0A5-198FB6972D82}" dt="2026-04-14T10:32:44.052" v="16" actId="680"/>
        <pc:sldMkLst>
          <pc:docMk/>
          <pc:sldMk cId="592424796" sldId="370"/>
        </pc:sldMkLst>
      </pc:sldChg>
      <pc:sldChg chg="modSp new mod">
        <pc:chgData name="Olasunkanmi Arowolo" userId="b1d4bfef6b4a9739" providerId="LiveId" clId="{B94EA0D5-4A62-4905-A0A5-198FB6972D82}" dt="2026-04-14T12:04:11.614" v="426" actId="404"/>
        <pc:sldMkLst>
          <pc:docMk/>
          <pc:sldMk cId="2573153271" sldId="370"/>
        </pc:sldMkLst>
        <pc:spChg chg="mod">
          <ac:chgData name="Olasunkanmi Arowolo" userId="b1d4bfef6b4a9739" providerId="LiveId" clId="{B94EA0D5-4A62-4905-A0A5-198FB6972D82}" dt="2026-04-14T12:04:11.614" v="426" actId="404"/>
          <ac:spMkLst>
            <pc:docMk/>
            <pc:sldMk cId="2573153271" sldId="370"/>
            <ac:spMk id="3" creationId="{E04F8A14-092B-8325-71A2-2EA51F74C03B}"/>
          </ac:spMkLst>
        </pc:spChg>
      </pc:sldChg>
      <pc:sldChg chg="new del">
        <pc:chgData name="Olasunkanmi Arowolo" userId="b1d4bfef6b4a9739" providerId="LiveId" clId="{B94EA0D5-4A62-4905-A0A5-198FB6972D82}" dt="2026-04-14T10:32:43.560" v="15" actId="680"/>
        <pc:sldMkLst>
          <pc:docMk/>
          <pc:sldMk cId="330723853" sldId="371"/>
        </pc:sldMkLst>
      </pc:sldChg>
      <pc:sldChg chg="modSp new mod modNotesTx">
        <pc:chgData name="Olasunkanmi Arowolo" userId="b1d4bfef6b4a9739" providerId="LiveId" clId="{B94EA0D5-4A62-4905-A0A5-198FB6972D82}" dt="2026-04-14T12:09:00.347" v="446" actId="20577"/>
        <pc:sldMkLst>
          <pc:docMk/>
          <pc:sldMk cId="2195237225" sldId="371"/>
        </pc:sldMkLst>
        <pc:spChg chg="mod">
          <ac:chgData name="Olasunkanmi Arowolo" userId="b1d4bfef6b4a9739" providerId="LiveId" clId="{B94EA0D5-4A62-4905-A0A5-198FB6972D82}" dt="2026-04-14T12:08:08.439" v="443" actId="5793"/>
          <ac:spMkLst>
            <pc:docMk/>
            <pc:sldMk cId="2195237225" sldId="371"/>
            <ac:spMk id="3" creationId="{9B6B19ED-B0EB-3103-E59B-F00C4C3028CF}"/>
          </ac:spMkLst>
        </pc:spChg>
        <pc:spChg chg="mod">
          <ac:chgData name="Olasunkanmi Arowolo" userId="b1d4bfef6b4a9739" providerId="LiveId" clId="{B94EA0D5-4A62-4905-A0A5-198FB6972D82}" dt="2026-04-14T12:08:01.561" v="438" actId="20577"/>
          <ac:spMkLst>
            <pc:docMk/>
            <pc:sldMk cId="2195237225" sldId="371"/>
            <ac:spMk id="4" creationId="{DC2BA051-A0BA-29AC-571B-FD9DD5D21599}"/>
          </ac:spMkLst>
        </pc:spChg>
      </pc:sldChg>
      <pc:sldChg chg="new del">
        <pc:chgData name="Olasunkanmi Arowolo" userId="b1d4bfef6b4a9739" providerId="LiveId" clId="{B94EA0D5-4A62-4905-A0A5-198FB6972D82}" dt="2026-04-14T10:32:43.170" v="14" actId="680"/>
        <pc:sldMkLst>
          <pc:docMk/>
          <pc:sldMk cId="2391284237" sldId="372"/>
        </pc:sldMkLst>
      </pc:sldChg>
      <pc:sldChg chg="addSp delSp modSp add mod ord">
        <pc:chgData name="Olasunkanmi Arowolo" userId="b1d4bfef6b4a9739" providerId="LiveId" clId="{B94EA0D5-4A62-4905-A0A5-198FB6972D82}" dt="2026-04-14T12:28:26.640" v="539" actId="478"/>
        <pc:sldMkLst>
          <pc:docMk/>
          <pc:sldMk cId="3867991189" sldId="372"/>
        </pc:sldMkLst>
        <pc:spChg chg="mod">
          <ac:chgData name="Olasunkanmi Arowolo" userId="b1d4bfef6b4a9739" providerId="LiveId" clId="{B94EA0D5-4A62-4905-A0A5-198FB6972D82}" dt="2026-04-14T12:27:22.316" v="499"/>
          <ac:spMkLst>
            <pc:docMk/>
            <pc:sldMk cId="3867991189" sldId="372"/>
            <ac:spMk id="2" creationId="{59669F33-93FD-F521-DB2C-F11751C932ED}"/>
          </ac:spMkLst>
        </pc:spChg>
        <pc:spChg chg="mod">
          <ac:chgData name="Olasunkanmi Arowolo" userId="b1d4bfef6b4a9739" providerId="LiveId" clId="{B94EA0D5-4A62-4905-A0A5-198FB6972D82}" dt="2026-04-14T12:28:01.409" v="527" actId="20577"/>
          <ac:spMkLst>
            <pc:docMk/>
            <pc:sldMk cId="3867991189" sldId="372"/>
            <ac:spMk id="4" creationId="{143C4291-1842-5F73-4235-CBE265AE314A}"/>
          </ac:spMkLst>
        </pc:spChg>
        <pc:spChg chg="mod">
          <ac:chgData name="Olasunkanmi Arowolo" userId="b1d4bfef6b4a9739" providerId="LiveId" clId="{B94EA0D5-4A62-4905-A0A5-198FB6972D82}" dt="2026-04-14T12:28:06.828" v="529" actId="20577"/>
          <ac:spMkLst>
            <pc:docMk/>
            <pc:sldMk cId="3867991189" sldId="372"/>
            <ac:spMk id="6" creationId="{69C2AEBB-98DB-AB13-6812-195D5A1C9FC4}"/>
          </ac:spMkLst>
        </pc:spChg>
        <pc:spChg chg="mod">
          <ac:chgData name="Olasunkanmi Arowolo" userId="b1d4bfef6b4a9739" providerId="LiveId" clId="{B94EA0D5-4A62-4905-A0A5-198FB6972D82}" dt="2026-04-14T12:28:17.509" v="536" actId="20577"/>
          <ac:spMkLst>
            <pc:docMk/>
            <pc:sldMk cId="3867991189" sldId="372"/>
            <ac:spMk id="9" creationId="{7175CF20-CD6A-6F35-9798-152DBCA5E294}"/>
          </ac:spMkLst>
        </pc:spChg>
        <pc:spChg chg="mod">
          <ac:chgData name="Olasunkanmi Arowolo" userId="b1d4bfef6b4a9739" providerId="LiveId" clId="{B94EA0D5-4A62-4905-A0A5-198FB6972D82}" dt="2026-04-14T12:27:54.993" v="519" actId="6549"/>
          <ac:spMkLst>
            <pc:docMk/>
            <pc:sldMk cId="3867991189" sldId="372"/>
            <ac:spMk id="11" creationId="{A601E369-3D3C-118B-B235-9CCCE881A4E1}"/>
          </ac:spMkLst>
        </pc:spChg>
        <pc:spChg chg="mod">
          <ac:chgData name="Olasunkanmi Arowolo" userId="b1d4bfef6b4a9739" providerId="LiveId" clId="{B94EA0D5-4A62-4905-A0A5-198FB6972D82}" dt="2026-04-14T12:23:07.356" v="472"/>
          <ac:spMkLst>
            <pc:docMk/>
            <pc:sldMk cId="3867991189" sldId="372"/>
            <ac:spMk id="12" creationId="{4B1FBD3A-9894-5EFF-E588-EDA005C0CC82}"/>
          </ac:spMkLst>
        </pc:spChg>
        <pc:spChg chg="mod">
          <ac:chgData name="Olasunkanmi Arowolo" userId="b1d4bfef6b4a9739" providerId="LiveId" clId="{B94EA0D5-4A62-4905-A0A5-198FB6972D82}" dt="2026-04-14T12:23:07.356" v="472"/>
          <ac:spMkLst>
            <pc:docMk/>
            <pc:sldMk cId="3867991189" sldId="372"/>
            <ac:spMk id="14" creationId="{855BEF32-C2C9-A935-DC47-71DA824C569B}"/>
          </ac:spMkLst>
        </pc:spChg>
        <pc:spChg chg="mod">
          <ac:chgData name="Olasunkanmi Arowolo" userId="b1d4bfef6b4a9739" providerId="LiveId" clId="{B94EA0D5-4A62-4905-A0A5-198FB6972D82}" dt="2026-04-14T12:23:07.356" v="472"/>
          <ac:spMkLst>
            <pc:docMk/>
            <pc:sldMk cId="3867991189" sldId="372"/>
            <ac:spMk id="15" creationId="{A9149BCE-09DB-37AB-D06B-BF2767E019E4}"/>
          </ac:spMkLst>
        </pc:spChg>
        <pc:grpChg chg="add del mod ord">
          <ac:chgData name="Olasunkanmi Arowolo" userId="b1d4bfef6b4a9739" providerId="LiveId" clId="{B94EA0D5-4A62-4905-A0A5-198FB6972D82}" dt="2026-04-14T12:28:26.640" v="539" actId="478"/>
          <ac:grpSpMkLst>
            <pc:docMk/>
            <pc:sldMk cId="3867991189" sldId="372"/>
            <ac:grpSpMk id="10" creationId="{480C547F-D5DD-4540-4425-8F711F3E51C7}"/>
          </ac:grpSpMkLst>
        </pc:grpChg>
        <pc:grpChg chg="mod">
          <ac:chgData name="Olasunkanmi Arowolo" userId="b1d4bfef6b4a9739" providerId="LiveId" clId="{B94EA0D5-4A62-4905-A0A5-198FB6972D82}" dt="2026-04-14T12:23:07.356" v="472"/>
          <ac:grpSpMkLst>
            <pc:docMk/>
            <pc:sldMk cId="3867991189" sldId="372"/>
            <ac:grpSpMk id="13" creationId="{0148F306-C87E-A1F1-0EE2-446362F4A439}"/>
          </ac:grpSpMkLst>
        </pc:grpChg>
      </pc:sldChg>
      <pc:sldChg chg="new del">
        <pc:chgData name="Olasunkanmi Arowolo" userId="b1d4bfef6b4a9739" providerId="LiveId" clId="{B94EA0D5-4A62-4905-A0A5-198FB6972D82}" dt="2026-04-14T10:32:42.983" v="13" actId="680"/>
        <pc:sldMkLst>
          <pc:docMk/>
          <pc:sldMk cId="3213564363" sldId="373"/>
        </pc:sldMkLst>
      </pc:sldChg>
      <pc:sldChg chg="modSp add mod">
        <pc:chgData name="Olasunkanmi Arowolo" userId="b1d4bfef6b4a9739" providerId="LiveId" clId="{B94EA0D5-4A62-4905-A0A5-198FB6972D82}" dt="2026-04-14T12:24:25.279" v="485" actId="5793"/>
        <pc:sldMkLst>
          <pc:docMk/>
          <pc:sldMk cId="3852313419" sldId="373"/>
        </pc:sldMkLst>
        <pc:spChg chg="mod">
          <ac:chgData name="Olasunkanmi Arowolo" userId="b1d4bfef6b4a9739" providerId="LiveId" clId="{B94EA0D5-4A62-4905-A0A5-198FB6972D82}" dt="2026-04-14T12:24:25.279" v="485" actId="5793"/>
          <ac:spMkLst>
            <pc:docMk/>
            <pc:sldMk cId="3852313419" sldId="373"/>
            <ac:spMk id="3" creationId="{0E289776-F6D9-D2BC-C00B-C9BA4623F022}"/>
          </ac:spMkLst>
        </pc:spChg>
        <pc:spChg chg="mod">
          <ac:chgData name="Olasunkanmi Arowolo" userId="b1d4bfef6b4a9739" providerId="LiveId" clId="{B94EA0D5-4A62-4905-A0A5-198FB6972D82}" dt="2026-04-14T12:24:19.606" v="481"/>
          <ac:spMkLst>
            <pc:docMk/>
            <pc:sldMk cId="3852313419" sldId="373"/>
            <ac:spMk id="4" creationId="{3E5F2A16-92C7-2DD1-A9DF-E880528B9F50}"/>
          </ac:spMkLst>
        </pc:spChg>
      </pc:sldChg>
      <pc:sldChg chg="new del">
        <pc:chgData name="Olasunkanmi Arowolo" userId="b1d4bfef6b4a9739" providerId="LiveId" clId="{B94EA0D5-4A62-4905-A0A5-198FB6972D82}" dt="2026-04-14T10:32:42.747" v="12" actId="680"/>
        <pc:sldMkLst>
          <pc:docMk/>
          <pc:sldMk cId="707954113" sldId="374"/>
        </pc:sldMkLst>
      </pc:sldChg>
      <pc:sldChg chg="new del">
        <pc:chgData name="Olasunkanmi Arowolo" userId="b1d4bfef6b4a9739" providerId="LiveId" clId="{B94EA0D5-4A62-4905-A0A5-198FB6972D82}" dt="2026-04-14T12:27:17.783" v="498" actId="47"/>
        <pc:sldMkLst>
          <pc:docMk/>
          <pc:sldMk cId="3720271019" sldId="374"/>
        </pc:sldMkLst>
      </pc:sldChg>
      <pc:sldChg chg="new del">
        <pc:chgData name="Olasunkanmi Arowolo" userId="b1d4bfef6b4a9739" providerId="LiveId" clId="{B94EA0D5-4A62-4905-A0A5-198FB6972D82}" dt="2026-04-14T10:32:42.383" v="11" actId="680"/>
        <pc:sldMkLst>
          <pc:docMk/>
          <pc:sldMk cId="679072563" sldId="375"/>
        </pc:sldMkLst>
      </pc:sldChg>
      <pc:sldChg chg="add">
        <pc:chgData name="Olasunkanmi Arowolo" userId="b1d4bfef6b4a9739" providerId="LiveId" clId="{B94EA0D5-4A62-4905-A0A5-198FB6972D82}" dt="2026-04-14T12:27:05.486" v="491" actId="2890"/>
        <pc:sldMkLst>
          <pc:docMk/>
          <pc:sldMk cId="2073046344" sldId="375"/>
        </pc:sldMkLst>
      </pc:sldChg>
      <pc:sldChg chg="add">
        <pc:chgData name="Olasunkanmi Arowolo" userId="b1d4bfef6b4a9739" providerId="LiveId" clId="{B94EA0D5-4A62-4905-A0A5-198FB6972D82}" dt="2026-04-14T12:28:24.006" v="538" actId="2890"/>
        <pc:sldMkLst>
          <pc:docMk/>
          <pc:sldMk cId="1533746695" sldId="376"/>
        </pc:sldMkLst>
      </pc:sldChg>
      <pc:sldChg chg="new del">
        <pc:chgData name="Olasunkanmi Arowolo" userId="b1d4bfef6b4a9739" providerId="LiveId" clId="{B94EA0D5-4A62-4905-A0A5-198FB6972D82}" dt="2026-04-14T10:32:41.972" v="10" actId="680"/>
        <pc:sldMkLst>
          <pc:docMk/>
          <pc:sldMk cId="1747425009" sldId="376"/>
        </pc:sldMkLst>
      </pc:sldChg>
      <pc:sldChg chg="delSp modSp add mod ord">
        <pc:chgData name="Olasunkanmi Arowolo" userId="b1d4bfef6b4a9739" providerId="LiveId" clId="{B94EA0D5-4A62-4905-A0A5-198FB6972D82}" dt="2026-04-14T12:30:10.387" v="574" actId="478"/>
        <pc:sldMkLst>
          <pc:docMk/>
          <pc:sldMk cId="3363130046" sldId="377"/>
        </pc:sldMkLst>
        <pc:spChg chg="mod">
          <ac:chgData name="Olasunkanmi Arowolo" userId="b1d4bfef6b4a9739" providerId="LiveId" clId="{B94EA0D5-4A62-4905-A0A5-198FB6972D82}" dt="2026-04-14T12:29:20.402" v="544" actId="27636"/>
          <ac:spMkLst>
            <pc:docMk/>
            <pc:sldMk cId="3363130046" sldId="377"/>
            <ac:spMk id="2" creationId="{D7A55FDF-3C29-53EA-C654-2E5385770EC3}"/>
          </ac:spMkLst>
        </pc:spChg>
        <pc:spChg chg="mod">
          <ac:chgData name="Olasunkanmi Arowolo" userId="b1d4bfef6b4a9739" providerId="LiveId" clId="{B94EA0D5-4A62-4905-A0A5-198FB6972D82}" dt="2026-04-14T12:29:57.596" v="571" actId="6549"/>
          <ac:spMkLst>
            <pc:docMk/>
            <pc:sldMk cId="3363130046" sldId="377"/>
            <ac:spMk id="4" creationId="{5201BED2-F461-7108-252C-2A5815577BAF}"/>
          </ac:spMkLst>
        </pc:spChg>
        <pc:spChg chg="mod">
          <ac:chgData name="Olasunkanmi Arowolo" userId="b1d4bfef6b4a9739" providerId="LiveId" clId="{B94EA0D5-4A62-4905-A0A5-198FB6972D82}" dt="2026-04-14T12:30:00.273" v="572"/>
          <ac:spMkLst>
            <pc:docMk/>
            <pc:sldMk cId="3363130046" sldId="377"/>
            <ac:spMk id="6" creationId="{1729DA63-CF62-B7FD-C396-226D0EC72503}"/>
          </ac:spMkLst>
        </pc:spChg>
        <pc:spChg chg="mod">
          <ac:chgData name="Olasunkanmi Arowolo" userId="b1d4bfef6b4a9739" providerId="LiveId" clId="{B94EA0D5-4A62-4905-A0A5-198FB6972D82}" dt="2026-04-14T12:29:32.274" v="551" actId="6549"/>
          <ac:spMkLst>
            <pc:docMk/>
            <pc:sldMk cId="3363130046" sldId="377"/>
            <ac:spMk id="9" creationId="{F5A1433E-9B93-E0E0-F2B2-12F7A8EC24E2}"/>
          </ac:spMkLst>
        </pc:spChg>
        <pc:spChg chg="mod">
          <ac:chgData name="Olasunkanmi Arowolo" userId="b1d4bfef6b4a9739" providerId="LiveId" clId="{B94EA0D5-4A62-4905-A0A5-198FB6972D82}" dt="2026-04-14T12:29:42.969" v="560" actId="6549"/>
          <ac:spMkLst>
            <pc:docMk/>
            <pc:sldMk cId="3363130046" sldId="377"/>
            <ac:spMk id="11" creationId="{0B80B572-B9E9-FDE1-5398-F02E73FF0691}"/>
          </ac:spMkLst>
        </pc:spChg>
        <pc:grpChg chg="del">
          <ac:chgData name="Olasunkanmi Arowolo" userId="b1d4bfef6b4a9739" providerId="LiveId" clId="{B94EA0D5-4A62-4905-A0A5-198FB6972D82}" dt="2026-04-14T12:30:10.387" v="574" actId="478"/>
          <ac:grpSpMkLst>
            <pc:docMk/>
            <pc:sldMk cId="3363130046" sldId="377"/>
            <ac:grpSpMk id="10" creationId="{C3F54569-7D86-BF7F-E9D7-89389F087801}"/>
          </ac:grpSpMkLst>
        </pc:grpChg>
      </pc:sldChg>
      <pc:sldChg chg="add">
        <pc:chgData name="Olasunkanmi Arowolo" userId="b1d4bfef6b4a9739" providerId="LiveId" clId="{B94EA0D5-4A62-4905-A0A5-198FB6972D82}" dt="2026-04-14T12:30:07.731" v="573" actId="2890"/>
        <pc:sldMkLst>
          <pc:docMk/>
          <pc:sldMk cId="565620178" sldId="378"/>
        </pc:sldMkLst>
      </pc:sldChg>
      <pc:sldChg chg="new del">
        <pc:chgData name="Olasunkanmi Arowolo" userId="b1d4bfef6b4a9739" providerId="LiveId" clId="{B94EA0D5-4A62-4905-A0A5-198FB6972D82}" dt="2026-04-14T12:30:45.420" v="581" actId="2696"/>
        <pc:sldMkLst>
          <pc:docMk/>
          <pc:sldMk cId="3314873710" sldId="379"/>
        </pc:sldMkLst>
      </pc:sldChg>
      <pc:sldChg chg="delSp modSp add mod ord">
        <pc:chgData name="Olasunkanmi Arowolo" userId="b1d4bfef6b4a9739" providerId="LiveId" clId="{B94EA0D5-4A62-4905-A0A5-198FB6972D82}" dt="2026-04-14T12:31:43.811" v="624" actId="478"/>
        <pc:sldMkLst>
          <pc:docMk/>
          <pc:sldMk cId="527326711" sldId="380"/>
        </pc:sldMkLst>
        <pc:spChg chg="mod">
          <ac:chgData name="Olasunkanmi Arowolo" userId="b1d4bfef6b4a9739" providerId="LiveId" clId="{B94EA0D5-4A62-4905-A0A5-198FB6972D82}" dt="2026-04-14T12:30:47.765" v="582"/>
          <ac:spMkLst>
            <pc:docMk/>
            <pc:sldMk cId="527326711" sldId="380"/>
            <ac:spMk id="2" creationId="{C7847D07-A60D-376E-C583-8F9FE635AB3E}"/>
          </ac:spMkLst>
        </pc:spChg>
        <pc:spChg chg="mod">
          <ac:chgData name="Olasunkanmi Arowolo" userId="b1d4bfef6b4a9739" providerId="LiveId" clId="{B94EA0D5-4A62-4905-A0A5-198FB6972D82}" dt="2026-04-14T12:31:30.251" v="621" actId="20577"/>
          <ac:spMkLst>
            <pc:docMk/>
            <pc:sldMk cId="527326711" sldId="380"/>
            <ac:spMk id="4" creationId="{096C08E5-0AFB-520B-22BB-26FFE0D1DA22}"/>
          </ac:spMkLst>
        </pc:spChg>
        <pc:spChg chg="mod">
          <ac:chgData name="Olasunkanmi Arowolo" userId="b1d4bfef6b4a9739" providerId="LiveId" clId="{B94EA0D5-4A62-4905-A0A5-198FB6972D82}" dt="2026-04-14T12:31:10.978" v="601" actId="27636"/>
          <ac:spMkLst>
            <pc:docMk/>
            <pc:sldMk cId="527326711" sldId="380"/>
            <ac:spMk id="6" creationId="{52E25E74-E65A-5C98-99EC-3700941B6872}"/>
          </ac:spMkLst>
        </pc:spChg>
        <pc:spChg chg="mod">
          <ac:chgData name="Olasunkanmi Arowolo" userId="b1d4bfef6b4a9739" providerId="LiveId" clId="{B94EA0D5-4A62-4905-A0A5-198FB6972D82}" dt="2026-04-14T12:31:27.062" v="619" actId="27636"/>
          <ac:spMkLst>
            <pc:docMk/>
            <pc:sldMk cId="527326711" sldId="380"/>
            <ac:spMk id="9" creationId="{0037DDF7-EC30-2FA8-6FCC-B9A9342883F3}"/>
          </ac:spMkLst>
        </pc:spChg>
        <pc:spChg chg="mod">
          <ac:chgData name="Olasunkanmi Arowolo" userId="b1d4bfef6b4a9739" providerId="LiveId" clId="{B94EA0D5-4A62-4905-A0A5-198FB6972D82}" dt="2026-04-14T12:31:14.544" v="611" actId="27636"/>
          <ac:spMkLst>
            <pc:docMk/>
            <pc:sldMk cId="527326711" sldId="380"/>
            <ac:spMk id="11" creationId="{8B067983-85AD-9095-4F47-3F4985BD305E}"/>
          </ac:spMkLst>
        </pc:spChg>
        <pc:grpChg chg="del mod">
          <ac:chgData name="Olasunkanmi Arowolo" userId="b1d4bfef6b4a9739" providerId="LiveId" clId="{B94EA0D5-4A62-4905-A0A5-198FB6972D82}" dt="2026-04-14T12:31:43.811" v="624" actId="478"/>
          <ac:grpSpMkLst>
            <pc:docMk/>
            <pc:sldMk cId="527326711" sldId="380"/>
            <ac:grpSpMk id="10" creationId="{DD0F0D81-5D63-4F67-21D5-386575DB3D53}"/>
          </ac:grpSpMkLst>
        </pc:grpChg>
      </pc:sldChg>
      <pc:sldChg chg="add del">
        <pc:chgData name="Olasunkanmi Arowolo" userId="b1d4bfef6b4a9739" providerId="LiveId" clId="{B94EA0D5-4A62-4905-A0A5-198FB6972D82}" dt="2026-04-14T12:30:35.059" v="580"/>
        <pc:sldMkLst>
          <pc:docMk/>
          <pc:sldMk cId="259673408" sldId="381"/>
        </pc:sldMkLst>
      </pc:sldChg>
      <pc:sldChg chg="add">
        <pc:chgData name="Olasunkanmi Arowolo" userId="b1d4bfef6b4a9739" providerId="LiveId" clId="{B94EA0D5-4A62-4905-A0A5-198FB6972D82}" dt="2026-04-14T12:31:41.594" v="623" actId="2890"/>
        <pc:sldMkLst>
          <pc:docMk/>
          <pc:sldMk cId="3405150420" sldId="381"/>
        </pc:sldMkLst>
      </pc:sldChg>
      <pc:sldMasterChg chg="modSldLayout">
        <pc:chgData name="Olasunkanmi Arowolo" userId="b1d4bfef6b4a9739" providerId="LiveId" clId="{B94EA0D5-4A62-4905-A0A5-198FB6972D82}" dt="2026-04-14T12:25:23.225" v="489" actId="1076"/>
        <pc:sldMasterMkLst>
          <pc:docMk/>
          <pc:sldMasterMk cId="3721191032" sldId="2147483660"/>
        </pc:sldMasterMkLst>
        <pc:sldLayoutChg chg="addSp modSp mod">
          <pc:chgData name="Olasunkanmi Arowolo" userId="b1d4bfef6b4a9739" providerId="LiveId" clId="{B94EA0D5-4A62-4905-A0A5-198FB6972D82}" dt="2026-04-14T12:25:23.225" v="489" actId="1076"/>
          <pc:sldLayoutMkLst>
            <pc:docMk/>
            <pc:sldMasterMk cId="3721191032" sldId="2147483660"/>
            <pc:sldLayoutMk cId="3558010959" sldId="2147483672"/>
          </pc:sldLayoutMkLst>
          <pc:spChg chg="mod">
            <ac:chgData name="Olasunkanmi Arowolo" userId="b1d4bfef6b4a9739" providerId="LiveId" clId="{B94EA0D5-4A62-4905-A0A5-198FB6972D82}" dt="2026-04-14T12:17:12.637" v="450"/>
            <ac:spMkLst>
              <pc:docMk/>
              <pc:sldMasterMk cId="3721191032" sldId="2147483660"/>
              <pc:sldLayoutMk cId="3558010959" sldId="2147483672"/>
              <ac:spMk id="4" creationId="{4AAA4E7D-143D-92CB-8898-509AACB9D1F2}"/>
            </ac:spMkLst>
          </pc:spChg>
          <pc:spChg chg="add mod">
            <ac:chgData name="Olasunkanmi Arowolo" userId="b1d4bfef6b4a9739" providerId="LiveId" clId="{B94EA0D5-4A62-4905-A0A5-198FB6972D82}" dt="2026-04-14T12:25:23.225" v="489" actId="1076"/>
            <ac:spMkLst>
              <pc:docMk/>
              <pc:sldMasterMk cId="3721191032" sldId="2147483660"/>
              <pc:sldLayoutMk cId="3558010959" sldId="2147483672"/>
              <ac:spMk id="7" creationId="{15D41E6D-3BBC-171C-9736-431B3BD7C96E}"/>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0C5BF94-82EA-25ED-1C94-5562FF7667A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EB846D86-7E86-C40D-A9DF-ABC9B7B1126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E9053B-97E6-4F45-93EE-48938139E930}" type="datetimeFigureOut">
              <a:rPr lang="en-GB" smtClean="0"/>
              <a:t>14/04/2026</a:t>
            </a:fld>
            <a:endParaRPr lang="en-GB"/>
          </a:p>
        </p:txBody>
      </p:sp>
      <p:sp>
        <p:nvSpPr>
          <p:cNvPr id="4" name="Footer Placeholder 3">
            <a:extLst>
              <a:ext uri="{FF2B5EF4-FFF2-40B4-BE49-F238E27FC236}">
                <a16:creationId xmlns:a16="http://schemas.microsoft.com/office/drawing/2014/main" id="{0FDEC034-238A-F70D-5C20-C3E3E4B57B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E5BE38AA-0BD4-5177-1B0C-9D8EFCAF5BA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0CF3D3-E080-442A-9331-627F5BA3DCF0}" type="slidenum">
              <a:rPr lang="en-GB" smtClean="0"/>
              <a:t>‹#›</a:t>
            </a:fld>
            <a:endParaRPr lang="en-GB"/>
          </a:p>
        </p:txBody>
      </p:sp>
    </p:spTree>
    <p:extLst>
      <p:ext uri="{BB962C8B-B14F-4D97-AF65-F5344CB8AC3E}">
        <p14:creationId xmlns:p14="http://schemas.microsoft.com/office/powerpoint/2010/main" val="25345897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7A926E-790D-450F-961B-8B6B99E0CD01}" type="datetimeFigureOut">
              <a:rPr lang="en-GB" smtClean="0"/>
              <a:t>14/04/2026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BD1FD5-3411-4380-8A9A-C24F3BB8453F}" type="slidenum">
              <a:rPr lang="en-GB" smtClean="0"/>
              <a:t>‹#›</a:t>
            </a:fld>
            <a:endParaRPr lang="en-GB"/>
          </a:p>
        </p:txBody>
      </p:sp>
    </p:spTree>
    <p:extLst>
      <p:ext uri="{BB962C8B-B14F-4D97-AF65-F5344CB8AC3E}">
        <p14:creationId xmlns:p14="http://schemas.microsoft.com/office/powerpoint/2010/main" val="2314653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Cost of One Error</a:t>
            </a:r>
          </a:p>
          <a:p>
            <a:r>
              <a:rPr lang="en-US" dirty="0"/>
              <a:t>Imagine a news report is published stating that a university received </a:t>
            </a:r>
            <a:r>
              <a:rPr lang="en-US" b="1" dirty="0"/>
              <a:t>₦500 million</a:t>
            </a:r>
            <a:r>
              <a:rPr lang="en-US" dirty="0"/>
              <a:t> in funding. Within hours, the story spreads across social media. Students celebrate. Administrators respond. Public expectations rise.</a:t>
            </a:r>
          </a:p>
          <a:p>
            <a:r>
              <a:rPr lang="en-US" dirty="0"/>
              <a:t>The next day, a correction is issued.</a:t>
            </a:r>
          </a:p>
          <a:p>
            <a:r>
              <a:rPr lang="en-US" dirty="0"/>
              <a:t>The actual figure was </a:t>
            </a:r>
            <a:r>
              <a:rPr lang="en-US" b="1" dirty="0"/>
              <a:t>₦50 million</a:t>
            </a:r>
            <a:r>
              <a:rPr lang="en-US" dirty="0"/>
              <a:t>.</a:t>
            </a:r>
          </a:p>
          <a:p>
            <a:r>
              <a:rPr lang="en-US" dirty="0"/>
              <a:t>Not a small mistake. A zero too many.</a:t>
            </a:r>
          </a:p>
          <a:p>
            <a:r>
              <a:rPr lang="en-US" dirty="0"/>
              <a:t>But by then:</a:t>
            </a:r>
          </a:p>
          <a:p>
            <a:r>
              <a:rPr lang="en-US" dirty="0"/>
              <a:t>The misinformation has spread </a:t>
            </a:r>
          </a:p>
          <a:p>
            <a:r>
              <a:rPr lang="en-US" dirty="0"/>
              <a:t>Trust has been weakened </a:t>
            </a:r>
          </a:p>
          <a:p>
            <a:r>
              <a:rPr lang="en-US" dirty="0"/>
              <a:t>The credibility of the media </a:t>
            </a:r>
            <a:r>
              <a:rPr lang="en-US" dirty="0" err="1"/>
              <a:t>organisation</a:t>
            </a:r>
            <a:r>
              <a:rPr lang="en-US" dirty="0"/>
              <a:t> is questioned </a:t>
            </a:r>
          </a:p>
          <a:p>
            <a:r>
              <a:rPr lang="en-US" dirty="0"/>
              <a:t>This is the reality of editing.</a:t>
            </a:r>
          </a:p>
          <a:p>
            <a:r>
              <a:rPr lang="en-US" dirty="0"/>
              <a:t>One unchecked detail can distort reality.</a:t>
            </a:r>
          </a:p>
          <a:p>
            <a:r>
              <a:rPr lang="en-US" dirty="0"/>
              <a:t>Today’s focus is simple:</a:t>
            </a:r>
            <a:br>
              <a:rPr lang="en-US" dirty="0"/>
            </a:br>
            <a:r>
              <a:rPr lang="en-US" b="1" dirty="0"/>
              <a:t>An editor’s most important responsibility is not grammar. It is truth.</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builds directly on Week 3 and deepens students’ ability to move from basic correction to </a:t>
            </a:r>
            <a:r>
              <a:rPr lang="en-US" b="1" dirty="0"/>
              <a:t>professional editorial judgement</a:t>
            </a:r>
            <a:r>
              <a:rPr lang="en-US" dirty="0"/>
              <a:t>.</a:t>
            </a:r>
          </a:p>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1</a:t>
            </a:fld>
            <a:endParaRPr lang="en-GB"/>
          </a:p>
        </p:txBody>
      </p:sp>
    </p:spTree>
    <p:extLst>
      <p:ext uri="{BB962C8B-B14F-4D97-AF65-F5344CB8AC3E}">
        <p14:creationId xmlns:p14="http://schemas.microsoft.com/office/powerpoint/2010/main" val="11989843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Frame the lecture as both foundational and professionally relevant.</a:t>
            </a:r>
          </a:p>
          <a:p>
            <a:endParaRPr lang="en-US" dirty="0"/>
          </a:p>
        </p:txBody>
      </p:sp>
      <p:sp>
        <p:nvSpPr>
          <p:cNvPr id="4" name="Slide Number Placeholder 3"/>
          <p:cNvSpPr>
            <a:spLocks noGrp="1"/>
          </p:cNvSpPr>
          <p:nvPr>
            <p:ph type="sldNum" sz="quarter" idx="5"/>
          </p:nvPr>
        </p:nvSpPr>
        <p:spPr/>
        <p:txBody>
          <a:bodyPr/>
          <a:lstStyle/>
          <a:p>
            <a:fld id="{ABBD1FD5-3411-4380-8A9A-C24F3BB8453F}" type="slidenum">
              <a:rPr lang="en-GB" smtClean="0"/>
              <a:t>4</a:t>
            </a:fld>
            <a:endParaRPr lang="en-GB"/>
          </a:p>
        </p:txBody>
      </p:sp>
    </p:spTree>
    <p:extLst>
      <p:ext uri="{BB962C8B-B14F-4D97-AF65-F5344CB8AC3E}">
        <p14:creationId xmlns:p14="http://schemas.microsoft.com/office/powerpoint/2010/main" val="10573310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Apply advanced copy editing principles Verify facts and detect inaccuracies Maintain consistency using style rules Identify bias and ambiguity in writing Improve editorial judgement</a:t>
            </a:r>
          </a:p>
        </p:txBody>
      </p:sp>
      <p:sp>
        <p:nvSpPr>
          <p:cNvPr id="4" name="Slide Number Placeholder 3"/>
          <p:cNvSpPr>
            <a:spLocks noGrp="1"/>
          </p:cNvSpPr>
          <p:nvPr>
            <p:ph type="sldNum" sz="quarter" idx="5"/>
          </p:nvPr>
        </p:nvSpPr>
        <p:spPr/>
        <p:txBody>
          <a:bodyPr/>
          <a:lstStyle/>
          <a:p>
            <a:fld id="{ABBD1FD5-3411-4380-8A9A-C24F3BB8453F}" type="slidenum">
              <a:rPr lang="en-GB" smtClean="0"/>
              <a:t>5</a:t>
            </a:fld>
            <a:endParaRPr lang="en-GB"/>
          </a:p>
        </p:txBody>
      </p:sp>
    </p:spTree>
    <p:extLst>
      <p:ext uri="{BB962C8B-B14F-4D97-AF65-F5344CB8AC3E}">
        <p14:creationId xmlns:p14="http://schemas.microsoft.com/office/powerpoint/2010/main" val="1057331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Lecturer Note (Framing)</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Ask:</a:t>
            </a: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“Is a grammatically correct sentence always a good sentence?”</a:t>
            </a:r>
          </a:p>
        </p:txBody>
      </p:sp>
      <p:sp>
        <p:nvSpPr>
          <p:cNvPr id="4" name="Slide Number Placeholder 3"/>
          <p:cNvSpPr>
            <a:spLocks noGrp="1"/>
          </p:cNvSpPr>
          <p:nvPr>
            <p:ph type="sldNum" sz="quarter" idx="5"/>
          </p:nvPr>
        </p:nvSpPr>
        <p:spPr/>
        <p:txBody>
          <a:bodyPr/>
          <a:lstStyle/>
          <a:p>
            <a:fld id="{ABBD1FD5-3411-4380-8A9A-C24F3BB8453F}" type="slidenum">
              <a:rPr lang="en-GB" smtClean="0"/>
              <a:t>6</a:t>
            </a:fld>
            <a:endParaRPr lang="en-GB"/>
          </a:p>
        </p:txBody>
      </p:sp>
    </p:spTree>
    <p:extLst>
      <p:ext uri="{BB962C8B-B14F-4D97-AF65-F5344CB8AC3E}">
        <p14:creationId xmlns:p14="http://schemas.microsoft.com/office/powerpoint/2010/main" val="1414946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7</a:t>
            </a:fld>
            <a:endParaRPr lang="en-GB"/>
          </a:p>
        </p:txBody>
      </p:sp>
    </p:spTree>
    <p:extLst>
      <p:ext uri="{BB962C8B-B14F-4D97-AF65-F5344CB8AC3E}">
        <p14:creationId xmlns:p14="http://schemas.microsoft.com/office/powerpoint/2010/main" val="14149462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BD1FD5-3411-4380-8A9A-C24F3BB8453F}" type="slidenum">
              <a:rPr lang="en-GB" smtClean="0"/>
              <a:t>8</a:t>
            </a:fld>
            <a:endParaRPr lang="en-GB"/>
          </a:p>
        </p:txBody>
      </p:sp>
    </p:spTree>
    <p:extLst>
      <p:ext uri="{BB962C8B-B14F-4D97-AF65-F5344CB8AC3E}">
        <p14:creationId xmlns:p14="http://schemas.microsoft.com/office/powerpoint/2010/main" val="2019515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GB" dirty="0"/>
            </a:br>
            <a:r>
              <a:rPr lang="en-GB" dirty="0"/>
              <a:t>C. Accuracy</a:t>
            </a:r>
            <a:br>
              <a:rPr lang="en-GB" dirty="0"/>
            </a:br>
            <a:r>
              <a:rPr lang="en-GB" dirty="0"/>
              <a:t>D. Design</a:t>
            </a:r>
          </a:p>
        </p:txBody>
      </p:sp>
      <p:sp>
        <p:nvSpPr>
          <p:cNvPr id="4" name="Slide Number Placeholder 3"/>
          <p:cNvSpPr>
            <a:spLocks noGrp="1"/>
          </p:cNvSpPr>
          <p:nvPr>
            <p:ph type="sldNum" sz="quarter" idx="5"/>
          </p:nvPr>
        </p:nvSpPr>
        <p:spPr/>
        <p:txBody>
          <a:bodyPr/>
          <a:lstStyle/>
          <a:p>
            <a:fld id="{ABBD1FD5-3411-4380-8A9A-C24F3BB8453F}" type="slidenum">
              <a:rPr lang="en-GB" smtClean="0"/>
              <a:t>10</a:t>
            </a:fld>
            <a:endParaRPr lang="en-GB"/>
          </a:p>
        </p:txBody>
      </p:sp>
    </p:spTree>
    <p:extLst>
      <p:ext uri="{BB962C8B-B14F-4D97-AF65-F5344CB8AC3E}">
        <p14:creationId xmlns:p14="http://schemas.microsoft.com/office/powerpoint/2010/main" val="230242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11</a:t>
            </a:fld>
            <a:endParaRPr lang="en-GB"/>
          </a:p>
        </p:txBody>
      </p:sp>
    </p:spTree>
    <p:extLst>
      <p:ext uri="{BB962C8B-B14F-4D97-AF65-F5344CB8AC3E}">
        <p14:creationId xmlns:p14="http://schemas.microsoft.com/office/powerpoint/2010/main" val="3683064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70769-5233-29E8-EB8D-3A4F355102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429B6-4B08-0D49-7AB7-01019C2B4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D412F6-1763-1B25-8618-0470C564C13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7878663-3C51-3255-AB71-358A6718F21C}"/>
              </a:ext>
            </a:extLst>
          </p:cNvPr>
          <p:cNvSpPr>
            <a:spLocks noGrp="1"/>
          </p:cNvSpPr>
          <p:nvPr>
            <p:ph type="sldNum" sz="quarter" idx="5"/>
          </p:nvPr>
        </p:nvSpPr>
        <p:spPr/>
        <p:txBody>
          <a:bodyPr/>
          <a:lstStyle/>
          <a:p>
            <a:fld id="{ABBD1FD5-3411-4380-8A9A-C24F3BB8453F}" type="slidenum">
              <a:rPr lang="en-GB" smtClean="0"/>
              <a:t>12</a:t>
            </a:fld>
            <a:endParaRPr lang="en-GB"/>
          </a:p>
        </p:txBody>
      </p:sp>
    </p:spTree>
    <p:extLst>
      <p:ext uri="{BB962C8B-B14F-4D97-AF65-F5344CB8AC3E}">
        <p14:creationId xmlns:p14="http://schemas.microsoft.com/office/powerpoint/2010/main" val="9591152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E7283-A234-92AE-7C54-6679BD03AD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465FB9-1BBE-3DF3-30B0-B715D58380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408331-7894-9E1B-7D2E-EC4AFC849D4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30F73A6-3B75-D0B0-6586-A0DEEEF436E0}"/>
              </a:ext>
            </a:extLst>
          </p:cNvPr>
          <p:cNvSpPr>
            <a:spLocks noGrp="1"/>
          </p:cNvSpPr>
          <p:nvPr>
            <p:ph type="sldNum" sz="quarter" idx="5"/>
          </p:nvPr>
        </p:nvSpPr>
        <p:spPr/>
        <p:txBody>
          <a:bodyPr/>
          <a:lstStyle/>
          <a:p>
            <a:fld id="{ABBD1FD5-3411-4380-8A9A-C24F3BB8453F}" type="slidenum">
              <a:rPr lang="en-GB" smtClean="0"/>
              <a:t>13</a:t>
            </a:fld>
            <a:endParaRPr lang="en-GB"/>
          </a:p>
        </p:txBody>
      </p:sp>
    </p:spTree>
    <p:extLst>
      <p:ext uri="{BB962C8B-B14F-4D97-AF65-F5344CB8AC3E}">
        <p14:creationId xmlns:p14="http://schemas.microsoft.com/office/powerpoint/2010/main" val="37297680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14</a:t>
            </a:fld>
            <a:endParaRPr lang="en-GB"/>
          </a:p>
        </p:txBody>
      </p:sp>
    </p:spTree>
    <p:extLst>
      <p:ext uri="{BB962C8B-B14F-4D97-AF65-F5344CB8AC3E}">
        <p14:creationId xmlns:p14="http://schemas.microsoft.com/office/powerpoint/2010/main" val="7516631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BD1FD5-3411-4380-8A9A-C24F3BB8453F}" type="slidenum">
              <a:rPr lang="en-GB" smtClean="0"/>
              <a:t>15</a:t>
            </a:fld>
            <a:endParaRPr lang="en-GB"/>
          </a:p>
        </p:txBody>
      </p:sp>
    </p:spTree>
    <p:extLst>
      <p:ext uri="{BB962C8B-B14F-4D97-AF65-F5344CB8AC3E}">
        <p14:creationId xmlns:p14="http://schemas.microsoft.com/office/powerpoint/2010/main" val="32128838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Problem:</a:t>
            </a:r>
            <a:r>
              <a:rPr lang="en-GB" dirty="0"/>
              <a:t> Lack of uniformity</a:t>
            </a:r>
          </a:p>
          <a:p>
            <a:endParaRPr lang="en-GB" dirty="0"/>
          </a:p>
          <a:p>
            <a:endParaRPr lang="en-GB" dirty="0"/>
          </a:p>
          <a:p>
            <a:endParaRPr lang="en-GB" dirty="0"/>
          </a:p>
          <a:p>
            <a:r>
              <a:rPr lang="en-US" b="1" dirty="0"/>
              <a:t>Quick task:</a:t>
            </a:r>
          </a:p>
          <a:p>
            <a:r>
              <a:rPr lang="en-US" dirty="0" err="1"/>
              <a:t>Standardise</a:t>
            </a:r>
            <a:r>
              <a:rPr lang="en-US" dirty="0"/>
              <a:t> inconsistent terms</a:t>
            </a:r>
          </a:p>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16</a:t>
            </a:fld>
            <a:endParaRPr lang="en-GB"/>
          </a:p>
        </p:txBody>
      </p:sp>
    </p:spTree>
    <p:extLst>
      <p:ext uri="{BB962C8B-B14F-4D97-AF65-F5344CB8AC3E}">
        <p14:creationId xmlns:p14="http://schemas.microsoft.com/office/powerpoint/2010/main" val="1694460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Expected Responses</a:t>
            </a:r>
          </a:p>
          <a:p>
            <a:br>
              <a:rPr lang="en-GB" dirty="0"/>
            </a:br>
            <a:endParaRPr lang="en-GB" dirty="0"/>
          </a:p>
          <a:p>
            <a:r>
              <a:rPr lang="en-GB" dirty="0"/>
              <a:t>Students may suggest:</a:t>
            </a:r>
          </a:p>
          <a:p>
            <a:r>
              <a:rPr lang="en-GB" dirty="0"/>
              <a:t>Correct grammar</a:t>
            </a:r>
          </a:p>
          <a:p>
            <a:r>
              <a:rPr lang="en-GB" dirty="0"/>
              <a:t>Verify facts</a:t>
            </a:r>
          </a:p>
          <a:p>
            <a:r>
              <a:rPr lang="en-GB" dirty="0"/>
              <a:t>Rewrite headline</a:t>
            </a:r>
          </a:p>
          <a:p>
            <a:br>
              <a:rPr lang="en-GB" dirty="0"/>
            </a:br>
            <a:endParaRPr lang="en-GB" dirty="0"/>
          </a:p>
          <a:p>
            <a:r>
              <a:rPr lang="en-GB" b="1" dirty="0"/>
              <a:t>Correct Priority (Guide Them Towards This)</a:t>
            </a:r>
          </a:p>
          <a:p>
            <a:r>
              <a:rPr lang="en-GB" dirty="0"/>
              <a:t>Fact-checking (accuracy comes first)</a:t>
            </a:r>
          </a:p>
          <a:p>
            <a:r>
              <a:rPr lang="en-GB" dirty="0"/>
              <a:t>Clarity and structure</a:t>
            </a:r>
          </a:p>
          <a:p>
            <a:r>
              <a:rPr lang="en-GB" dirty="0"/>
              <a:t>Grammar and style</a:t>
            </a:r>
          </a:p>
          <a:p>
            <a:r>
              <a:rPr lang="en-GB" dirty="0"/>
              <a:t>Headline refinement</a:t>
            </a:r>
          </a:p>
          <a:p>
            <a:br>
              <a:rPr lang="en-GB" dirty="0"/>
            </a:br>
            <a:endParaRPr lang="en-GB" dirty="0"/>
          </a:p>
          <a:p>
            <a:r>
              <a:rPr lang="en-GB" b="1" dirty="0"/>
              <a:t>Key Teaching Point</a:t>
            </a:r>
          </a:p>
          <a:p>
            <a:br>
              <a:rPr lang="en-GB" dirty="0"/>
            </a:br>
            <a:endParaRPr lang="en-GB" dirty="0"/>
          </a:p>
          <a:p>
            <a:r>
              <a:rPr lang="en-GB" dirty="0">
                <a:solidFill>
                  <a:srgbClr val="FFFFFF"/>
                </a:solidFill>
                <a:effectLst/>
                <a:latin typeface=".AppleSystemUIFont"/>
              </a:rPr>
              <a:t>Editing is not random. It is a prioritised decision-making process.</a:t>
            </a:r>
          </a:p>
          <a:p>
            <a:br>
              <a:rPr lang="en-GB" dirty="0"/>
            </a:br>
            <a:endParaRPr lang="en-GB" dirty="0"/>
          </a:p>
          <a:p>
            <a:r>
              <a:rPr lang="en-GB" b="1" dirty="0"/>
              <a:t>Lecturer Strategy</a:t>
            </a:r>
          </a:p>
          <a:p>
            <a:br>
              <a:rPr lang="en-GB" dirty="0"/>
            </a:br>
            <a:endParaRPr lang="en-GB" dirty="0"/>
          </a:p>
          <a:p>
            <a:r>
              <a:rPr lang="en-GB" dirty="0"/>
              <a:t>Push students beyond surface answers:</a:t>
            </a:r>
          </a:p>
          <a:p>
            <a:r>
              <a:rPr lang="en-GB" dirty="0"/>
              <a:t>Ask: “Why not start with grammar?”</a:t>
            </a:r>
          </a:p>
          <a:p>
            <a:r>
              <a:rPr lang="en-GB" dirty="0"/>
              <a:t>Lead them to understand that accuracy outweighs appearance</a:t>
            </a:r>
          </a:p>
          <a:p>
            <a:endParaRPr lang="en-US" dirty="0"/>
          </a:p>
        </p:txBody>
      </p:sp>
      <p:sp>
        <p:nvSpPr>
          <p:cNvPr id="4" name="Slide Number Placeholder 3"/>
          <p:cNvSpPr>
            <a:spLocks noGrp="1"/>
          </p:cNvSpPr>
          <p:nvPr>
            <p:ph type="sldNum" sz="quarter" idx="5"/>
          </p:nvPr>
        </p:nvSpPr>
        <p:spPr/>
        <p:txBody>
          <a:bodyPr/>
          <a:lstStyle/>
          <a:p>
            <a:fld id="{ABBD1FD5-3411-4380-8A9A-C24F3BB8453F}" type="slidenum">
              <a:rPr lang="en-GB" smtClean="0"/>
              <a:t>18</a:t>
            </a:fld>
            <a:endParaRPr lang="en-GB"/>
          </a:p>
        </p:txBody>
      </p:sp>
    </p:spTree>
    <p:extLst>
      <p:ext uri="{BB962C8B-B14F-4D97-AF65-F5344CB8AC3E}">
        <p14:creationId xmlns:p14="http://schemas.microsoft.com/office/powerpoint/2010/main" val="19509874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a:t>
            </a:r>
          </a:p>
          <a:p>
            <a:r>
              <a:rPr lang="en-US" dirty="0"/>
              <a:t>“Is this sentence neutral or biased?”</a:t>
            </a:r>
          </a:p>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19</a:t>
            </a:fld>
            <a:endParaRPr lang="en-GB"/>
          </a:p>
        </p:txBody>
      </p:sp>
    </p:spTree>
    <p:extLst>
      <p:ext uri="{BB962C8B-B14F-4D97-AF65-F5344CB8AC3E}">
        <p14:creationId xmlns:p14="http://schemas.microsoft.com/office/powerpoint/2010/main" val="8640691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Lecturer Prompt</a:t>
            </a:r>
          </a:p>
          <a:p>
            <a:br>
              <a:rPr lang="en-GB" dirty="0"/>
            </a:br>
            <a:endParaRPr lang="en-GB" dirty="0"/>
          </a:p>
          <a:p>
            <a:r>
              <a:rPr lang="en-GB" dirty="0"/>
              <a:t>Ask:</a:t>
            </a:r>
          </a:p>
          <a:p>
            <a:r>
              <a:rPr lang="en-GB" dirty="0"/>
              <a:t>“Which of these qualities do you already have, and which do you need to develop?”</a:t>
            </a:r>
          </a:p>
          <a:p>
            <a:endParaRPr lang="en-US" dirty="0"/>
          </a:p>
        </p:txBody>
      </p:sp>
      <p:sp>
        <p:nvSpPr>
          <p:cNvPr id="4" name="Slide Number Placeholder 3"/>
          <p:cNvSpPr>
            <a:spLocks noGrp="1"/>
          </p:cNvSpPr>
          <p:nvPr>
            <p:ph type="sldNum" sz="quarter" idx="5"/>
          </p:nvPr>
        </p:nvSpPr>
        <p:spPr/>
        <p:txBody>
          <a:bodyPr/>
          <a:lstStyle/>
          <a:p>
            <a:fld id="{ABBD1FD5-3411-4380-8A9A-C24F3BB8453F}" type="slidenum">
              <a:rPr lang="en-GB" smtClean="0"/>
              <a:t>20</a:t>
            </a:fld>
            <a:endParaRPr lang="en-GB"/>
          </a:p>
        </p:txBody>
      </p:sp>
    </p:spTree>
    <p:extLst>
      <p:ext uri="{BB962C8B-B14F-4D97-AF65-F5344CB8AC3E}">
        <p14:creationId xmlns:p14="http://schemas.microsoft.com/office/powerpoint/2010/main" val="15624618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B110C-4372-C024-838A-2EF612F851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6384F-3460-7A50-CF3C-A682A24802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A8EF36-940C-FD6E-6765-639793E09E8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5E145FF-DB79-0A9A-6890-82102352FF19}"/>
              </a:ext>
            </a:extLst>
          </p:cNvPr>
          <p:cNvSpPr>
            <a:spLocks noGrp="1"/>
          </p:cNvSpPr>
          <p:nvPr>
            <p:ph type="sldNum" sz="quarter" idx="5"/>
          </p:nvPr>
        </p:nvSpPr>
        <p:spPr/>
        <p:txBody>
          <a:bodyPr/>
          <a:lstStyle/>
          <a:p>
            <a:fld id="{ABBD1FD5-3411-4380-8A9A-C24F3BB8453F}" type="slidenum">
              <a:rPr lang="en-GB" smtClean="0"/>
              <a:t>22</a:t>
            </a:fld>
            <a:endParaRPr lang="en-GB"/>
          </a:p>
        </p:txBody>
      </p:sp>
    </p:spTree>
    <p:extLst>
      <p:ext uri="{BB962C8B-B14F-4D97-AF65-F5344CB8AC3E}">
        <p14:creationId xmlns:p14="http://schemas.microsoft.com/office/powerpoint/2010/main" val="8183206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D02D3-E2A5-8184-29D3-157B6B7E79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E6A92F-E32A-2105-99C4-FEEA582937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279360-EB61-B791-1F18-A49BBDB31A5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0D379B9-F164-6D4D-3F40-B0C599BD5489}"/>
              </a:ext>
            </a:extLst>
          </p:cNvPr>
          <p:cNvSpPr>
            <a:spLocks noGrp="1"/>
          </p:cNvSpPr>
          <p:nvPr>
            <p:ph type="sldNum" sz="quarter" idx="5"/>
          </p:nvPr>
        </p:nvSpPr>
        <p:spPr/>
        <p:txBody>
          <a:bodyPr/>
          <a:lstStyle/>
          <a:p>
            <a:fld id="{ABBD1FD5-3411-4380-8A9A-C24F3BB8453F}" type="slidenum">
              <a:rPr lang="en-GB" smtClean="0"/>
              <a:t>23</a:t>
            </a:fld>
            <a:endParaRPr lang="en-GB"/>
          </a:p>
        </p:txBody>
      </p:sp>
    </p:spTree>
    <p:extLst>
      <p:ext uri="{BB962C8B-B14F-4D97-AF65-F5344CB8AC3E}">
        <p14:creationId xmlns:p14="http://schemas.microsoft.com/office/powerpoint/2010/main" val="20346306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EXPECTED STUDENT FINDINGS (FOR YOU AS LECTURER)</a:t>
            </a:r>
          </a:p>
          <a:p>
            <a:r>
              <a:rPr lang="en-US" b="1" dirty="0"/>
              <a:t>Possible Inaccuracies</a:t>
            </a:r>
          </a:p>
          <a:p>
            <a:r>
              <a:rPr lang="en-US" dirty="0"/>
              <a:t>“Number one university in Africa” → highly questionable, no source cited </a:t>
            </a:r>
          </a:p>
          <a:p>
            <a:r>
              <a:rPr lang="en-US" dirty="0"/>
              <a:t>“₦200 billion funding” → likely exaggerated or incorrect </a:t>
            </a:r>
          </a:p>
          <a:p>
            <a:r>
              <a:rPr lang="en-US" dirty="0"/>
              <a:t>“All faculties fully equipped” → unrealistic </a:t>
            </a:r>
            <a:r>
              <a:rPr lang="en-US" dirty="0" err="1"/>
              <a:t>generalisation</a:t>
            </a:r>
            <a:r>
              <a:rPr lang="en-US" dirty="0"/>
              <a:t> </a:t>
            </a:r>
          </a:p>
          <a:p>
            <a:r>
              <a:rPr lang="en-US" dirty="0"/>
              <a:t>“95% employment within three months” → requires strong evidence </a:t>
            </a:r>
          </a:p>
          <a:p>
            <a:br>
              <a:rPr lang="en-US" dirty="0"/>
            </a:br>
            <a:endParaRPr lang="en-US" dirty="0"/>
          </a:p>
          <a:p>
            <a:r>
              <a:rPr lang="en-US" b="1" dirty="0"/>
              <a:t>Missing Verification Points</a:t>
            </a:r>
          </a:p>
          <a:p>
            <a:r>
              <a:rPr lang="en-US" dirty="0"/>
              <a:t>What “global education report”? </a:t>
            </a:r>
          </a:p>
          <a:p>
            <a:r>
              <a:rPr lang="en-US" dirty="0"/>
              <a:t>Which </a:t>
            </a:r>
            <a:r>
              <a:rPr lang="en-US" dirty="0" err="1"/>
              <a:t>organisation</a:t>
            </a:r>
            <a:r>
              <a:rPr lang="en-US" dirty="0"/>
              <a:t> released it? </a:t>
            </a:r>
          </a:p>
          <a:p>
            <a:r>
              <a:rPr lang="en-US" dirty="0"/>
              <a:t>Where is the funding data from? </a:t>
            </a:r>
          </a:p>
          <a:p>
            <a:r>
              <a:rPr lang="en-US" dirty="0"/>
              <a:t>Who confirmed student claims? </a:t>
            </a:r>
          </a:p>
          <a:p>
            <a:r>
              <a:rPr lang="en-US" dirty="0"/>
              <a:t>Source for employment statistics? </a:t>
            </a:r>
          </a:p>
          <a:p>
            <a:r>
              <a:rPr lang="en-US" dirty="0"/>
              <a:t>Evidence for “50 countries” claim? </a:t>
            </a:r>
          </a:p>
          <a:p>
            <a:br>
              <a:rPr lang="en-US" dirty="0"/>
            </a:br>
            <a:endParaRPr lang="en-US" dirty="0"/>
          </a:p>
          <a:p>
            <a:r>
              <a:rPr lang="en-US" b="1" dirty="0"/>
              <a:t>Weak Language Indicators</a:t>
            </a:r>
          </a:p>
          <a:p>
            <a:r>
              <a:rPr lang="en-US" dirty="0"/>
              <a:t>“According to reports” → vague </a:t>
            </a:r>
          </a:p>
          <a:p>
            <a:r>
              <a:rPr lang="en-US" dirty="0"/>
              <a:t>“Students have confirmed” → not credible sourcing </a:t>
            </a:r>
          </a:p>
          <a:p>
            <a:r>
              <a:rPr lang="en-US" dirty="0"/>
              <a:t>“Recently” → lacks specificity </a:t>
            </a:r>
          </a:p>
          <a:p>
            <a:br>
              <a:rPr lang="en-US" dirty="0"/>
            </a:br>
            <a:endParaRPr lang="en-US" dirty="0"/>
          </a:p>
          <a:p>
            <a:r>
              <a:rPr lang="en-US" b="1" dirty="0"/>
              <a:t>FOLLOW-UP DISCUSSION QUESTIONS</a:t>
            </a:r>
          </a:p>
          <a:p>
            <a:r>
              <a:rPr lang="en-US" dirty="0"/>
              <a:t>Which claim is the most dangerous if published unverified? </a:t>
            </a:r>
          </a:p>
          <a:p>
            <a:r>
              <a:rPr lang="en-US" dirty="0"/>
              <a:t>Which statement appears most believable but may still be false? </a:t>
            </a:r>
          </a:p>
          <a:p>
            <a:r>
              <a:rPr lang="en-US" dirty="0"/>
              <a:t>How would you verify one of these claims?</a:t>
            </a:r>
          </a:p>
          <a:p>
            <a:endParaRPr lang="en-US" dirty="0"/>
          </a:p>
          <a:p>
            <a:endParaRPr lang="en-US" dirty="0"/>
          </a:p>
          <a:p>
            <a:r>
              <a:rPr lang="en-US" b="1" dirty="0"/>
              <a:t>TEACHING INSIGHT</a:t>
            </a:r>
          </a:p>
          <a:p>
            <a:r>
              <a:rPr lang="en-US" dirty="0"/>
              <a:t>The most dangerous errors are not obvious mistakes.</a:t>
            </a:r>
            <a:br>
              <a:rPr lang="en-US" dirty="0"/>
            </a:br>
            <a:r>
              <a:rPr lang="en-US" dirty="0"/>
              <a:t>They are </a:t>
            </a:r>
            <a:r>
              <a:rPr lang="en-US" b="1" dirty="0"/>
              <a:t>confidently written falsehoods</a:t>
            </a:r>
            <a:r>
              <a:rPr lang="en-US" dirty="0"/>
              <a:t>.</a:t>
            </a:r>
          </a:p>
          <a:p>
            <a:endParaRPr lang="en-US" dirty="0"/>
          </a:p>
        </p:txBody>
      </p:sp>
      <p:sp>
        <p:nvSpPr>
          <p:cNvPr id="4" name="Slide Number Placeholder 3"/>
          <p:cNvSpPr>
            <a:spLocks noGrp="1"/>
          </p:cNvSpPr>
          <p:nvPr>
            <p:ph type="sldNum" sz="quarter" idx="5"/>
          </p:nvPr>
        </p:nvSpPr>
        <p:spPr/>
        <p:txBody>
          <a:bodyPr/>
          <a:lstStyle/>
          <a:p>
            <a:fld id="{ABBD1FD5-3411-4380-8A9A-C24F3BB8453F}" type="slidenum">
              <a:rPr lang="en-GB" smtClean="0"/>
              <a:t>25</a:t>
            </a:fld>
            <a:endParaRPr lang="en-GB"/>
          </a:p>
        </p:txBody>
      </p:sp>
    </p:spTree>
    <p:extLst>
      <p:ext uri="{BB962C8B-B14F-4D97-AF65-F5344CB8AC3E}">
        <p14:creationId xmlns:p14="http://schemas.microsoft.com/office/powerpoint/2010/main" val="28431211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0CA75-1C95-57B4-A4B7-3C2003B792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24A246-5248-5CC1-4566-D09AA6F238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41C563-4F64-2184-FCDF-E42D6C7E064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CB731A6-9074-944D-5E53-AE0D018C205D}"/>
              </a:ext>
            </a:extLst>
          </p:cNvPr>
          <p:cNvSpPr>
            <a:spLocks noGrp="1"/>
          </p:cNvSpPr>
          <p:nvPr>
            <p:ph type="sldNum" sz="quarter" idx="5"/>
          </p:nvPr>
        </p:nvSpPr>
        <p:spPr/>
        <p:txBody>
          <a:bodyPr/>
          <a:lstStyle/>
          <a:p>
            <a:fld id="{ABBD1FD5-3411-4380-8A9A-C24F3BB8453F}" type="slidenum">
              <a:rPr lang="en-GB" smtClean="0"/>
              <a:t>26</a:t>
            </a:fld>
            <a:endParaRPr lang="en-GB"/>
          </a:p>
        </p:txBody>
      </p:sp>
    </p:spTree>
    <p:extLst>
      <p:ext uri="{BB962C8B-B14F-4D97-AF65-F5344CB8AC3E}">
        <p14:creationId xmlns:p14="http://schemas.microsoft.com/office/powerpoint/2010/main" val="39557522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4A306-66E5-2A15-7DAD-BD118C97C5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283B7C-55A1-4247-CDE1-B44EE44922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8E1B1B-E7DA-9D35-B613-ECED9357AEB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84B9D1D-303C-792A-29B1-9503857FFCF0}"/>
              </a:ext>
            </a:extLst>
          </p:cNvPr>
          <p:cNvSpPr>
            <a:spLocks noGrp="1"/>
          </p:cNvSpPr>
          <p:nvPr>
            <p:ph type="sldNum" sz="quarter" idx="5"/>
          </p:nvPr>
        </p:nvSpPr>
        <p:spPr/>
        <p:txBody>
          <a:bodyPr/>
          <a:lstStyle/>
          <a:p>
            <a:fld id="{ABBD1FD5-3411-4380-8A9A-C24F3BB8453F}" type="slidenum">
              <a:rPr lang="en-GB" smtClean="0"/>
              <a:t>27</a:t>
            </a:fld>
            <a:endParaRPr lang="en-GB"/>
          </a:p>
        </p:txBody>
      </p:sp>
    </p:spTree>
    <p:extLst>
      <p:ext uri="{BB962C8B-B14F-4D97-AF65-F5344CB8AC3E}">
        <p14:creationId xmlns:p14="http://schemas.microsoft.com/office/powerpoint/2010/main" val="6492047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381D8-4EEA-6D6D-95B9-83C339DB3C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496C18-DC0E-3842-4C9A-4B7A15E389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FDDDB-F98F-071B-71C9-8224D2CAE551}"/>
              </a:ext>
            </a:extLst>
          </p:cNvPr>
          <p:cNvSpPr>
            <a:spLocks noGrp="1"/>
          </p:cNvSpPr>
          <p:nvPr>
            <p:ph type="body" idx="1"/>
          </p:nvPr>
        </p:nvSpPr>
        <p:spPr/>
        <p:txBody>
          <a:bodyPr/>
          <a:lstStyle/>
          <a:p>
            <a:r>
              <a:rPr lang="en-US" b="1" dirty="0"/>
              <a:t>Lecturer Note (How to Explain This)</a:t>
            </a:r>
          </a:p>
          <a:p>
            <a:r>
              <a:rPr lang="en-US" dirty="0"/>
              <a:t>Highlight how: </a:t>
            </a:r>
          </a:p>
          <a:p>
            <a:pPr lvl="1"/>
            <a:r>
              <a:rPr lang="en-US" dirty="0"/>
              <a:t>Absolutes were softened (e.g. “number one” → “among leading”) </a:t>
            </a:r>
          </a:p>
          <a:p>
            <a:pPr lvl="1"/>
            <a:r>
              <a:rPr lang="en-US" dirty="0"/>
              <a:t>Unverified claims were flagged </a:t>
            </a:r>
          </a:p>
          <a:p>
            <a:pPr lvl="1"/>
            <a:r>
              <a:rPr lang="en-US" dirty="0"/>
              <a:t>Vague sources were made explicit as weak </a:t>
            </a:r>
          </a:p>
          <a:p>
            <a:pPr lvl="1"/>
            <a:r>
              <a:rPr lang="en-US" dirty="0"/>
              <a:t>Certainty was replaced with </a:t>
            </a:r>
            <a:r>
              <a:rPr lang="en-US" b="1" dirty="0"/>
              <a:t>evidence-aware language</a:t>
            </a:r>
            <a:r>
              <a:rPr lang="en-US" dirty="0"/>
              <a:t> </a:t>
            </a:r>
          </a:p>
          <a:p>
            <a:br>
              <a:rPr lang="en-US" dirty="0"/>
            </a:br>
            <a:endParaRPr lang="en-US" dirty="0"/>
          </a:p>
          <a:p>
            <a:r>
              <a:rPr lang="en-US" b="1" dirty="0"/>
              <a:t>Key Teaching Point</a:t>
            </a:r>
          </a:p>
          <a:p>
            <a:r>
              <a:rPr lang="en-US" dirty="0"/>
              <a:t>Good editing does not invent facts.</a:t>
            </a:r>
            <a:br>
              <a:rPr lang="en-US" dirty="0"/>
            </a:br>
            <a:r>
              <a:rPr lang="en-US" dirty="0"/>
              <a:t>It </a:t>
            </a:r>
            <a:r>
              <a:rPr lang="en-US" b="1" dirty="0"/>
              <a:t>removes false certainty and restores credibility</a:t>
            </a:r>
            <a:r>
              <a:rPr lang="en-US" dirty="0"/>
              <a:t>.</a:t>
            </a:r>
          </a:p>
        </p:txBody>
      </p:sp>
      <p:sp>
        <p:nvSpPr>
          <p:cNvPr id="4" name="Slide Number Placeholder 3">
            <a:extLst>
              <a:ext uri="{FF2B5EF4-FFF2-40B4-BE49-F238E27FC236}">
                <a16:creationId xmlns:a16="http://schemas.microsoft.com/office/drawing/2014/main" id="{2EB3D4A6-8A20-8D63-5FC2-B8A83184D580}"/>
              </a:ext>
            </a:extLst>
          </p:cNvPr>
          <p:cNvSpPr>
            <a:spLocks noGrp="1"/>
          </p:cNvSpPr>
          <p:nvPr>
            <p:ph type="sldNum" sz="quarter" idx="5"/>
          </p:nvPr>
        </p:nvSpPr>
        <p:spPr/>
        <p:txBody>
          <a:bodyPr/>
          <a:lstStyle/>
          <a:p>
            <a:fld id="{ABBD1FD5-3411-4380-8A9A-C24F3BB8453F}" type="slidenum">
              <a:rPr lang="en-GB" smtClean="0"/>
              <a:t>28</a:t>
            </a:fld>
            <a:endParaRPr lang="en-GB"/>
          </a:p>
        </p:txBody>
      </p:sp>
    </p:spTree>
    <p:extLst>
      <p:ext uri="{BB962C8B-B14F-4D97-AF65-F5344CB8AC3E}">
        <p14:creationId xmlns:p14="http://schemas.microsoft.com/office/powerpoint/2010/main" val="27138287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FAB8F-198A-F92A-D3EF-5E3863700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07D84F-8011-6B84-7B00-79E75DADA6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BA6640-C6F3-4B45-A1EE-BB607CE3C15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09462E8-49E3-E6F3-2D54-EE4699C1B7AF}"/>
              </a:ext>
            </a:extLst>
          </p:cNvPr>
          <p:cNvSpPr>
            <a:spLocks noGrp="1"/>
          </p:cNvSpPr>
          <p:nvPr>
            <p:ph type="sldNum" sz="quarter" idx="5"/>
          </p:nvPr>
        </p:nvSpPr>
        <p:spPr/>
        <p:txBody>
          <a:bodyPr/>
          <a:lstStyle/>
          <a:p>
            <a:fld id="{ABBD1FD5-3411-4380-8A9A-C24F3BB8453F}" type="slidenum">
              <a:rPr lang="en-GB" smtClean="0"/>
              <a:t>29</a:t>
            </a:fld>
            <a:endParaRPr lang="en-GB"/>
          </a:p>
        </p:txBody>
      </p:sp>
    </p:spTree>
    <p:extLst>
      <p:ext uri="{BB962C8B-B14F-4D97-AF65-F5344CB8AC3E}">
        <p14:creationId xmlns:p14="http://schemas.microsoft.com/office/powerpoint/2010/main" val="13454486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C84F7-0397-63E3-834C-9AF24BF86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9899CD-5212-43AF-F633-4084D7E323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3CF7BB-A65E-1F84-ECCA-3313EA7BAEA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A0A5295-0D09-63C7-54AE-9A0C71B20F5F}"/>
              </a:ext>
            </a:extLst>
          </p:cNvPr>
          <p:cNvSpPr>
            <a:spLocks noGrp="1"/>
          </p:cNvSpPr>
          <p:nvPr>
            <p:ph type="sldNum" sz="quarter" idx="5"/>
          </p:nvPr>
        </p:nvSpPr>
        <p:spPr/>
        <p:txBody>
          <a:bodyPr/>
          <a:lstStyle/>
          <a:p>
            <a:fld id="{ABBD1FD5-3411-4380-8A9A-C24F3BB8453F}" type="slidenum">
              <a:rPr lang="en-GB" smtClean="0"/>
              <a:t>30</a:t>
            </a:fld>
            <a:endParaRPr lang="en-GB"/>
          </a:p>
        </p:txBody>
      </p:sp>
    </p:spTree>
    <p:extLst>
      <p:ext uri="{BB962C8B-B14F-4D97-AF65-F5344CB8AC3E}">
        <p14:creationId xmlns:p14="http://schemas.microsoft.com/office/powerpoint/2010/main" val="1231089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83D40-B49E-D8E2-9E2D-4ACCF09C0B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3E43E-2425-74FB-50F7-2C057B57A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0AAA9E-B4CC-654B-C0FA-27ABDD54200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A96EC4E-92A1-D170-1807-1ED0A94656DB}"/>
              </a:ext>
            </a:extLst>
          </p:cNvPr>
          <p:cNvSpPr>
            <a:spLocks noGrp="1"/>
          </p:cNvSpPr>
          <p:nvPr>
            <p:ph type="sldNum" sz="quarter" idx="5"/>
          </p:nvPr>
        </p:nvSpPr>
        <p:spPr/>
        <p:txBody>
          <a:bodyPr/>
          <a:lstStyle/>
          <a:p>
            <a:fld id="{ABBD1FD5-3411-4380-8A9A-C24F3BB8453F}" type="slidenum">
              <a:rPr lang="en-GB" smtClean="0"/>
              <a:t>32</a:t>
            </a:fld>
            <a:endParaRPr lang="en-GB"/>
          </a:p>
        </p:txBody>
      </p:sp>
    </p:spTree>
    <p:extLst>
      <p:ext uri="{BB962C8B-B14F-4D97-AF65-F5344CB8AC3E}">
        <p14:creationId xmlns:p14="http://schemas.microsoft.com/office/powerpoint/2010/main" val="34322867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35</a:t>
            </a:fld>
            <a:endParaRPr lang="en-GB"/>
          </a:p>
        </p:txBody>
      </p:sp>
    </p:spTree>
    <p:extLst>
      <p:ext uri="{BB962C8B-B14F-4D97-AF65-F5344CB8AC3E}">
        <p14:creationId xmlns:p14="http://schemas.microsoft.com/office/powerpoint/2010/main" val="3842681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91728B06-8F0E-4CD5-AF49-175E74D8141C}" type="datetimeFigureOut">
              <a:rPr lang="en-GB" smtClean="0"/>
              <a:t>14/04/2026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54676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1728B06-8F0E-4CD5-AF49-175E74D8141C}" type="datetimeFigureOut">
              <a:rPr lang="en-GB" smtClean="0"/>
              <a:t>14/04/2026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272469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1728B06-8F0E-4CD5-AF49-175E74D8141C}" type="datetimeFigureOut">
              <a:rPr lang="en-GB" smtClean="0"/>
              <a:t>14/04/2026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098811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1728B06-8F0E-4CD5-AF49-175E74D8141C}" type="datetimeFigureOut">
              <a:rPr lang="en-GB" smtClean="0"/>
              <a:t>14/04/2026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897757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1728B06-8F0E-4CD5-AF49-175E74D8141C}" type="datetimeFigureOut">
              <a:rPr lang="en-GB" smtClean="0"/>
              <a:t>14/04/2026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265109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839788" y="2505075"/>
            <a:ext cx="5157787" cy="368458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Content Placeholder 5"/>
          <p:cNvSpPr>
            <a:spLocks noGrp="1"/>
          </p:cNvSpPr>
          <p:nvPr>
            <p:ph sz="quarter" idx="4"/>
          </p:nvPr>
        </p:nvSpPr>
        <p:spPr>
          <a:xfrm>
            <a:off x="6172200" y="2505075"/>
            <a:ext cx="5183188" cy="368458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Date Placeholder 6"/>
          <p:cNvSpPr>
            <a:spLocks noGrp="1"/>
          </p:cNvSpPr>
          <p:nvPr>
            <p:ph type="dt" sz="half" idx="10"/>
          </p:nvPr>
        </p:nvSpPr>
        <p:spPr/>
        <p:txBody>
          <a:bodyPr/>
          <a:lstStyle/>
          <a:p>
            <a:fld id="{91728B06-8F0E-4CD5-AF49-175E74D8141C}" type="datetimeFigureOut">
              <a:rPr lang="en-GB" smtClean="0"/>
              <a:t>14/04/2026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A50A492-2920-4392-A9E0-F0323530E7FF}" type="slidenum">
              <a:rPr lang="en-GB" smtClean="0"/>
              <a:t>‹#›</a:t>
            </a:fld>
            <a:endParaRPr lang="en-GB"/>
          </a:p>
        </p:txBody>
      </p:sp>
      <p:pic>
        <p:nvPicPr>
          <p:cNvPr id="11" name="Picture 10">
            <a:extLst>
              <a:ext uri="{FF2B5EF4-FFF2-40B4-BE49-F238E27FC236}">
                <a16:creationId xmlns:a16="http://schemas.microsoft.com/office/drawing/2014/main" id="{7893318B-702C-E6ED-CD03-B178AFFEDBCE}"/>
              </a:ext>
            </a:extLst>
          </p:cNvPr>
          <p:cNvPicPr>
            <a:picLocks noChangeAspect="1"/>
          </p:cNvPicPr>
          <p:nvPr userDrawn="1"/>
        </p:nvPicPr>
        <p:blipFill>
          <a:blip r:embed="rId2"/>
          <a:srcRect b="88736"/>
          <a:stretch>
            <a:fillRect/>
          </a:stretch>
        </p:blipFill>
        <p:spPr>
          <a:xfrm>
            <a:off x="0" y="1811484"/>
            <a:ext cx="5749995" cy="647700"/>
          </a:xfrm>
          <a:prstGeom prst="rect">
            <a:avLst/>
          </a:prstGeom>
        </p:spPr>
      </p:pic>
    </p:spTree>
    <p:extLst>
      <p:ext uri="{BB962C8B-B14F-4D97-AF65-F5344CB8AC3E}">
        <p14:creationId xmlns:p14="http://schemas.microsoft.com/office/powerpoint/2010/main" val="1206825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1728B06-8F0E-4CD5-AF49-175E74D8141C}" type="datetimeFigureOut">
              <a:rPr lang="en-GB" smtClean="0"/>
              <a:t>14/04/2026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095910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1" name="Google Shape;171;g37f520df3dc_0_413">
            <a:extLst>
              <a:ext uri="{FF2B5EF4-FFF2-40B4-BE49-F238E27FC236}">
                <a16:creationId xmlns:a16="http://schemas.microsoft.com/office/drawing/2014/main" id="{4E18FB17-AA92-C575-872B-7B866DFCE4EC}"/>
              </a:ext>
            </a:extLst>
          </p:cNvPr>
          <p:cNvSpPr/>
          <p:nvPr userDrawn="1"/>
        </p:nvSpPr>
        <p:spPr>
          <a:xfrm>
            <a:off x="838200" y="4313594"/>
            <a:ext cx="10649504" cy="648400"/>
          </a:xfrm>
          <a:prstGeom prst="rect">
            <a:avLst/>
          </a:prstGeom>
          <a:solidFill>
            <a:srgbClr val="CDD5DC"/>
          </a:solidFill>
          <a:ln>
            <a:noFill/>
          </a:ln>
        </p:spPr>
        <p:txBody>
          <a:bodyPr spcFirstLastPara="1" wrap="square" lIns="121900" tIns="121900" rIns="121900" bIns="121900" anchor="ctr" anchorCtr="0">
            <a:noAutofit/>
          </a:bodyPr>
          <a:lstStyle/>
          <a:p>
            <a:r>
              <a:rPr lang="en" sz="1867" b="1" dirty="0">
                <a:solidFill>
                  <a:srgbClr val="0A3150"/>
                </a:solidFill>
                <a:latin typeface="Afacad Flux"/>
                <a:ea typeface="Afacad Flux"/>
                <a:cs typeface="Afacad Flux"/>
                <a:sym typeface="Afacad Flux"/>
              </a:rPr>
              <a:t>C</a:t>
            </a:r>
            <a:endParaRPr sz="1867" b="1" dirty="0">
              <a:solidFill>
                <a:srgbClr val="0A3150"/>
              </a:solidFill>
              <a:latin typeface="Afacad Flux"/>
              <a:ea typeface="Afacad Flux"/>
              <a:cs typeface="Afacad Flux"/>
              <a:sym typeface="Afacad Flux"/>
            </a:endParaRPr>
          </a:p>
        </p:txBody>
      </p:sp>
      <p:sp>
        <p:nvSpPr>
          <p:cNvPr id="2" name="Date Placeholder 1"/>
          <p:cNvSpPr>
            <a:spLocks noGrp="1"/>
          </p:cNvSpPr>
          <p:nvPr>
            <p:ph type="dt" sz="half" idx="10"/>
          </p:nvPr>
        </p:nvSpPr>
        <p:spPr/>
        <p:txBody>
          <a:bodyPr/>
          <a:lstStyle/>
          <a:p>
            <a:fld id="{91728B06-8F0E-4CD5-AF49-175E74D8141C}" type="datetimeFigureOut">
              <a:rPr lang="en-GB" smtClean="0"/>
              <a:t>14/04/2026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A50A492-2920-4392-A9E0-F0323530E7FF}" type="slidenum">
              <a:rPr lang="en-GB" smtClean="0"/>
              <a:t>‹#›</a:t>
            </a:fld>
            <a:endParaRPr lang="en-GB"/>
          </a:p>
        </p:txBody>
      </p:sp>
      <p:sp>
        <p:nvSpPr>
          <p:cNvPr id="5" name="Google Shape;166;g37f520df3dc_0_413">
            <a:extLst>
              <a:ext uri="{FF2B5EF4-FFF2-40B4-BE49-F238E27FC236}">
                <a16:creationId xmlns:a16="http://schemas.microsoft.com/office/drawing/2014/main" id="{C5826F92-4F7D-07F8-1553-9749E84A6F86}"/>
              </a:ext>
            </a:extLst>
          </p:cNvPr>
          <p:cNvSpPr txBox="1"/>
          <p:nvPr userDrawn="1"/>
        </p:nvSpPr>
        <p:spPr>
          <a:xfrm>
            <a:off x="602289" y="1083486"/>
            <a:ext cx="8444800" cy="823770"/>
          </a:xfrm>
          <a:prstGeom prst="rect">
            <a:avLst/>
          </a:prstGeom>
          <a:noFill/>
          <a:ln>
            <a:noFill/>
          </a:ln>
        </p:spPr>
        <p:txBody>
          <a:bodyPr spcFirstLastPara="1" wrap="square" lIns="204733" tIns="204733" rIns="204733" bIns="204733" anchor="t" anchorCtr="0">
            <a:spAutoFit/>
          </a:bodyPr>
          <a:lstStyle/>
          <a:p>
            <a:pPr>
              <a:lnSpc>
                <a:spcPct val="80000"/>
              </a:lnSpc>
            </a:pPr>
            <a:r>
              <a:rPr lang="en" sz="3333" b="1" dirty="0">
                <a:latin typeface="Afacad Flux"/>
                <a:ea typeface="Afacad Flux"/>
                <a:cs typeface="Afacad Flux"/>
                <a:sym typeface="Afacad Flux"/>
              </a:rPr>
              <a:t>Question</a:t>
            </a:r>
            <a:endParaRPr sz="3333" b="1" dirty="0">
              <a:latin typeface="Afacad Flux"/>
              <a:ea typeface="Afacad Flux"/>
              <a:cs typeface="Afacad Flux"/>
              <a:sym typeface="Afacad Flux"/>
            </a:endParaRPr>
          </a:p>
        </p:txBody>
      </p:sp>
      <p:sp>
        <p:nvSpPr>
          <p:cNvPr id="6" name="Google Shape;167;g37f520df3dc_0_413">
            <a:extLst>
              <a:ext uri="{FF2B5EF4-FFF2-40B4-BE49-F238E27FC236}">
                <a16:creationId xmlns:a16="http://schemas.microsoft.com/office/drawing/2014/main" id="{11B9B0E6-A664-0007-F38A-D94BFB792D5A}"/>
              </a:ext>
            </a:extLst>
          </p:cNvPr>
          <p:cNvSpPr txBox="1"/>
          <p:nvPr userDrawn="1"/>
        </p:nvSpPr>
        <p:spPr>
          <a:xfrm>
            <a:off x="1790477" y="2828046"/>
            <a:ext cx="8728400" cy="689600"/>
          </a:xfrm>
          <a:prstGeom prst="rect">
            <a:avLst/>
          </a:prstGeom>
          <a:noFill/>
          <a:ln>
            <a:noFill/>
          </a:ln>
        </p:spPr>
        <p:txBody>
          <a:bodyPr spcFirstLastPara="1" wrap="square" lIns="91433" tIns="45700" rIns="91433" bIns="45700" anchor="b" anchorCtr="0">
            <a:normAutofit/>
          </a:bodyPr>
          <a:lstStyle/>
          <a:p>
            <a:pPr algn="ctr">
              <a:lnSpc>
                <a:spcPct val="90000"/>
              </a:lnSpc>
            </a:pPr>
            <a:endParaRPr sz="3600" b="1">
              <a:solidFill>
                <a:srgbClr val="000000"/>
              </a:solidFill>
            </a:endParaRPr>
          </a:p>
        </p:txBody>
      </p:sp>
      <p:sp>
        <p:nvSpPr>
          <p:cNvPr id="7" name="Google Shape;168;g37f520df3dc_0_413">
            <a:extLst>
              <a:ext uri="{FF2B5EF4-FFF2-40B4-BE49-F238E27FC236}">
                <a16:creationId xmlns:a16="http://schemas.microsoft.com/office/drawing/2014/main" id="{F6C955BB-6D5F-3E67-DEC9-82DAB3978A1B}"/>
              </a:ext>
            </a:extLst>
          </p:cNvPr>
          <p:cNvSpPr/>
          <p:nvPr userDrawn="1"/>
        </p:nvSpPr>
        <p:spPr>
          <a:xfrm>
            <a:off x="808123" y="2842375"/>
            <a:ext cx="10679582" cy="648400"/>
          </a:xfrm>
          <a:prstGeom prst="rect">
            <a:avLst/>
          </a:prstGeom>
          <a:solidFill>
            <a:srgbClr val="CDD5DC"/>
          </a:solidFill>
          <a:ln>
            <a:noFill/>
          </a:ln>
        </p:spPr>
        <p:txBody>
          <a:bodyPr spcFirstLastPara="1" wrap="square" lIns="121900" tIns="121900" rIns="121900" bIns="121900" anchor="ctr" anchorCtr="0">
            <a:noAutofit/>
          </a:bodyPr>
          <a:lstStyle/>
          <a:p>
            <a:r>
              <a:rPr lang="en" sz="2400" b="1">
                <a:solidFill>
                  <a:srgbClr val="0A3150"/>
                </a:solidFill>
                <a:latin typeface="Afacad Flux"/>
                <a:ea typeface="Afacad Flux"/>
                <a:cs typeface="Afacad Flux"/>
                <a:sym typeface="Afacad Flux"/>
              </a:rPr>
              <a:t> A</a:t>
            </a:r>
            <a:endParaRPr sz="1867" b="1">
              <a:solidFill>
                <a:srgbClr val="0A3150"/>
              </a:solidFill>
              <a:latin typeface="Afacad Flux"/>
              <a:ea typeface="Afacad Flux"/>
              <a:cs typeface="Afacad Flux"/>
              <a:sym typeface="Afacad Flux"/>
            </a:endParaRPr>
          </a:p>
        </p:txBody>
      </p:sp>
      <p:sp>
        <p:nvSpPr>
          <p:cNvPr id="8" name="Google Shape;171;g37f520df3dc_0_413">
            <a:extLst>
              <a:ext uri="{FF2B5EF4-FFF2-40B4-BE49-F238E27FC236}">
                <a16:creationId xmlns:a16="http://schemas.microsoft.com/office/drawing/2014/main" id="{11288AA8-1545-1C64-2A34-CE3C7B76E0E0}"/>
              </a:ext>
            </a:extLst>
          </p:cNvPr>
          <p:cNvSpPr/>
          <p:nvPr userDrawn="1"/>
        </p:nvSpPr>
        <p:spPr>
          <a:xfrm>
            <a:off x="817587" y="3575844"/>
            <a:ext cx="10670117" cy="648400"/>
          </a:xfrm>
          <a:prstGeom prst="rect">
            <a:avLst/>
          </a:prstGeom>
          <a:solidFill>
            <a:srgbClr val="CDD5DC"/>
          </a:solidFill>
          <a:ln>
            <a:noFill/>
          </a:ln>
        </p:spPr>
        <p:txBody>
          <a:bodyPr spcFirstLastPara="1" wrap="square" lIns="121900" tIns="121900" rIns="121900" bIns="121900" anchor="ctr" anchorCtr="0">
            <a:noAutofit/>
          </a:bodyPr>
          <a:lstStyle/>
          <a:p>
            <a:r>
              <a:rPr lang="en" sz="1867" b="1">
                <a:solidFill>
                  <a:srgbClr val="0A3150"/>
                </a:solidFill>
                <a:latin typeface="Afacad Flux"/>
                <a:ea typeface="Afacad Flux"/>
                <a:cs typeface="Afacad Flux"/>
                <a:sym typeface="Afacad Flux"/>
              </a:rPr>
              <a:t>B</a:t>
            </a:r>
            <a:endParaRPr sz="1867" b="1">
              <a:solidFill>
                <a:srgbClr val="0A3150"/>
              </a:solidFill>
              <a:latin typeface="Afacad Flux"/>
              <a:ea typeface="Afacad Flux"/>
              <a:cs typeface="Afacad Flux"/>
              <a:sym typeface="Afacad Flux"/>
            </a:endParaRPr>
          </a:p>
        </p:txBody>
      </p:sp>
      <p:sp>
        <p:nvSpPr>
          <p:cNvPr id="9" name="Google Shape;172;g37f520df3dc_0_413">
            <a:extLst>
              <a:ext uri="{FF2B5EF4-FFF2-40B4-BE49-F238E27FC236}">
                <a16:creationId xmlns:a16="http://schemas.microsoft.com/office/drawing/2014/main" id="{98829B61-4ED6-78CD-51F0-0EAFE0D74823}"/>
              </a:ext>
            </a:extLst>
          </p:cNvPr>
          <p:cNvSpPr/>
          <p:nvPr userDrawn="1"/>
        </p:nvSpPr>
        <p:spPr>
          <a:xfrm>
            <a:off x="808122" y="5091208"/>
            <a:ext cx="10679581" cy="648400"/>
          </a:xfrm>
          <a:prstGeom prst="rect">
            <a:avLst/>
          </a:prstGeom>
          <a:solidFill>
            <a:srgbClr val="CDD5DC"/>
          </a:solidFill>
          <a:ln>
            <a:noFill/>
          </a:ln>
        </p:spPr>
        <p:txBody>
          <a:bodyPr spcFirstLastPara="1" wrap="square" lIns="121900" tIns="121900" rIns="121900" bIns="121900" anchor="ctr" anchorCtr="0">
            <a:noAutofit/>
          </a:bodyPr>
          <a:lstStyle/>
          <a:p>
            <a:r>
              <a:rPr lang="en" sz="2400" b="1">
                <a:solidFill>
                  <a:srgbClr val="0A3150"/>
                </a:solidFill>
                <a:latin typeface="Afacad Flux"/>
                <a:ea typeface="Afacad Flux"/>
                <a:cs typeface="Afacad Flux"/>
                <a:sym typeface="Afacad Flux"/>
              </a:rPr>
              <a:t> D</a:t>
            </a:r>
            <a:endParaRPr sz="1867" b="1">
              <a:solidFill>
                <a:srgbClr val="0A3150"/>
              </a:solidFill>
              <a:latin typeface="Afacad Flux"/>
              <a:ea typeface="Afacad Flux"/>
              <a:cs typeface="Afacad Flux"/>
              <a:sym typeface="Afacad Flux"/>
            </a:endParaRPr>
          </a:p>
        </p:txBody>
      </p:sp>
      <p:sp>
        <p:nvSpPr>
          <p:cNvPr id="11" name="Google Shape;177;g37f520df3dc_0_413">
            <a:extLst>
              <a:ext uri="{FF2B5EF4-FFF2-40B4-BE49-F238E27FC236}">
                <a16:creationId xmlns:a16="http://schemas.microsoft.com/office/drawing/2014/main" id="{6B04FA5D-F53F-060F-AF96-72444D8D80C6}"/>
              </a:ext>
            </a:extLst>
          </p:cNvPr>
          <p:cNvSpPr/>
          <p:nvPr userDrawn="1"/>
        </p:nvSpPr>
        <p:spPr>
          <a:xfrm>
            <a:off x="808123" y="2843104"/>
            <a:ext cx="736000" cy="648400"/>
          </a:xfrm>
          <a:prstGeom prst="rect">
            <a:avLst/>
          </a:prstGeom>
          <a:solidFill>
            <a:schemeClr val="bg1">
              <a:lumMod val="65000"/>
            </a:schemeClr>
          </a:solidFill>
          <a:ln>
            <a:noFill/>
          </a:ln>
        </p:spPr>
        <p:txBody>
          <a:bodyPr spcFirstLastPara="1" wrap="square" lIns="121900" tIns="121900" rIns="121900" bIns="121900" anchor="ctr" anchorCtr="0">
            <a:noAutofit/>
          </a:bodyPr>
          <a:lstStyle/>
          <a:p>
            <a:pPr algn="ctr"/>
            <a:r>
              <a:rPr lang="en" sz="2267" b="1">
                <a:solidFill>
                  <a:schemeClr val="lt1"/>
                </a:solidFill>
                <a:latin typeface="Afacad Flux"/>
                <a:ea typeface="Afacad Flux"/>
                <a:cs typeface="Afacad Flux"/>
                <a:sym typeface="Afacad Flux"/>
              </a:rPr>
              <a:t>A</a:t>
            </a:r>
            <a:endParaRPr sz="2267" b="1">
              <a:solidFill>
                <a:schemeClr val="lt1"/>
              </a:solidFill>
              <a:latin typeface="Afacad Flux"/>
              <a:ea typeface="Afacad Flux"/>
              <a:cs typeface="Afacad Flux"/>
              <a:sym typeface="Afacad Flux"/>
            </a:endParaRPr>
          </a:p>
        </p:txBody>
      </p:sp>
      <p:sp>
        <p:nvSpPr>
          <p:cNvPr id="12" name="Google Shape;178;g37f520df3dc_0_413">
            <a:extLst>
              <a:ext uri="{FF2B5EF4-FFF2-40B4-BE49-F238E27FC236}">
                <a16:creationId xmlns:a16="http://schemas.microsoft.com/office/drawing/2014/main" id="{B56D2B04-B9EC-BB56-1CB3-6D854C2E8C50}"/>
              </a:ext>
            </a:extLst>
          </p:cNvPr>
          <p:cNvSpPr/>
          <p:nvPr userDrawn="1"/>
        </p:nvSpPr>
        <p:spPr>
          <a:xfrm>
            <a:off x="808123" y="4321926"/>
            <a:ext cx="736000" cy="648400"/>
          </a:xfrm>
          <a:prstGeom prst="rect">
            <a:avLst/>
          </a:prstGeom>
          <a:solidFill>
            <a:schemeClr val="bg1">
              <a:lumMod val="65000"/>
            </a:schemeClr>
          </a:solidFill>
          <a:ln>
            <a:noFill/>
          </a:ln>
        </p:spPr>
        <p:txBody>
          <a:bodyPr spcFirstLastPara="1" wrap="square" lIns="121900" tIns="121900" rIns="121900" bIns="121900" anchor="ctr" anchorCtr="0">
            <a:noAutofit/>
          </a:bodyPr>
          <a:lstStyle/>
          <a:p>
            <a:pPr algn="ctr"/>
            <a:r>
              <a:rPr lang="en" sz="2267" b="1" dirty="0">
                <a:solidFill>
                  <a:schemeClr val="lt1"/>
                </a:solidFill>
                <a:latin typeface="Afacad Flux"/>
                <a:ea typeface="Afacad Flux"/>
                <a:cs typeface="Afacad Flux"/>
                <a:sym typeface="Afacad Flux"/>
              </a:rPr>
              <a:t>C</a:t>
            </a:r>
            <a:endParaRPr sz="2267" b="1" dirty="0">
              <a:solidFill>
                <a:schemeClr val="lt1"/>
              </a:solidFill>
              <a:latin typeface="Afacad Flux"/>
              <a:ea typeface="Afacad Flux"/>
              <a:cs typeface="Afacad Flux"/>
              <a:sym typeface="Afacad Flux"/>
            </a:endParaRPr>
          </a:p>
        </p:txBody>
      </p:sp>
      <p:sp>
        <p:nvSpPr>
          <p:cNvPr id="13" name="Google Shape;179;g37f520df3dc_0_413">
            <a:extLst>
              <a:ext uri="{FF2B5EF4-FFF2-40B4-BE49-F238E27FC236}">
                <a16:creationId xmlns:a16="http://schemas.microsoft.com/office/drawing/2014/main" id="{E72EA22B-2835-1817-3E09-ACCAE17BC486}"/>
              </a:ext>
            </a:extLst>
          </p:cNvPr>
          <p:cNvSpPr/>
          <p:nvPr userDrawn="1"/>
        </p:nvSpPr>
        <p:spPr>
          <a:xfrm>
            <a:off x="808123" y="3575844"/>
            <a:ext cx="736000" cy="648400"/>
          </a:xfrm>
          <a:prstGeom prst="rect">
            <a:avLst/>
          </a:prstGeom>
          <a:solidFill>
            <a:schemeClr val="bg1">
              <a:lumMod val="65000"/>
            </a:schemeClr>
          </a:solidFill>
          <a:ln>
            <a:noFill/>
          </a:ln>
        </p:spPr>
        <p:txBody>
          <a:bodyPr spcFirstLastPara="1" wrap="square" lIns="121900" tIns="121900" rIns="121900" bIns="121900" anchor="ctr" anchorCtr="0">
            <a:noAutofit/>
          </a:bodyPr>
          <a:lstStyle/>
          <a:p>
            <a:pPr algn="ctr"/>
            <a:r>
              <a:rPr lang="en" sz="2267" b="1">
                <a:solidFill>
                  <a:schemeClr val="lt1"/>
                </a:solidFill>
                <a:latin typeface="Afacad Flux"/>
                <a:ea typeface="Afacad Flux"/>
                <a:cs typeface="Afacad Flux"/>
                <a:sym typeface="Afacad Flux"/>
              </a:rPr>
              <a:t>B</a:t>
            </a:r>
            <a:endParaRPr sz="2267" b="1">
              <a:solidFill>
                <a:schemeClr val="lt1"/>
              </a:solidFill>
              <a:latin typeface="Afacad Flux"/>
              <a:ea typeface="Afacad Flux"/>
              <a:cs typeface="Afacad Flux"/>
              <a:sym typeface="Afacad Flux"/>
            </a:endParaRPr>
          </a:p>
        </p:txBody>
      </p:sp>
      <p:sp>
        <p:nvSpPr>
          <p:cNvPr id="14" name="Google Shape;180;g37f520df3dc_0_413">
            <a:extLst>
              <a:ext uri="{FF2B5EF4-FFF2-40B4-BE49-F238E27FC236}">
                <a16:creationId xmlns:a16="http://schemas.microsoft.com/office/drawing/2014/main" id="{F89CF361-FF4E-3E56-6385-82D053570267}"/>
              </a:ext>
            </a:extLst>
          </p:cNvPr>
          <p:cNvSpPr/>
          <p:nvPr userDrawn="1"/>
        </p:nvSpPr>
        <p:spPr>
          <a:xfrm>
            <a:off x="808123" y="5086471"/>
            <a:ext cx="736000" cy="648400"/>
          </a:xfrm>
          <a:prstGeom prst="rect">
            <a:avLst/>
          </a:prstGeom>
          <a:solidFill>
            <a:schemeClr val="bg1">
              <a:lumMod val="65000"/>
            </a:schemeClr>
          </a:solidFill>
          <a:ln>
            <a:noFill/>
          </a:ln>
        </p:spPr>
        <p:txBody>
          <a:bodyPr spcFirstLastPara="1" wrap="square" lIns="121900" tIns="121900" rIns="121900" bIns="121900" anchor="ctr" anchorCtr="0">
            <a:noAutofit/>
          </a:bodyPr>
          <a:lstStyle/>
          <a:p>
            <a:pPr algn="ctr"/>
            <a:r>
              <a:rPr lang="en" sz="2267" b="1">
                <a:solidFill>
                  <a:schemeClr val="lt1"/>
                </a:solidFill>
                <a:latin typeface="Afacad Flux"/>
                <a:ea typeface="Afacad Flux"/>
                <a:cs typeface="Afacad Flux"/>
                <a:sym typeface="Afacad Flux"/>
              </a:rPr>
              <a:t>D</a:t>
            </a:r>
            <a:endParaRPr sz="2267" b="1">
              <a:solidFill>
                <a:schemeClr val="lt1"/>
              </a:solidFill>
              <a:latin typeface="Afacad Flux"/>
              <a:ea typeface="Afacad Flux"/>
              <a:cs typeface="Afacad Flux"/>
              <a:sym typeface="Afacad Flux"/>
            </a:endParaRPr>
          </a:p>
        </p:txBody>
      </p:sp>
      <p:sp>
        <p:nvSpPr>
          <p:cNvPr id="15" name="Google Shape;181;g37f520df3dc_0_413">
            <a:extLst>
              <a:ext uri="{FF2B5EF4-FFF2-40B4-BE49-F238E27FC236}">
                <a16:creationId xmlns:a16="http://schemas.microsoft.com/office/drawing/2014/main" id="{4367EBCB-BE39-1417-AE6F-92E4FCC9EDFA}"/>
              </a:ext>
            </a:extLst>
          </p:cNvPr>
          <p:cNvSpPr/>
          <p:nvPr userDrawn="1"/>
        </p:nvSpPr>
        <p:spPr>
          <a:xfrm>
            <a:off x="817588" y="1910943"/>
            <a:ext cx="736000" cy="648400"/>
          </a:xfrm>
          <a:prstGeom prst="rect">
            <a:avLst/>
          </a:prstGeom>
          <a:solidFill>
            <a:srgbClr val="0070C0"/>
          </a:solidFill>
          <a:ln>
            <a:noFill/>
          </a:ln>
        </p:spPr>
        <p:txBody>
          <a:bodyPr spcFirstLastPara="1" wrap="square" lIns="121900" tIns="121900" rIns="121900" bIns="121900" anchor="ctr" anchorCtr="0">
            <a:noAutofit/>
          </a:bodyPr>
          <a:lstStyle/>
          <a:p>
            <a:pPr algn="ctr"/>
            <a:r>
              <a:rPr lang="en" sz="2267" b="1" dirty="0">
                <a:solidFill>
                  <a:schemeClr val="lt1"/>
                </a:solidFill>
                <a:latin typeface="Afacad Flux"/>
                <a:ea typeface="Afacad Flux"/>
                <a:cs typeface="Afacad Flux"/>
                <a:sym typeface="Afacad Flux"/>
              </a:rPr>
              <a:t>1</a:t>
            </a:r>
            <a:endParaRPr sz="2267" b="1" dirty="0">
              <a:solidFill>
                <a:schemeClr val="lt1"/>
              </a:solidFill>
              <a:latin typeface="Afacad Flux"/>
              <a:ea typeface="Afacad Flux"/>
              <a:cs typeface="Afacad Flux"/>
              <a:sym typeface="Afacad Flux"/>
            </a:endParaRPr>
          </a:p>
        </p:txBody>
      </p:sp>
      <p:sp>
        <p:nvSpPr>
          <p:cNvPr id="23" name="Content Placeholder 2">
            <a:extLst>
              <a:ext uri="{FF2B5EF4-FFF2-40B4-BE49-F238E27FC236}">
                <a16:creationId xmlns:a16="http://schemas.microsoft.com/office/drawing/2014/main" id="{336FCC04-B137-6757-0133-DC6C81F43BDF}"/>
              </a:ext>
            </a:extLst>
          </p:cNvPr>
          <p:cNvSpPr>
            <a:spLocks noGrp="1"/>
          </p:cNvSpPr>
          <p:nvPr>
            <p:ph idx="13"/>
          </p:nvPr>
        </p:nvSpPr>
        <p:spPr>
          <a:xfrm>
            <a:off x="1832614" y="1825838"/>
            <a:ext cx="9563323" cy="823770"/>
          </a:xfrm>
        </p:spPr>
        <p:txBody>
          <a:bodyPr/>
          <a:lstStyle>
            <a:lvl1pPr marL="0" indent="0">
              <a:buNone/>
              <a:defRPr b="1"/>
            </a:lvl1pPr>
          </a:lstStyle>
          <a:p>
            <a:pPr lvl="0"/>
            <a:r>
              <a:rPr lang="en-GB" dirty="0"/>
              <a:t>Click to edit Master text styles</a:t>
            </a:r>
          </a:p>
        </p:txBody>
      </p:sp>
      <p:sp>
        <p:nvSpPr>
          <p:cNvPr id="24" name="Content Placeholder 2">
            <a:extLst>
              <a:ext uri="{FF2B5EF4-FFF2-40B4-BE49-F238E27FC236}">
                <a16:creationId xmlns:a16="http://schemas.microsoft.com/office/drawing/2014/main" id="{35952987-4757-82C3-64EF-35A61C54BC0D}"/>
              </a:ext>
            </a:extLst>
          </p:cNvPr>
          <p:cNvSpPr>
            <a:spLocks noGrp="1"/>
          </p:cNvSpPr>
          <p:nvPr>
            <p:ph idx="14"/>
          </p:nvPr>
        </p:nvSpPr>
        <p:spPr>
          <a:xfrm>
            <a:off x="1832614" y="2884167"/>
            <a:ext cx="9563323" cy="569925"/>
          </a:xfrm>
        </p:spPr>
        <p:txBody>
          <a:bodyPr/>
          <a:lstStyle>
            <a:lvl1pPr>
              <a:buNone/>
              <a:defRPr/>
            </a:lvl1pPr>
          </a:lstStyle>
          <a:p>
            <a:pPr lvl="0"/>
            <a:r>
              <a:rPr lang="en-GB" dirty="0"/>
              <a:t>Click to edit Master text styles</a:t>
            </a:r>
          </a:p>
        </p:txBody>
      </p:sp>
      <p:sp>
        <p:nvSpPr>
          <p:cNvPr id="25" name="Content Placeholder 2">
            <a:extLst>
              <a:ext uri="{FF2B5EF4-FFF2-40B4-BE49-F238E27FC236}">
                <a16:creationId xmlns:a16="http://schemas.microsoft.com/office/drawing/2014/main" id="{221AC588-9C94-190D-18B6-497622DC6878}"/>
              </a:ext>
            </a:extLst>
          </p:cNvPr>
          <p:cNvSpPr>
            <a:spLocks noGrp="1"/>
          </p:cNvSpPr>
          <p:nvPr>
            <p:ph idx="15"/>
          </p:nvPr>
        </p:nvSpPr>
        <p:spPr>
          <a:xfrm>
            <a:off x="1832614" y="3646860"/>
            <a:ext cx="9563323" cy="569925"/>
          </a:xfrm>
        </p:spPr>
        <p:txBody>
          <a:bodyPr/>
          <a:lstStyle>
            <a:lvl1pPr>
              <a:buNone/>
              <a:defRPr/>
            </a:lvl1pPr>
          </a:lstStyle>
          <a:p>
            <a:pPr lvl="0"/>
            <a:r>
              <a:rPr lang="en-GB" dirty="0"/>
              <a:t>Click to edit Master text styles</a:t>
            </a:r>
          </a:p>
        </p:txBody>
      </p:sp>
      <p:sp>
        <p:nvSpPr>
          <p:cNvPr id="26" name="Content Placeholder 2">
            <a:extLst>
              <a:ext uri="{FF2B5EF4-FFF2-40B4-BE49-F238E27FC236}">
                <a16:creationId xmlns:a16="http://schemas.microsoft.com/office/drawing/2014/main" id="{79002613-EBE5-2A8F-344C-F641473C0018}"/>
              </a:ext>
            </a:extLst>
          </p:cNvPr>
          <p:cNvSpPr>
            <a:spLocks noGrp="1"/>
          </p:cNvSpPr>
          <p:nvPr>
            <p:ph idx="16"/>
          </p:nvPr>
        </p:nvSpPr>
        <p:spPr>
          <a:xfrm>
            <a:off x="1832614" y="4342754"/>
            <a:ext cx="9563323" cy="569925"/>
          </a:xfrm>
        </p:spPr>
        <p:txBody>
          <a:bodyPr/>
          <a:lstStyle>
            <a:lvl1pPr>
              <a:buNone/>
              <a:defRPr/>
            </a:lvl1pPr>
          </a:lstStyle>
          <a:p>
            <a:pPr lvl="0"/>
            <a:r>
              <a:rPr lang="en-GB" dirty="0"/>
              <a:t>Click to edit Master text styles</a:t>
            </a:r>
          </a:p>
        </p:txBody>
      </p:sp>
      <p:sp>
        <p:nvSpPr>
          <p:cNvPr id="27" name="Content Placeholder 2">
            <a:extLst>
              <a:ext uri="{FF2B5EF4-FFF2-40B4-BE49-F238E27FC236}">
                <a16:creationId xmlns:a16="http://schemas.microsoft.com/office/drawing/2014/main" id="{E2897A00-083C-1A0F-7934-C7CB7C63B90F}"/>
              </a:ext>
            </a:extLst>
          </p:cNvPr>
          <p:cNvSpPr>
            <a:spLocks noGrp="1"/>
          </p:cNvSpPr>
          <p:nvPr>
            <p:ph idx="17"/>
          </p:nvPr>
        </p:nvSpPr>
        <p:spPr>
          <a:xfrm>
            <a:off x="1832614" y="5113904"/>
            <a:ext cx="9563323" cy="569925"/>
          </a:xfrm>
        </p:spPr>
        <p:txBody>
          <a:bodyPr/>
          <a:lstStyle>
            <a:lvl1pPr>
              <a:buNone/>
              <a:defRPr/>
            </a:lvl1pPr>
          </a:lstStyle>
          <a:p>
            <a:pPr lvl="0"/>
            <a:r>
              <a:rPr lang="en-GB" dirty="0"/>
              <a:t>Click to edit Master text styles</a:t>
            </a:r>
          </a:p>
        </p:txBody>
      </p:sp>
    </p:spTree>
    <p:extLst>
      <p:ext uri="{BB962C8B-B14F-4D97-AF65-F5344CB8AC3E}">
        <p14:creationId xmlns:p14="http://schemas.microsoft.com/office/powerpoint/2010/main" val="3736891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728B06-8F0E-4CD5-AF49-175E74D8141C}" type="datetimeFigureOut">
              <a:rPr lang="en-GB" smtClean="0"/>
              <a:t>14/04/2026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2161938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1728B06-8F0E-4CD5-AF49-175E74D8141C}" type="datetimeFigureOut">
              <a:rPr lang="en-GB" smtClean="0"/>
              <a:t>14/04/2026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141888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1728B06-8F0E-4CD5-AF49-175E74D8141C}" type="datetimeFigureOut">
              <a:rPr lang="en-GB" smtClean="0"/>
              <a:t>14/04/2026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35001030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1728B06-8F0E-4CD5-AF49-175E74D8141C}" type="datetimeFigureOut">
              <a:rPr lang="en-GB" smtClean="0"/>
              <a:t>14/04/2026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6557994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1728B06-8F0E-4CD5-AF49-175E74D8141C}" type="datetimeFigureOut">
              <a:rPr lang="en-GB" smtClean="0"/>
              <a:t>14/04/2026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7353810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D316E-2343-2C51-5281-6623EAF39CA4}"/>
              </a:ext>
            </a:extLst>
          </p:cNvPr>
          <p:cNvSpPr>
            <a:spLocks noGrp="1"/>
          </p:cNvSpPr>
          <p:nvPr>
            <p:ph type="title" hasCustomPrompt="1"/>
          </p:nvPr>
        </p:nvSpPr>
        <p:spPr>
          <a:xfrm>
            <a:off x="838200" y="365125"/>
            <a:ext cx="10515600" cy="1325563"/>
          </a:xfrm>
          <a:prstGeom prst="rect">
            <a:avLst/>
          </a:prstGeom>
        </p:spPr>
        <p:txBody>
          <a:bodyPr/>
          <a:lstStyle>
            <a:lvl1pPr>
              <a:defRPr/>
            </a:lvl1pPr>
          </a:lstStyle>
          <a:p>
            <a:br>
              <a:rPr lang="en-GB" dirty="0"/>
            </a:br>
            <a:r>
              <a:rPr lang="en-GB" dirty="0"/>
              <a:t>Click to edit Master title style</a:t>
            </a:r>
          </a:p>
        </p:txBody>
      </p:sp>
      <p:sp>
        <p:nvSpPr>
          <p:cNvPr id="3" name="Content Placeholder 2">
            <a:extLst>
              <a:ext uri="{FF2B5EF4-FFF2-40B4-BE49-F238E27FC236}">
                <a16:creationId xmlns:a16="http://schemas.microsoft.com/office/drawing/2014/main" id="{65F4304F-9821-1CA2-ADB2-3F177B6BAE79}"/>
              </a:ext>
            </a:extLst>
          </p:cNvPr>
          <p:cNvSpPr>
            <a:spLocks noGrp="1"/>
          </p:cNvSpPr>
          <p:nvPr>
            <p:ph idx="1"/>
          </p:nvPr>
        </p:nvSpPr>
        <p:spPr>
          <a:xfrm>
            <a:off x="838200" y="2547891"/>
            <a:ext cx="10515600" cy="3629072"/>
          </a:xfrm>
        </p:spPr>
        <p:txBody>
          <a:bodyPr/>
          <a:lstStyle>
            <a:lvl1pPr>
              <a:buFont typeface="Wingdings" panose="05000000000000000000" pitchFamily="2" charset="2"/>
              <a:buChar char="q"/>
              <a:defRPr/>
            </a:lvl1pPr>
            <a:lvl2pPr>
              <a:buFont typeface="Wingdings" panose="05000000000000000000" pitchFamily="2" charset="2"/>
              <a:buChar char="q"/>
              <a:defRPr/>
            </a:lvl2pPr>
            <a:lvl3pPr>
              <a:buFont typeface="Wingdings" panose="05000000000000000000" pitchFamily="2" charset="2"/>
              <a:buChar char="q"/>
              <a:defRPr/>
            </a:lvl3pPr>
            <a:lvl4pPr>
              <a:buFont typeface="Wingdings" panose="05000000000000000000" pitchFamily="2" charset="2"/>
              <a:buChar char="q"/>
              <a:defRPr/>
            </a:lvl4pPr>
            <a:lvl5pPr>
              <a:buFont typeface="Wingdings" panose="05000000000000000000" pitchFamily="2" charset="2"/>
              <a:buChar char="q"/>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Date Placeholder 3">
            <a:extLst>
              <a:ext uri="{FF2B5EF4-FFF2-40B4-BE49-F238E27FC236}">
                <a16:creationId xmlns:a16="http://schemas.microsoft.com/office/drawing/2014/main" id="{4AAA4E7D-143D-92CB-8898-509AACB9D1F2}"/>
              </a:ext>
            </a:extLst>
          </p:cNvPr>
          <p:cNvSpPr>
            <a:spLocks noGrp="1"/>
          </p:cNvSpPr>
          <p:nvPr>
            <p:ph type="dt" sz="half" idx="10"/>
          </p:nvPr>
        </p:nvSpPr>
        <p:spPr/>
        <p:txBody>
          <a:bodyPr/>
          <a:lstStyle/>
          <a:p>
            <a:fld id="{91728B06-8F0E-4CD5-AF49-175E74D8141C}" type="datetimeFigureOut">
              <a:rPr lang="en-GB" smtClean="0"/>
              <a:t>14/04/2026</a:t>
            </a:fld>
            <a:endParaRPr lang="en-GB" dirty="0"/>
          </a:p>
        </p:txBody>
      </p:sp>
      <p:sp>
        <p:nvSpPr>
          <p:cNvPr id="5" name="Footer Placeholder 4">
            <a:extLst>
              <a:ext uri="{FF2B5EF4-FFF2-40B4-BE49-F238E27FC236}">
                <a16:creationId xmlns:a16="http://schemas.microsoft.com/office/drawing/2014/main" id="{C7A880BB-5E40-FE5C-A115-236319A1071D}"/>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E9AD3E7-79AF-65EB-6599-8D616A384C90}"/>
              </a:ext>
            </a:extLst>
          </p:cNvPr>
          <p:cNvSpPr>
            <a:spLocks noGrp="1"/>
          </p:cNvSpPr>
          <p:nvPr>
            <p:ph type="sldNum" sz="quarter" idx="12"/>
          </p:nvPr>
        </p:nvSpPr>
        <p:spPr/>
        <p:txBody>
          <a:bodyPr/>
          <a:lstStyle/>
          <a:p>
            <a:fld id="{1A50A492-2920-4392-A9E0-F0323530E7FF}" type="slidenum">
              <a:rPr lang="en-GB" smtClean="0"/>
              <a:t>‹#›</a:t>
            </a:fld>
            <a:endParaRPr lang="en-GB"/>
          </a:p>
        </p:txBody>
      </p:sp>
      <p:sp>
        <p:nvSpPr>
          <p:cNvPr id="8" name="Content Placeholder 2">
            <a:extLst>
              <a:ext uri="{FF2B5EF4-FFF2-40B4-BE49-F238E27FC236}">
                <a16:creationId xmlns:a16="http://schemas.microsoft.com/office/drawing/2014/main" id="{9A5BCF20-FEC5-0EB6-C1E7-324F850FDA2A}"/>
              </a:ext>
            </a:extLst>
          </p:cNvPr>
          <p:cNvSpPr>
            <a:spLocks noGrp="1"/>
          </p:cNvSpPr>
          <p:nvPr>
            <p:ph idx="13"/>
          </p:nvPr>
        </p:nvSpPr>
        <p:spPr>
          <a:xfrm>
            <a:off x="838200" y="1798579"/>
            <a:ext cx="10515600" cy="569925"/>
          </a:xfrm>
        </p:spPr>
        <p:txBody>
          <a:bodyPr/>
          <a:lstStyle>
            <a:lvl1pPr>
              <a:buNone/>
              <a:defRPr/>
            </a:lvl1pPr>
          </a:lstStyle>
          <a:p>
            <a:pPr lvl="0"/>
            <a:r>
              <a:rPr lang="en-GB" dirty="0"/>
              <a:t>Click to edit Master text styles</a:t>
            </a:r>
          </a:p>
        </p:txBody>
      </p:sp>
      <p:sp>
        <p:nvSpPr>
          <p:cNvPr id="7" name="TextBox 6">
            <a:extLst>
              <a:ext uri="{FF2B5EF4-FFF2-40B4-BE49-F238E27FC236}">
                <a16:creationId xmlns:a16="http://schemas.microsoft.com/office/drawing/2014/main" id="{15D41E6D-3BBC-171C-9736-431B3BD7C96E}"/>
              </a:ext>
            </a:extLst>
          </p:cNvPr>
          <p:cNvSpPr txBox="1"/>
          <p:nvPr userDrawn="1"/>
        </p:nvSpPr>
        <p:spPr>
          <a:xfrm>
            <a:off x="743269" y="6128157"/>
            <a:ext cx="2549096"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b="1" dirty="0">
                <a:solidFill>
                  <a:srgbClr val="09314F"/>
                </a:solidFill>
                <a:latin typeface="Afacad Flux"/>
                <a:ea typeface="Afacad Flux"/>
                <a:cs typeface="Afacad Flux"/>
                <a:sym typeface="Afacad Flux"/>
              </a:rPr>
              <a:t>© </a:t>
            </a:r>
            <a:r>
              <a:rPr lang="en" sz="1200" b="1" dirty="0">
                <a:solidFill>
                  <a:srgbClr val="09314F"/>
                </a:solidFill>
                <a:latin typeface="Afacad Flux"/>
                <a:ea typeface="Afacad Flux"/>
                <a:cs typeface="Afacad Flux"/>
                <a:sym typeface="Afacad Flux"/>
              </a:rPr>
              <a:t>Olasunkanmi Arowolo</a:t>
            </a:r>
            <a:endParaRPr lang="en-GB" sz="1200" dirty="0"/>
          </a:p>
        </p:txBody>
      </p:sp>
    </p:spTree>
    <p:extLst>
      <p:ext uri="{BB962C8B-B14F-4D97-AF65-F5344CB8AC3E}">
        <p14:creationId xmlns:p14="http://schemas.microsoft.com/office/powerpoint/2010/main" val="3558010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0855B7-7789-7500-1382-63CE0544093A}"/>
              </a:ext>
            </a:extLst>
          </p:cNvPr>
          <p:cNvSpPr>
            <a:spLocks noGrp="1"/>
          </p:cNvSpPr>
          <p:nvPr>
            <p:ph sz="half" idx="1"/>
          </p:nvPr>
        </p:nvSpPr>
        <p:spPr>
          <a:xfrm>
            <a:off x="838200" y="2485748"/>
            <a:ext cx="5181600" cy="369121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Content Placeholder 3">
            <a:extLst>
              <a:ext uri="{FF2B5EF4-FFF2-40B4-BE49-F238E27FC236}">
                <a16:creationId xmlns:a16="http://schemas.microsoft.com/office/drawing/2014/main" id="{16760A44-C430-263D-5BB7-C851118449B7}"/>
              </a:ext>
            </a:extLst>
          </p:cNvPr>
          <p:cNvSpPr>
            <a:spLocks noGrp="1"/>
          </p:cNvSpPr>
          <p:nvPr>
            <p:ph sz="half" idx="2"/>
          </p:nvPr>
        </p:nvSpPr>
        <p:spPr>
          <a:xfrm>
            <a:off x="6172200" y="2485748"/>
            <a:ext cx="5181600" cy="36912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8846B776-33EF-D443-6EBB-884F42D148C1}"/>
              </a:ext>
            </a:extLst>
          </p:cNvPr>
          <p:cNvSpPr>
            <a:spLocks noGrp="1"/>
          </p:cNvSpPr>
          <p:nvPr>
            <p:ph type="dt" sz="half" idx="10"/>
          </p:nvPr>
        </p:nvSpPr>
        <p:spPr/>
        <p:txBody>
          <a:bodyPr/>
          <a:lstStyle/>
          <a:p>
            <a:fld id="{91728B06-8F0E-4CD5-AF49-175E74D8141C}" type="datetimeFigureOut">
              <a:rPr lang="en-GB" smtClean="0"/>
              <a:t>14/04/2026</a:t>
            </a:fld>
            <a:endParaRPr lang="en-GB"/>
          </a:p>
        </p:txBody>
      </p:sp>
      <p:sp>
        <p:nvSpPr>
          <p:cNvPr id="6" name="Footer Placeholder 5">
            <a:extLst>
              <a:ext uri="{FF2B5EF4-FFF2-40B4-BE49-F238E27FC236}">
                <a16:creationId xmlns:a16="http://schemas.microsoft.com/office/drawing/2014/main" id="{BD84D6E6-39A3-E250-1D74-7F5625C87DB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ED2F330-00BE-C0BA-EDD0-99854160C3AB}"/>
              </a:ext>
            </a:extLst>
          </p:cNvPr>
          <p:cNvSpPr>
            <a:spLocks noGrp="1"/>
          </p:cNvSpPr>
          <p:nvPr>
            <p:ph type="sldNum" sz="quarter" idx="12"/>
          </p:nvPr>
        </p:nvSpPr>
        <p:spPr/>
        <p:txBody>
          <a:bodyPr/>
          <a:lstStyle/>
          <a:p>
            <a:fld id="{1A50A492-2920-4392-A9E0-F0323530E7FF}" type="slidenum">
              <a:rPr lang="en-GB" smtClean="0"/>
              <a:t>‹#›</a:t>
            </a:fld>
            <a:endParaRPr lang="en-GB"/>
          </a:p>
        </p:txBody>
      </p:sp>
      <p:sp>
        <p:nvSpPr>
          <p:cNvPr id="8" name="Title 1">
            <a:extLst>
              <a:ext uri="{FF2B5EF4-FFF2-40B4-BE49-F238E27FC236}">
                <a16:creationId xmlns:a16="http://schemas.microsoft.com/office/drawing/2014/main" id="{68390E9B-25CC-A3D2-82BB-2EEEC9B62D11}"/>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p>
        </p:txBody>
      </p:sp>
      <p:sp>
        <p:nvSpPr>
          <p:cNvPr id="9" name="Content Placeholder 2">
            <a:extLst>
              <a:ext uri="{FF2B5EF4-FFF2-40B4-BE49-F238E27FC236}">
                <a16:creationId xmlns:a16="http://schemas.microsoft.com/office/drawing/2014/main" id="{D8F9AE1C-7ECD-C88B-CCC5-8751862FAF0B}"/>
              </a:ext>
            </a:extLst>
          </p:cNvPr>
          <p:cNvSpPr>
            <a:spLocks noGrp="1"/>
          </p:cNvSpPr>
          <p:nvPr>
            <p:ph idx="13"/>
          </p:nvPr>
        </p:nvSpPr>
        <p:spPr>
          <a:xfrm>
            <a:off x="838200" y="1798579"/>
            <a:ext cx="10515600" cy="569925"/>
          </a:xfrm>
        </p:spPr>
        <p:txBody>
          <a:bodyPr/>
          <a:lstStyle/>
          <a:p>
            <a:pPr lvl="0"/>
            <a:r>
              <a:rPr lang="en-GB" dirty="0"/>
              <a:t>Click to edit Master text styles</a:t>
            </a:r>
          </a:p>
        </p:txBody>
      </p:sp>
    </p:spTree>
    <p:extLst>
      <p:ext uri="{BB962C8B-B14F-4D97-AF65-F5344CB8AC3E}">
        <p14:creationId xmlns:p14="http://schemas.microsoft.com/office/powerpoint/2010/main" val="566972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1728B06-8F0E-4CD5-AF49-175E74D8141C}" type="datetimeFigureOut">
              <a:rPr lang="en-GB" smtClean="0"/>
              <a:t>14/04/2026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50A492-2920-4392-A9E0-F0323530E7FF}" type="slidenum">
              <a:rPr lang="en-GB" smtClean="0"/>
              <a:t>‹#›</a:t>
            </a:fld>
            <a:endParaRPr lang="en-GB"/>
          </a:p>
        </p:txBody>
      </p:sp>
    </p:spTree>
    <p:extLst>
      <p:ext uri="{BB962C8B-B14F-4D97-AF65-F5344CB8AC3E}">
        <p14:creationId xmlns:p14="http://schemas.microsoft.com/office/powerpoint/2010/main" val="37211910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74" r:id="rId6"/>
    <p:sldLayoutId id="2147483666" r:id="rId7"/>
    <p:sldLayoutId id="2147483673" r:id="rId8"/>
    <p:sldLayoutId id="2147483667" r:id="rId9"/>
    <p:sldLayoutId id="2147483668" r:id="rId10"/>
    <p:sldLayoutId id="2147483669" r:id="rId11"/>
    <p:sldLayoutId id="2147483670" r:id="rId12"/>
    <p:sldLayoutId id="2147483671" r:id="rId13"/>
    <p:sldLayoutId id="2147483672" r:id="rId14"/>
    <p:sldLayoutId id="2147483652"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8C031-3726-3177-1934-73EA4BEEB3FC}"/>
              </a:ext>
            </a:extLst>
          </p:cNvPr>
          <p:cNvSpPr>
            <a:spLocks noGrp="1"/>
          </p:cNvSpPr>
          <p:nvPr>
            <p:ph type="ctrTitle"/>
          </p:nvPr>
        </p:nvSpPr>
        <p:spPr>
          <a:xfrm>
            <a:off x="1524000" y="1293338"/>
            <a:ext cx="9144000" cy="3274592"/>
          </a:xfrm>
        </p:spPr>
        <p:txBody>
          <a:bodyPr anchor="ctr">
            <a:normAutofit/>
          </a:bodyPr>
          <a:lstStyle/>
          <a:p>
            <a:r>
              <a:rPr lang="en-GB" sz="3600" b="1" dirty="0">
                <a:solidFill>
                  <a:schemeClr val="accent1">
                    <a:lumMod val="60000"/>
                    <a:lumOff val="40000"/>
                  </a:schemeClr>
                </a:solidFill>
              </a:rPr>
              <a:t>Lesson #4 </a:t>
            </a:r>
            <a:br>
              <a:rPr lang="en-GB" sz="5600" b="1" dirty="0"/>
            </a:br>
            <a:r>
              <a:rPr lang="en-US" sz="5400" b="1" dirty="0"/>
              <a:t>Advanced Copy Editing: Accuracy, Style, and </a:t>
            </a:r>
            <a:br>
              <a:rPr lang="en-US" sz="5400" b="1" dirty="0"/>
            </a:br>
            <a:r>
              <a:rPr lang="en-US" sz="5400" b="1" dirty="0"/>
              <a:t>Fact-Checking</a:t>
            </a:r>
            <a:endParaRPr lang="en-GB" sz="5600" b="1" dirty="0"/>
          </a:p>
        </p:txBody>
      </p:sp>
      <p:sp>
        <p:nvSpPr>
          <p:cNvPr id="3" name="Subtitle 2">
            <a:extLst>
              <a:ext uri="{FF2B5EF4-FFF2-40B4-BE49-F238E27FC236}">
                <a16:creationId xmlns:a16="http://schemas.microsoft.com/office/drawing/2014/main" id="{0A7D7881-CDB2-D1C7-AD53-BACCA6941D69}"/>
              </a:ext>
            </a:extLst>
          </p:cNvPr>
          <p:cNvSpPr>
            <a:spLocks noGrp="1"/>
          </p:cNvSpPr>
          <p:nvPr>
            <p:ph type="subTitle" idx="1"/>
          </p:nvPr>
        </p:nvSpPr>
        <p:spPr>
          <a:xfrm>
            <a:off x="1524000" y="5514052"/>
            <a:ext cx="9144000" cy="651910"/>
          </a:xfrm>
        </p:spPr>
        <p:txBody>
          <a:bodyPr anchor="ctr">
            <a:normAutofit/>
          </a:bodyPr>
          <a:lstStyle/>
          <a:p>
            <a:r>
              <a:rPr lang="en-US" b="1" dirty="0"/>
              <a:t>Olasunkanmi Arowolo, PhD</a:t>
            </a:r>
          </a:p>
        </p:txBody>
      </p:sp>
      <p:sp>
        <p:nvSpPr>
          <p:cNvPr id="4" name="Subtitle 2">
            <a:extLst>
              <a:ext uri="{FF2B5EF4-FFF2-40B4-BE49-F238E27FC236}">
                <a16:creationId xmlns:a16="http://schemas.microsoft.com/office/drawing/2014/main" id="{CB5683BD-1341-4FA6-8644-F03C0A26C842}"/>
              </a:ext>
            </a:extLst>
          </p:cNvPr>
          <p:cNvSpPr txBox="1">
            <a:spLocks/>
          </p:cNvSpPr>
          <p:nvPr/>
        </p:nvSpPr>
        <p:spPr>
          <a:xfrm>
            <a:off x="1524000" y="863030"/>
            <a:ext cx="9144000" cy="5034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GB" dirty="0"/>
          </a:p>
        </p:txBody>
      </p:sp>
      <p:sp>
        <p:nvSpPr>
          <p:cNvPr id="5" name="Subtitle 2">
            <a:extLst>
              <a:ext uri="{FF2B5EF4-FFF2-40B4-BE49-F238E27FC236}">
                <a16:creationId xmlns:a16="http://schemas.microsoft.com/office/drawing/2014/main" id="{93584842-CE17-9940-F1FC-8BEE9C7372A5}"/>
              </a:ext>
            </a:extLst>
          </p:cNvPr>
          <p:cNvSpPr txBox="1">
            <a:spLocks/>
          </p:cNvSpPr>
          <p:nvPr/>
        </p:nvSpPr>
        <p:spPr>
          <a:xfrm>
            <a:off x="1676400" y="3754438"/>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GB" dirty="0"/>
          </a:p>
        </p:txBody>
      </p:sp>
      <p:sp>
        <p:nvSpPr>
          <p:cNvPr id="6" name="Subtitle 2">
            <a:extLst>
              <a:ext uri="{FF2B5EF4-FFF2-40B4-BE49-F238E27FC236}">
                <a16:creationId xmlns:a16="http://schemas.microsoft.com/office/drawing/2014/main" id="{677D610B-6FBE-82F8-AAFB-B582BA346D88}"/>
              </a:ext>
            </a:extLst>
          </p:cNvPr>
          <p:cNvSpPr txBox="1">
            <a:spLocks/>
          </p:cNvSpPr>
          <p:nvPr/>
        </p:nvSpPr>
        <p:spPr>
          <a:xfrm>
            <a:off x="1450368" y="877675"/>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GB" dirty="0"/>
          </a:p>
        </p:txBody>
      </p:sp>
    </p:spTree>
    <p:extLst>
      <p:ext uri="{BB962C8B-B14F-4D97-AF65-F5344CB8AC3E}">
        <p14:creationId xmlns:p14="http://schemas.microsoft.com/office/powerpoint/2010/main" val="1959314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5459B4-B0E3-8CAE-E73D-874A373C791F}"/>
              </a:ext>
            </a:extLst>
          </p:cNvPr>
          <p:cNvPicPr>
            <a:picLocks noChangeAspect="1"/>
          </p:cNvPicPr>
          <p:nvPr/>
        </p:nvPicPr>
        <p:blipFill>
          <a:blip r:embed="rId2"/>
          <a:stretch>
            <a:fillRect/>
          </a:stretch>
        </p:blipFill>
        <p:spPr>
          <a:xfrm>
            <a:off x="2659837" y="1932508"/>
            <a:ext cx="2743719" cy="2743719"/>
          </a:xfrm>
          <a:prstGeom prst="rect">
            <a:avLst/>
          </a:prstGeom>
        </p:spPr>
      </p:pic>
      <p:pic>
        <p:nvPicPr>
          <p:cNvPr id="2" name="Google Shape;66;g37f520df3dc_0_34">
            <a:extLst>
              <a:ext uri="{FF2B5EF4-FFF2-40B4-BE49-F238E27FC236}">
                <a16:creationId xmlns:a16="http://schemas.microsoft.com/office/drawing/2014/main" id="{F6C5FC03-42AA-B071-D030-78502CFAA017}"/>
              </a:ext>
            </a:extLst>
          </p:cNvPr>
          <p:cNvPicPr preferRelativeResize="0"/>
          <p:nvPr/>
        </p:nvPicPr>
        <p:blipFill>
          <a:blip r:embed="rId3">
            <a:alphaModFix/>
          </a:blip>
          <a:stretch/>
        </p:blipFill>
        <p:spPr>
          <a:xfrm>
            <a:off x="2452318" y="164921"/>
            <a:ext cx="10160000" cy="10160000"/>
          </a:xfrm>
          <a:prstGeom prst="rect">
            <a:avLst/>
          </a:prstGeom>
          <a:noFill/>
          <a:ln>
            <a:noFill/>
          </a:ln>
          <a:effectLst>
            <a:outerShdw blurRad="100013" dist="123825" dir="2940000" algn="bl" rotWithShape="0">
              <a:srgbClr val="000000">
                <a:alpha val="29000"/>
              </a:srgbClr>
            </a:outerShdw>
          </a:effectLst>
        </p:spPr>
      </p:pic>
      <p:sp>
        <p:nvSpPr>
          <p:cNvPr id="3" name="Google Shape;67;g37f520df3dc_0_34">
            <a:extLst>
              <a:ext uri="{FF2B5EF4-FFF2-40B4-BE49-F238E27FC236}">
                <a16:creationId xmlns:a16="http://schemas.microsoft.com/office/drawing/2014/main" id="{DD691878-9CC6-EFC4-B9BC-BF892F7D3896}"/>
              </a:ext>
            </a:extLst>
          </p:cNvPr>
          <p:cNvSpPr txBox="1"/>
          <p:nvPr/>
        </p:nvSpPr>
        <p:spPr>
          <a:xfrm>
            <a:off x="2452318" y="4288491"/>
            <a:ext cx="2743719" cy="956430"/>
          </a:xfrm>
          <a:prstGeom prst="rect">
            <a:avLst/>
          </a:prstGeom>
          <a:noFill/>
          <a:ln>
            <a:noFill/>
          </a:ln>
        </p:spPr>
        <p:txBody>
          <a:bodyPr spcFirstLastPara="1" wrap="square" lIns="153550" tIns="153550" rIns="153550" bIns="153550" anchor="t" anchorCtr="0">
            <a:spAutoFit/>
          </a:bodyPr>
          <a:lstStyle/>
          <a:p>
            <a:pPr marL="0" lvl="0" indent="0" algn="r" rtl="0">
              <a:spcBef>
                <a:spcPts val="0"/>
              </a:spcBef>
              <a:spcAft>
                <a:spcPts val="0"/>
              </a:spcAft>
              <a:buNone/>
            </a:pPr>
            <a:r>
              <a:rPr lang="en" b="1" dirty="0">
                <a:solidFill>
                  <a:srgbClr val="09314F"/>
                </a:solidFill>
                <a:latin typeface="Afacad Flux"/>
                <a:ea typeface="Afacad Flux"/>
                <a:cs typeface="Afacad Flux"/>
                <a:sym typeface="Afacad Flux"/>
              </a:rPr>
              <a:t>Dr. Olasunkanmi Arowolo</a:t>
            </a:r>
          </a:p>
          <a:p>
            <a:pPr algn="r"/>
            <a:r>
              <a:rPr lang="en-GB" sz="1200" b="1" dirty="0">
                <a:solidFill>
                  <a:srgbClr val="FF0000"/>
                </a:solidFill>
                <a:latin typeface="Manrope"/>
                <a:ea typeface="Manrope"/>
                <a:cs typeface="Manrope"/>
                <a:sym typeface="Manrope"/>
              </a:rPr>
              <a:t>Journalism, Political &amp; Development Communications Scholar</a:t>
            </a:r>
          </a:p>
        </p:txBody>
      </p:sp>
    </p:spTree>
    <p:extLst>
      <p:ext uri="{BB962C8B-B14F-4D97-AF65-F5344CB8AC3E}">
        <p14:creationId xmlns:p14="http://schemas.microsoft.com/office/powerpoint/2010/main" val="3681532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5ED3CD-960A-FB80-8ABA-836C3DF2A7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EEE50-8042-7B8F-4850-1A51D25B2090}"/>
              </a:ext>
            </a:extLst>
          </p:cNvPr>
          <p:cNvSpPr>
            <a:spLocks noGrp="1"/>
          </p:cNvSpPr>
          <p:nvPr>
            <p:ph type="title"/>
          </p:nvPr>
        </p:nvSpPr>
        <p:spPr>
          <a:xfrm>
            <a:off x="1113810" y="2960716"/>
            <a:ext cx="4036334" cy="2387600"/>
          </a:xfrm>
        </p:spPr>
        <p:txBody>
          <a:bodyPr vert="horz" lIns="91440" tIns="45720" rIns="91440" bIns="45720" rtlCol="0" anchor="t">
            <a:normAutofit/>
          </a:bodyPr>
          <a:lstStyle/>
          <a:p>
            <a:br>
              <a:rPr lang="en-US" sz="5400" kern="1200" dirty="0">
                <a:solidFill>
                  <a:schemeClr val="tx1"/>
                </a:solidFill>
                <a:latin typeface="+mj-lt"/>
                <a:ea typeface="+mj-ea"/>
                <a:cs typeface="+mj-cs"/>
              </a:rPr>
            </a:br>
            <a:r>
              <a:rPr lang="en-GB" sz="4500" kern="1200" dirty="0">
                <a:solidFill>
                  <a:schemeClr val="tx1"/>
                </a:solidFill>
                <a:latin typeface="+mj-lt"/>
                <a:ea typeface="+mj-ea"/>
                <a:cs typeface="+mj-cs"/>
              </a:rPr>
              <a:t>Quick</a:t>
            </a:r>
            <a:r>
              <a:rPr lang="en-US" sz="4500" b="1" kern="1200" dirty="0">
                <a:solidFill>
                  <a:schemeClr val="tx1"/>
                </a:solidFill>
                <a:latin typeface="+mj-lt"/>
                <a:ea typeface="+mj-ea"/>
                <a:cs typeface="+mj-cs"/>
              </a:rPr>
              <a:t>Questions</a:t>
            </a:r>
            <a:endParaRPr lang="en-US" sz="4500" kern="1200" dirty="0">
              <a:solidFill>
                <a:schemeClr val="tx1"/>
              </a:solidFill>
              <a:latin typeface="+mj-lt"/>
              <a:ea typeface="+mj-ea"/>
              <a:cs typeface="+mj-cs"/>
            </a:endParaRPr>
          </a:p>
        </p:txBody>
      </p:sp>
      <p:sp>
        <p:nvSpPr>
          <p:cNvPr id="4" name="Content Placeholder 3">
            <a:extLst>
              <a:ext uri="{FF2B5EF4-FFF2-40B4-BE49-F238E27FC236}">
                <a16:creationId xmlns:a16="http://schemas.microsoft.com/office/drawing/2014/main" id="{11BF7CE8-258D-135C-DC5B-A31881A1D614}"/>
              </a:ext>
            </a:extLst>
          </p:cNvPr>
          <p:cNvSpPr>
            <a:spLocks noGrp="1"/>
          </p:cNvSpPr>
          <p:nvPr>
            <p:ph idx="13"/>
          </p:nvPr>
        </p:nvSpPr>
        <p:spPr>
          <a:xfrm>
            <a:off x="1113809" y="953037"/>
            <a:ext cx="4036333" cy="1709849"/>
          </a:xfrm>
        </p:spPr>
        <p:txBody>
          <a:bodyPr vert="horz" lIns="91440" tIns="45720" rIns="91440" bIns="45720" rtlCol="0" anchor="b">
            <a:normAutofit/>
          </a:bodyPr>
          <a:lstStyle/>
          <a:p>
            <a:pPr marL="0" indent="0"/>
            <a:r>
              <a:rPr lang="en-GB" sz="2000" b="1" kern="1200" dirty="0">
                <a:solidFill>
                  <a:schemeClr val="tx1"/>
                </a:solidFill>
                <a:latin typeface="+mn-lt"/>
                <a:ea typeface="+mn-ea"/>
                <a:cs typeface="+mn-cs"/>
              </a:rPr>
              <a:t>Get started here</a:t>
            </a:r>
            <a:endParaRPr lang="en-US" sz="2000" kern="1200" dirty="0">
              <a:solidFill>
                <a:schemeClr val="tx1"/>
              </a:solidFill>
              <a:latin typeface="+mn-lt"/>
              <a:ea typeface="+mn-ea"/>
              <a:cs typeface="+mn-cs"/>
            </a:endParaRPr>
          </a:p>
        </p:txBody>
      </p:sp>
      <p:pic>
        <p:nvPicPr>
          <p:cNvPr id="6" name="Picture 5">
            <a:extLst>
              <a:ext uri="{FF2B5EF4-FFF2-40B4-BE49-F238E27FC236}">
                <a16:creationId xmlns:a16="http://schemas.microsoft.com/office/drawing/2014/main" id="{15D30013-2326-2244-1A3A-281A3D69491F}"/>
              </a:ext>
            </a:extLst>
          </p:cNvPr>
          <p:cNvPicPr>
            <a:picLocks noChangeAspect="1"/>
          </p:cNvPicPr>
          <p:nvPr/>
        </p:nvPicPr>
        <p:blipFill>
          <a:blip r:embed="rId2"/>
          <a:stretch>
            <a:fillRect/>
          </a:stretch>
        </p:blipFill>
        <p:spPr>
          <a:xfrm>
            <a:off x="6096000" y="953037"/>
            <a:ext cx="5287113" cy="5306165"/>
          </a:xfrm>
          <a:prstGeom prst="rect">
            <a:avLst/>
          </a:prstGeom>
        </p:spPr>
      </p:pic>
    </p:spTree>
    <p:extLst>
      <p:ext uri="{BB962C8B-B14F-4D97-AF65-F5344CB8AC3E}">
        <p14:creationId xmlns:p14="http://schemas.microsoft.com/office/powerpoint/2010/main" val="2565478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513CD-6858-70FE-2901-3A435F641F1B}"/>
              </a:ext>
            </a:extLst>
          </p:cNvPr>
          <p:cNvSpPr>
            <a:spLocks noGrp="1"/>
          </p:cNvSpPr>
          <p:nvPr>
            <p:ph type="title"/>
          </p:nvPr>
        </p:nvSpPr>
        <p:spPr/>
        <p:txBody>
          <a:bodyPr/>
          <a:lstStyle/>
          <a:p>
            <a:br>
              <a:rPr lang="en-GB" b="1" dirty="0"/>
            </a:br>
            <a:r>
              <a:rPr lang="en-GB" b="1" dirty="0"/>
              <a:t>What We Will Cover Today</a:t>
            </a:r>
            <a:endParaRPr lang="en-GB" dirty="0"/>
          </a:p>
        </p:txBody>
      </p:sp>
      <p:sp>
        <p:nvSpPr>
          <p:cNvPr id="3" name="Content Placeholder 2">
            <a:extLst>
              <a:ext uri="{FF2B5EF4-FFF2-40B4-BE49-F238E27FC236}">
                <a16:creationId xmlns:a16="http://schemas.microsoft.com/office/drawing/2014/main" id="{839AD960-211D-3ED0-0849-B1826F768D49}"/>
              </a:ext>
            </a:extLst>
          </p:cNvPr>
          <p:cNvSpPr>
            <a:spLocks noGrp="1"/>
          </p:cNvSpPr>
          <p:nvPr>
            <p:ph idx="1"/>
          </p:nvPr>
        </p:nvSpPr>
        <p:spPr/>
        <p:txBody>
          <a:bodyPr/>
          <a:lstStyle/>
          <a:p>
            <a:r>
              <a:rPr lang="en-US" dirty="0"/>
              <a:t>Accuracy in Editing</a:t>
            </a:r>
          </a:p>
          <a:p>
            <a:r>
              <a:rPr lang="en-US" dirty="0"/>
              <a:t>Fact-Checking Techniques</a:t>
            </a:r>
          </a:p>
          <a:p>
            <a:r>
              <a:rPr lang="en-US" dirty="0"/>
              <a:t>Style Guides and Consistency</a:t>
            </a:r>
          </a:p>
          <a:p>
            <a:r>
              <a:rPr lang="en-US" dirty="0"/>
              <a:t>Eliminating Bias and Ambiguity</a:t>
            </a:r>
          </a:p>
          <a:p>
            <a:r>
              <a:rPr lang="en-US" dirty="0"/>
              <a:t>Practical Editing Applications</a:t>
            </a:r>
            <a:endParaRPr lang="en-GB" dirty="0"/>
          </a:p>
        </p:txBody>
      </p:sp>
      <p:sp>
        <p:nvSpPr>
          <p:cNvPr id="4" name="Content Placeholder 3">
            <a:extLst>
              <a:ext uri="{FF2B5EF4-FFF2-40B4-BE49-F238E27FC236}">
                <a16:creationId xmlns:a16="http://schemas.microsoft.com/office/drawing/2014/main" id="{CB699412-692C-D30D-A37F-E0E737163654}"/>
              </a:ext>
            </a:extLst>
          </p:cNvPr>
          <p:cNvSpPr>
            <a:spLocks noGrp="1"/>
          </p:cNvSpPr>
          <p:nvPr>
            <p:ph idx="13"/>
          </p:nvPr>
        </p:nvSpPr>
        <p:spPr/>
        <p:txBody>
          <a:bodyPr/>
          <a:lstStyle/>
          <a:p>
            <a:endParaRPr lang="en-GB"/>
          </a:p>
        </p:txBody>
      </p:sp>
    </p:spTree>
    <p:extLst>
      <p:ext uri="{BB962C8B-B14F-4D97-AF65-F5344CB8AC3E}">
        <p14:creationId xmlns:p14="http://schemas.microsoft.com/office/powerpoint/2010/main" val="2826128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513CD-6858-70FE-2901-3A435F641F1B}"/>
              </a:ext>
            </a:extLst>
          </p:cNvPr>
          <p:cNvSpPr>
            <a:spLocks noGrp="1"/>
          </p:cNvSpPr>
          <p:nvPr>
            <p:ph type="title"/>
          </p:nvPr>
        </p:nvSpPr>
        <p:spPr/>
        <p:txBody>
          <a:bodyPr/>
          <a:lstStyle/>
          <a:p>
            <a:r>
              <a:rPr lang="en-GB" b="1" dirty="0"/>
              <a:t>Objectives </a:t>
            </a:r>
            <a:endParaRPr lang="en-GB" dirty="0"/>
          </a:p>
        </p:txBody>
      </p:sp>
      <p:sp>
        <p:nvSpPr>
          <p:cNvPr id="3" name="Content Placeholder 2">
            <a:extLst>
              <a:ext uri="{FF2B5EF4-FFF2-40B4-BE49-F238E27FC236}">
                <a16:creationId xmlns:a16="http://schemas.microsoft.com/office/drawing/2014/main" id="{839AD960-211D-3ED0-0849-B1826F768D49}"/>
              </a:ext>
            </a:extLst>
          </p:cNvPr>
          <p:cNvSpPr>
            <a:spLocks noGrp="1"/>
          </p:cNvSpPr>
          <p:nvPr>
            <p:ph idx="1"/>
          </p:nvPr>
        </p:nvSpPr>
        <p:spPr/>
        <p:txBody>
          <a:bodyPr/>
          <a:lstStyle/>
          <a:p>
            <a:r>
              <a:rPr lang="en-GB" dirty="0"/>
              <a:t>Explain how content moves through a newsroom</a:t>
            </a:r>
          </a:p>
          <a:p>
            <a:r>
              <a:rPr lang="en-GB" dirty="0"/>
              <a:t>Identify the role of a sub-editor</a:t>
            </a:r>
          </a:p>
          <a:p>
            <a:r>
              <a:rPr lang="en-GB" dirty="0"/>
              <a:t>Apply basic editing and proofreading symbols</a:t>
            </a:r>
          </a:p>
          <a:p>
            <a:r>
              <a:rPr lang="en-GB" dirty="0"/>
              <a:t>Understand how editing decisions shape final output</a:t>
            </a:r>
          </a:p>
        </p:txBody>
      </p:sp>
      <p:sp>
        <p:nvSpPr>
          <p:cNvPr id="4" name="Content Placeholder 3">
            <a:extLst>
              <a:ext uri="{FF2B5EF4-FFF2-40B4-BE49-F238E27FC236}">
                <a16:creationId xmlns:a16="http://schemas.microsoft.com/office/drawing/2014/main" id="{CB699412-692C-D30D-A37F-E0E737163654}"/>
              </a:ext>
            </a:extLst>
          </p:cNvPr>
          <p:cNvSpPr>
            <a:spLocks noGrp="1"/>
          </p:cNvSpPr>
          <p:nvPr>
            <p:ph idx="13"/>
          </p:nvPr>
        </p:nvSpPr>
        <p:spPr/>
        <p:txBody>
          <a:bodyPr/>
          <a:lstStyle/>
          <a:p>
            <a:r>
              <a:rPr lang="en-GB" dirty="0"/>
              <a:t>By the end of this session, you should be able to:</a:t>
            </a:r>
          </a:p>
        </p:txBody>
      </p:sp>
    </p:spTree>
    <p:extLst>
      <p:ext uri="{BB962C8B-B14F-4D97-AF65-F5344CB8AC3E}">
        <p14:creationId xmlns:p14="http://schemas.microsoft.com/office/powerpoint/2010/main" val="144655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592E2-D2E7-27FD-730B-EE7FD3F7BD28}"/>
              </a:ext>
            </a:extLst>
          </p:cNvPr>
          <p:cNvSpPr>
            <a:spLocks noGrp="1"/>
          </p:cNvSpPr>
          <p:nvPr>
            <p:ph type="title"/>
          </p:nvPr>
        </p:nvSpPr>
        <p:spPr/>
        <p:txBody>
          <a:bodyPr/>
          <a:lstStyle/>
          <a:p>
            <a:r>
              <a:rPr lang="en-GB" b="1" dirty="0"/>
              <a:t>Beyond Basic Editing</a:t>
            </a:r>
            <a:endParaRPr lang="en-GB" dirty="0"/>
          </a:p>
        </p:txBody>
      </p:sp>
      <p:sp>
        <p:nvSpPr>
          <p:cNvPr id="3" name="Content Placeholder 2">
            <a:extLst>
              <a:ext uri="{FF2B5EF4-FFF2-40B4-BE49-F238E27FC236}">
                <a16:creationId xmlns:a16="http://schemas.microsoft.com/office/drawing/2014/main" id="{4AB0D9CC-3159-FF07-E488-6D99E477D816}"/>
              </a:ext>
            </a:extLst>
          </p:cNvPr>
          <p:cNvSpPr>
            <a:spLocks noGrp="1"/>
          </p:cNvSpPr>
          <p:nvPr>
            <p:ph idx="1"/>
          </p:nvPr>
        </p:nvSpPr>
        <p:spPr>
          <a:xfrm>
            <a:off x="838200" y="2547891"/>
            <a:ext cx="9456506" cy="3629072"/>
          </a:xfrm>
        </p:spPr>
        <p:txBody>
          <a:bodyPr/>
          <a:lstStyle/>
          <a:p>
            <a:r>
              <a:rPr lang="en-GB" dirty="0"/>
              <a:t>Moving beyond grammar correction</a:t>
            </a:r>
          </a:p>
          <a:p>
            <a:pPr lvl="0"/>
            <a:r>
              <a:rPr lang="en-GB" dirty="0"/>
              <a:t>Focusing on </a:t>
            </a:r>
            <a:r>
              <a:rPr lang="en-GB" b="1" dirty="0"/>
              <a:t>truth, clarity, and fairness</a:t>
            </a:r>
            <a:endParaRPr lang="en-GB" dirty="0"/>
          </a:p>
          <a:p>
            <a:pPr lvl="0"/>
            <a:r>
              <a:rPr lang="en-GB" dirty="0"/>
              <a:t>Making editorial decisions, not just corrections</a:t>
            </a:r>
          </a:p>
        </p:txBody>
      </p:sp>
      <p:sp>
        <p:nvSpPr>
          <p:cNvPr id="4" name="Content Placeholder 3">
            <a:extLst>
              <a:ext uri="{FF2B5EF4-FFF2-40B4-BE49-F238E27FC236}">
                <a16:creationId xmlns:a16="http://schemas.microsoft.com/office/drawing/2014/main" id="{3D9AC6F8-C187-0B3A-8BBE-599DA3D68400}"/>
              </a:ext>
            </a:extLst>
          </p:cNvPr>
          <p:cNvSpPr>
            <a:spLocks noGrp="1"/>
          </p:cNvSpPr>
          <p:nvPr>
            <p:ph idx="13"/>
          </p:nvPr>
        </p:nvSpPr>
        <p:spPr/>
        <p:txBody>
          <a:bodyPr/>
          <a:lstStyle/>
          <a:p>
            <a:r>
              <a:rPr lang="en-GB" b="1" dirty="0"/>
              <a:t>What Makes Editing “Advanced”?</a:t>
            </a:r>
          </a:p>
        </p:txBody>
      </p:sp>
    </p:spTree>
    <p:extLst>
      <p:ext uri="{BB962C8B-B14F-4D97-AF65-F5344CB8AC3E}">
        <p14:creationId xmlns:p14="http://schemas.microsoft.com/office/powerpoint/2010/main" val="1519123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592E2-D2E7-27FD-730B-EE7FD3F7BD28}"/>
              </a:ext>
            </a:extLst>
          </p:cNvPr>
          <p:cNvSpPr>
            <a:spLocks noGrp="1"/>
          </p:cNvSpPr>
          <p:nvPr>
            <p:ph type="title"/>
          </p:nvPr>
        </p:nvSpPr>
        <p:spPr/>
        <p:txBody>
          <a:bodyPr/>
          <a:lstStyle/>
          <a:p>
            <a:r>
              <a:rPr lang="en-GB" b="1" dirty="0"/>
              <a:t>Accuracy in Editing</a:t>
            </a:r>
            <a:endParaRPr lang="en-GB" dirty="0"/>
          </a:p>
        </p:txBody>
      </p:sp>
      <p:sp>
        <p:nvSpPr>
          <p:cNvPr id="3" name="Content Placeholder 2">
            <a:extLst>
              <a:ext uri="{FF2B5EF4-FFF2-40B4-BE49-F238E27FC236}">
                <a16:creationId xmlns:a16="http://schemas.microsoft.com/office/drawing/2014/main" id="{4AB0D9CC-3159-FF07-E488-6D99E477D816}"/>
              </a:ext>
            </a:extLst>
          </p:cNvPr>
          <p:cNvSpPr>
            <a:spLocks noGrp="1"/>
          </p:cNvSpPr>
          <p:nvPr>
            <p:ph idx="1"/>
          </p:nvPr>
        </p:nvSpPr>
        <p:spPr>
          <a:xfrm>
            <a:off x="838200" y="2547891"/>
            <a:ext cx="9456506" cy="3629072"/>
          </a:xfrm>
        </p:spPr>
        <p:txBody>
          <a:bodyPr>
            <a:normAutofit/>
          </a:bodyPr>
          <a:lstStyle/>
          <a:p>
            <a:pPr lvl="0"/>
            <a:r>
              <a:rPr lang="en-GB" dirty="0"/>
              <a:t>Every fact must be correct</a:t>
            </a:r>
          </a:p>
          <a:p>
            <a:pPr lvl="0"/>
            <a:r>
              <a:rPr lang="en-GB" dirty="0"/>
              <a:t>Names, dates, figures, and locations must be verified</a:t>
            </a:r>
          </a:p>
          <a:p>
            <a:r>
              <a:rPr lang="en-GB" dirty="0"/>
              <a:t>Small errors damage credibility</a:t>
            </a:r>
          </a:p>
        </p:txBody>
      </p:sp>
      <p:sp>
        <p:nvSpPr>
          <p:cNvPr id="4" name="Content Placeholder 3">
            <a:extLst>
              <a:ext uri="{FF2B5EF4-FFF2-40B4-BE49-F238E27FC236}">
                <a16:creationId xmlns:a16="http://schemas.microsoft.com/office/drawing/2014/main" id="{3D9AC6F8-C187-0B3A-8BBE-599DA3D68400}"/>
              </a:ext>
            </a:extLst>
          </p:cNvPr>
          <p:cNvSpPr>
            <a:spLocks noGrp="1"/>
          </p:cNvSpPr>
          <p:nvPr>
            <p:ph idx="13"/>
          </p:nvPr>
        </p:nvSpPr>
        <p:spPr/>
        <p:txBody>
          <a:bodyPr/>
          <a:lstStyle/>
          <a:p>
            <a:r>
              <a:rPr lang="en-GB" b="1" dirty="0"/>
              <a:t>The Principle of Accuracy</a:t>
            </a:r>
          </a:p>
        </p:txBody>
      </p:sp>
    </p:spTree>
    <p:extLst>
      <p:ext uri="{BB962C8B-B14F-4D97-AF65-F5344CB8AC3E}">
        <p14:creationId xmlns:p14="http://schemas.microsoft.com/office/powerpoint/2010/main" val="635970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2216B-81DA-09F9-7A47-22BC2921C5A4}"/>
              </a:ext>
            </a:extLst>
          </p:cNvPr>
          <p:cNvSpPr>
            <a:spLocks noGrp="1"/>
          </p:cNvSpPr>
          <p:nvPr>
            <p:ph type="title"/>
          </p:nvPr>
        </p:nvSpPr>
        <p:spPr/>
        <p:txBody>
          <a:bodyPr/>
          <a:lstStyle/>
          <a:p>
            <a:endParaRPr lang="en-GB" b="1" dirty="0"/>
          </a:p>
        </p:txBody>
      </p:sp>
      <p:sp>
        <p:nvSpPr>
          <p:cNvPr id="3" name="Content Placeholder 2">
            <a:extLst>
              <a:ext uri="{FF2B5EF4-FFF2-40B4-BE49-F238E27FC236}">
                <a16:creationId xmlns:a16="http://schemas.microsoft.com/office/drawing/2014/main" id="{CFFB85CC-F198-8877-59DB-88418F9BFA49}"/>
              </a:ext>
            </a:extLst>
          </p:cNvPr>
          <p:cNvSpPr>
            <a:spLocks noGrp="1"/>
          </p:cNvSpPr>
          <p:nvPr>
            <p:ph idx="1"/>
          </p:nvPr>
        </p:nvSpPr>
        <p:spPr>
          <a:xfrm>
            <a:off x="838200" y="2547891"/>
            <a:ext cx="9929117" cy="3629072"/>
          </a:xfrm>
        </p:spPr>
        <p:txBody>
          <a:bodyPr>
            <a:normAutofit/>
          </a:bodyPr>
          <a:lstStyle/>
          <a:p>
            <a:pPr marL="0" indent="0">
              <a:buNone/>
            </a:pPr>
            <a:r>
              <a:rPr lang="en-GB" b="1" dirty="0"/>
              <a:t>Incorrect:</a:t>
            </a:r>
            <a:br>
              <a:rPr lang="en-GB" b="1" dirty="0"/>
            </a:br>
            <a:r>
              <a:rPr lang="en-GB" dirty="0"/>
              <a:t>“FG allocates ₦3 million to education sector”</a:t>
            </a:r>
            <a:br>
              <a:rPr lang="en-GB" dirty="0"/>
            </a:br>
            <a:endParaRPr lang="en-GB" dirty="0"/>
          </a:p>
          <a:p>
            <a:pPr marL="0" indent="0">
              <a:buNone/>
            </a:pPr>
            <a:r>
              <a:rPr lang="en-GB" b="1" dirty="0"/>
              <a:t>Correct:</a:t>
            </a:r>
            <a:br>
              <a:rPr lang="en-GB" dirty="0"/>
            </a:br>
            <a:r>
              <a:rPr lang="en-GB" dirty="0"/>
              <a:t>“FG allocates ₦3 billion to education sector”</a:t>
            </a:r>
          </a:p>
        </p:txBody>
      </p:sp>
      <p:sp>
        <p:nvSpPr>
          <p:cNvPr id="4" name="Content Placeholder 3">
            <a:extLst>
              <a:ext uri="{FF2B5EF4-FFF2-40B4-BE49-F238E27FC236}">
                <a16:creationId xmlns:a16="http://schemas.microsoft.com/office/drawing/2014/main" id="{3A6CD5CD-F8F2-86E0-83D1-C61C535B2D47}"/>
              </a:ext>
            </a:extLst>
          </p:cNvPr>
          <p:cNvSpPr>
            <a:spLocks noGrp="1"/>
          </p:cNvSpPr>
          <p:nvPr>
            <p:ph idx="13"/>
          </p:nvPr>
        </p:nvSpPr>
        <p:spPr/>
        <p:txBody>
          <a:bodyPr/>
          <a:lstStyle/>
          <a:p>
            <a:r>
              <a:rPr lang="en-GB" b="1" dirty="0"/>
              <a:t>Example</a:t>
            </a:r>
            <a:endParaRPr lang="en-GB" dirty="0"/>
          </a:p>
        </p:txBody>
      </p:sp>
    </p:spTree>
    <p:extLst>
      <p:ext uri="{BB962C8B-B14F-4D97-AF65-F5344CB8AC3E}">
        <p14:creationId xmlns:p14="http://schemas.microsoft.com/office/powerpoint/2010/main" val="2967033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1A8A8-ECAC-670A-C178-51D25D0C17BF}"/>
              </a:ext>
            </a:extLst>
          </p:cNvPr>
          <p:cNvSpPr>
            <a:spLocks noGrp="1"/>
          </p:cNvSpPr>
          <p:nvPr>
            <p:ph type="title"/>
          </p:nvPr>
        </p:nvSpPr>
        <p:spPr/>
        <p:txBody>
          <a:bodyPr/>
          <a:lstStyle/>
          <a:p>
            <a:r>
              <a:rPr lang="en-GB" b="1" dirty="0"/>
              <a:t>Fact-Checking Fundamentals</a:t>
            </a:r>
            <a:endParaRPr lang="en-GB" dirty="0"/>
          </a:p>
        </p:txBody>
      </p:sp>
      <p:sp>
        <p:nvSpPr>
          <p:cNvPr id="3" name="Content Placeholder 2">
            <a:extLst>
              <a:ext uri="{FF2B5EF4-FFF2-40B4-BE49-F238E27FC236}">
                <a16:creationId xmlns:a16="http://schemas.microsoft.com/office/drawing/2014/main" id="{FF235356-90DC-F4CA-40B4-A3AAD8C8DD9C}"/>
              </a:ext>
            </a:extLst>
          </p:cNvPr>
          <p:cNvSpPr>
            <a:spLocks noGrp="1"/>
          </p:cNvSpPr>
          <p:nvPr>
            <p:ph idx="1"/>
          </p:nvPr>
        </p:nvSpPr>
        <p:spPr/>
        <p:txBody>
          <a:bodyPr>
            <a:normAutofit/>
          </a:bodyPr>
          <a:lstStyle/>
          <a:p>
            <a:pPr marL="0" lvl="0" indent="0">
              <a:buNone/>
            </a:pPr>
            <a:r>
              <a:rPr lang="en-GB" dirty="0"/>
              <a:t>The process of verifying information before publication</a:t>
            </a:r>
          </a:p>
          <a:p>
            <a:pPr marL="0" indent="0">
              <a:buNone/>
            </a:pPr>
            <a:r>
              <a:rPr lang="en-GB" b="1" dirty="0"/>
              <a:t>What to Check:</a:t>
            </a:r>
            <a:endParaRPr lang="en-GB" dirty="0"/>
          </a:p>
          <a:p>
            <a:pPr lvl="0"/>
            <a:r>
              <a:rPr lang="en-GB" dirty="0"/>
              <a:t>Names</a:t>
            </a:r>
          </a:p>
          <a:p>
            <a:pPr lvl="0"/>
            <a:r>
              <a:rPr lang="en-GB" dirty="0"/>
              <a:t>Dates</a:t>
            </a:r>
          </a:p>
          <a:p>
            <a:pPr lvl="0"/>
            <a:r>
              <a:rPr lang="en-GB" dirty="0"/>
              <a:t>Statistics</a:t>
            </a:r>
          </a:p>
          <a:p>
            <a:pPr lvl="0"/>
            <a:r>
              <a:rPr lang="en-GB" dirty="0"/>
              <a:t>Quotes</a:t>
            </a:r>
          </a:p>
          <a:p>
            <a:pPr lvl="0"/>
            <a:r>
              <a:rPr lang="en-GB" dirty="0"/>
              <a:t>Sources</a:t>
            </a:r>
          </a:p>
          <a:p>
            <a:endParaRPr lang="en-GB" dirty="0"/>
          </a:p>
        </p:txBody>
      </p:sp>
      <p:sp>
        <p:nvSpPr>
          <p:cNvPr id="4" name="Content Placeholder 3">
            <a:extLst>
              <a:ext uri="{FF2B5EF4-FFF2-40B4-BE49-F238E27FC236}">
                <a16:creationId xmlns:a16="http://schemas.microsoft.com/office/drawing/2014/main" id="{45226F3F-0780-DBC6-2751-DDBFB05218C6}"/>
              </a:ext>
            </a:extLst>
          </p:cNvPr>
          <p:cNvSpPr>
            <a:spLocks noGrp="1"/>
          </p:cNvSpPr>
          <p:nvPr>
            <p:ph idx="13"/>
          </p:nvPr>
        </p:nvSpPr>
        <p:spPr/>
        <p:txBody>
          <a:bodyPr/>
          <a:lstStyle/>
          <a:p>
            <a:r>
              <a:rPr lang="en-GB" b="1" dirty="0"/>
              <a:t>What is Fact-Checking?</a:t>
            </a:r>
          </a:p>
        </p:txBody>
      </p:sp>
    </p:spTree>
    <p:extLst>
      <p:ext uri="{BB962C8B-B14F-4D97-AF65-F5344CB8AC3E}">
        <p14:creationId xmlns:p14="http://schemas.microsoft.com/office/powerpoint/2010/main" val="1684971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80854-DC82-BCA4-5C8D-6F46A9F03999}"/>
              </a:ext>
            </a:extLst>
          </p:cNvPr>
          <p:cNvSpPr>
            <a:spLocks noGrp="1"/>
          </p:cNvSpPr>
          <p:nvPr>
            <p:ph type="title"/>
          </p:nvPr>
        </p:nvSpPr>
        <p:spPr/>
        <p:txBody>
          <a:bodyPr/>
          <a:lstStyle/>
          <a:p>
            <a:r>
              <a:rPr lang="en-GB" b="1" dirty="0"/>
              <a:t>Fact-Checking Techniques</a:t>
            </a:r>
            <a:endParaRPr lang="en-GB" dirty="0"/>
          </a:p>
        </p:txBody>
      </p:sp>
      <p:sp>
        <p:nvSpPr>
          <p:cNvPr id="3" name="Content Placeholder 2">
            <a:extLst>
              <a:ext uri="{FF2B5EF4-FFF2-40B4-BE49-F238E27FC236}">
                <a16:creationId xmlns:a16="http://schemas.microsoft.com/office/drawing/2014/main" id="{1D921AE2-D4D5-77A5-DE43-C0EAEA18162A}"/>
              </a:ext>
            </a:extLst>
          </p:cNvPr>
          <p:cNvSpPr>
            <a:spLocks noGrp="1"/>
          </p:cNvSpPr>
          <p:nvPr>
            <p:ph idx="1"/>
          </p:nvPr>
        </p:nvSpPr>
        <p:spPr/>
        <p:txBody>
          <a:bodyPr>
            <a:normAutofit/>
          </a:bodyPr>
          <a:lstStyle/>
          <a:p>
            <a:pPr lvl="0"/>
            <a:r>
              <a:rPr lang="en-GB" dirty="0"/>
              <a:t>Cross-check multiple sources</a:t>
            </a:r>
          </a:p>
          <a:p>
            <a:pPr lvl="0"/>
            <a:r>
              <a:rPr lang="en-GB" dirty="0"/>
              <a:t>Use official data sources</a:t>
            </a:r>
          </a:p>
          <a:p>
            <a:pPr lvl="0"/>
            <a:r>
              <a:rPr lang="en-GB" dirty="0"/>
              <a:t>Confirm quotes and attribution</a:t>
            </a:r>
          </a:p>
          <a:p>
            <a:pPr lvl="0"/>
            <a:r>
              <a:rPr lang="en-GB" dirty="0"/>
              <a:t>Avoid assumptions</a:t>
            </a:r>
          </a:p>
        </p:txBody>
      </p:sp>
      <p:sp>
        <p:nvSpPr>
          <p:cNvPr id="4" name="Content Placeholder 3">
            <a:extLst>
              <a:ext uri="{FF2B5EF4-FFF2-40B4-BE49-F238E27FC236}">
                <a16:creationId xmlns:a16="http://schemas.microsoft.com/office/drawing/2014/main" id="{92911057-6FA5-3193-1AF3-7CEC50B6569D}"/>
              </a:ext>
            </a:extLst>
          </p:cNvPr>
          <p:cNvSpPr>
            <a:spLocks noGrp="1"/>
          </p:cNvSpPr>
          <p:nvPr>
            <p:ph idx="13"/>
          </p:nvPr>
        </p:nvSpPr>
        <p:spPr/>
        <p:txBody>
          <a:bodyPr/>
          <a:lstStyle/>
          <a:p>
            <a:r>
              <a:rPr lang="en-GB" b="1" dirty="0"/>
              <a:t>How to Verify Information</a:t>
            </a:r>
          </a:p>
        </p:txBody>
      </p:sp>
    </p:spTree>
    <p:extLst>
      <p:ext uri="{BB962C8B-B14F-4D97-AF65-F5344CB8AC3E}">
        <p14:creationId xmlns:p14="http://schemas.microsoft.com/office/powerpoint/2010/main" val="2606407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5EB5C-2F4D-C28A-B052-F4F2EAF8B2FD}"/>
              </a:ext>
            </a:extLst>
          </p:cNvPr>
          <p:cNvSpPr>
            <a:spLocks noGrp="1"/>
          </p:cNvSpPr>
          <p:nvPr>
            <p:ph type="title"/>
          </p:nvPr>
        </p:nvSpPr>
        <p:spPr/>
        <p:txBody>
          <a:bodyPr/>
          <a:lstStyle/>
          <a:p>
            <a:endParaRPr lang="en-GB" b="1" dirty="0"/>
          </a:p>
        </p:txBody>
      </p:sp>
      <p:sp>
        <p:nvSpPr>
          <p:cNvPr id="3" name="Content Placeholder 2">
            <a:extLst>
              <a:ext uri="{FF2B5EF4-FFF2-40B4-BE49-F238E27FC236}">
                <a16:creationId xmlns:a16="http://schemas.microsoft.com/office/drawing/2014/main" id="{C805374E-6A9A-232E-3BA3-CBEA8D0A9B4C}"/>
              </a:ext>
            </a:extLst>
          </p:cNvPr>
          <p:cNvSpPr>
            <a:spLocks noGrp="1"/>
          </p:cNvSpPr>
          <p:nvPr>
            <p:ph idx="1"/>
          </p:nvPr>
        </p:nvSpPr>
        <p:spPr>
          <a:xfrm>
            <a:off x="838200" y="2547891"/>
            <a:ext cx="9661989" cy="3629072"/>
          </a:xfrm>
        </p:spPr>
        <p:txBody>
          <a:bodyPr>
            <a:normAutofit/>
          </a:bodyPr>
          <a:lstStyle/>
          <a:p>
            <a:pPr marL="0" indent="0">
              <a:buNone/>
            </a:pPr>
            <a:r>
              <a:rPr lang="en-GB" b="1" dirty="0"/>
              <a:t>Typical Mistakes</a:t>
            </a:r>
          </a:p>
          <a:p>
            <a:pPr lvl="0"/>
            <a:r>
              <a:rPr lang="en-GB" dirty="0"/>
              <a:t>Wrong figures</a:t>
            </a:r>
          </a:p>
          <a:p>
            <a:pPr lvl="0"/>
            <a:r>
              <a:rPr lang="en-GB" dirty="0"/>
              <a:t>Misquoted statements</a:t>
            </a:r>
          </a:p>
          <a:p>
            <a:pPr lvl="0"/>
            <a:r>
              <a:rPr lang="en-GB" dirty="0"/>
              <a:t>Incorrect names or titles</a:t>
            </a:r>
          </a:p>
          <a:p>
            <a:pPr lvl="0"/>
            <a:r>
              <a:rPr lang="en-GB" dirty="0"/>
              <a:t>Outdated information</a:t>
            </a:r>
          </a:p>
        </p:txBody>
      </p:sp>
      <p:sp>
        <p:nvSpPr>
          <p:cNvPr id="4" name="Content Placeholder 3">
            <a:extLst>
              <a:ext uri="{FF2B5EF4-FFF2-40B4-BE49-F238E27FC236}">
                <a16:creationId xmlns:a16="http://schemas.microsoft.com/office/drawing/2014/main" id="{3A7B58D1-DA9B-C131-4980-C948F0EC51D6}"/>
              </a:ext>
            </a:extLst>
          </p:cNvPr>
          <p:cNvSpPr>
            <a:spLocks noGrp="1"/>
          </p:cNvSpPr>
          <p:nvPr>
            <p:ph idx="13"/>
          </p:nvPr>
        </p:nvSpPr>
        <p:spPr/>
        <p:txBody>
          <a:bodyPr/>
          <a:lstStyle/>
          <a:p>
            <a:r>
              <a:rPr lang="en-GB" b="1" dirty="0"/>
              <a:t>Common Fact Errors</a:t>
            </a:r>
            <a:endParaRPr lang="en-GB" dirty="0"/>
          </a:p>
        </p:txBody>
      </p:sp>
    </p:spTree>
    <p:extLst>
      <p:ext uri="{BB962C8B-B14F-4D97-AF65-F5344CB8AC3E}">
        <p14:creationId xmlns:p14="http://schemas.microsoft.com/office/powerpoint/2010/main" val="1025665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4944E-312B-54FC-AF6E-EACF1DCBC53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669F33-93FD-F521-DB2C-F11751C932ED}"/>
              </a:ext>
            </a:extLst>
          </p:cNvPr>
          <p:cNvSpPr>
            <a:spLocks noGrp="1"/>
          </p:cNvSpPr>
          <p:nvPr>
            <p:ph idx="13"/>
          </p:nvPr>
        </p:nvSpPr>
        <p:spPr/>
        <p:txBody>
          <a:bodyPr anchor="ctr">
            <a:normAutofit/>
          </a:bodyPr>
          <a:lstStyle/>
          <a:p>
            <a:r>
              <a:rPr lang="en-US" dirty="0"/>
              <a:t>What is the primary purpose of fact-checking in editing?</a:t>
            </a:r>
          </a:p>
        </p:txBody>
      </p:sp>
      <p:sp>
        <p:nvSpPr>
          <p:cNvPr id="4" name="Content Placeholder 3">
            <a:extLst>
              <a:ext uri="{FF2B5EF4-FFF2-40B4-BE49-F238E27FC236}">
                <a16:creationId xmlns:a16="http://schemas.microsoft.com/office/drawing/2014/main" id="{143C4291-1842-5F73-4235-CBE265AE314A}"/>
              </a:ext>
            </a:extLst>
          </p:cNvPr>
          <p:cNvSpPr>
            <a:spLocks noGrp="1"/>
          </p:cNvSpPr>
          <p:nvPr>
            <p:ph idx="15"/>
          </p:nvPr>
        </p:nvSpPr>
        <p:spPr>
          <a:xfrm>
            <a:off x="1832614" y="4329134"/>
            <a:ext cx="9563323" cy="569925"/>
          </a:xfrm>
        </p:spPr>
        <p:txBody>
          <a:bodyPr anchor="ctr">
            <a:normAutofit/>
          </a:bodyPr>
          <a:lstStyle/>
          <a:p>
            <a:r>
              <a:rPr lang="en-US" dirty="0"/>
              <a:t>To make headlines more attractive</a:t>
            </a:r>
          </a:p>
        </p:txBody>
      </p:sp>
      <p:sp>
        <p:nvSpPr>
          <p:cNvPr id="6" name="Content Placeholder 5">
            <a:extLst>
              <a:ext uri="{FF2B5EF4-FFF2-40B4-BE49-F238E27FC236}">
                <a16:creationId xmlns:a16="http://schemas.microsoft.com/office/drawing/2014/main" id="{69C2AEBB-98DB-AB13-6812-195D5A1C9FC4}"/>
              </a:ext>
            </a:extLst>
          </p:cNvPr>
          <p:cNvSpPr>
            <a:spLocks noGrp="1"/>
          </p:cNvSpPr>
          <p:nvPr>
            <p:ph idx="17"/>
          </p:nvPr>
        </p:nvSpPr>
        <p:spPr/>
        <p:txBody>
          <a:bodyPr anchor="ctr">
            <a:normAutofit/>
          </a:bodyPr>
          <a:lstStyle/>
          <a:p>
            <a:r>
              <a:rPr lang="en-US" dirty="0"/>
              <a:t>To reduce writing time</a:t>
            </a:r>
          </a:p>
        </p:txBody>
      </p:sp>
      <p:sp>
        <p:nvSpPr>
          <p:cNvPr id="7" name="Content Placeholder 3">
            <a:extLst>
              <a:ext uri="{FF2B5EF4-FFF2-40B4-BE49-F238E27FC236}">
                <a16:creationId xmlns:a16="http://schemas.microsoft.com/office/drawing/2014/main" id="{B29CCED9-02B5-1E83-D16D-0EBEF7A7C752}"/>
              </a:ext>
            </a:extLst>
          </p:cNvPr>
          <p:cNvSpPr txBox="1">
            <a:spLocks/>
          </p:cNvSpPr>
          <p:nvPr/>
        </p:nvSpPr>
        <p:spPr>
          <a:xfrm>
            <a:off x="1832614" y="2293346"/>
            <a:ext cx="9563323" cy="569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Manrope"/>
              <a:ea typeface="Manrope"/>
              <a:cs typeface="Manrope"/>
              <a:sym typeface="Manrope"/>
            </a:endParaRPr>
          </a:p>
        </p:txBody>
      </p:sp>
      <p:sp>
        <p:nvSpPr>
          <p:cNvPr id="9" name="Content Placeholder 8">
            <a:extLst>
              <a:ext uri="{FF2B5EF4-FFF2-40B4-BE49-F238E27FC236}">
                <a16:creationId xmlns:a16="http://schemas.microsoft.com/office/drawing/2014/main" id="{7175CF20-CD6A-6F35-9798-152DBCA5E294}"/>
              </a:ext>
            </a:extLst>
          </p:cNvPr>
          <p:cNvSpPr>
            <a:spLocks noGrp="1"/>
          </p:cNvSpPr>
          <p:nvPr>
            <p:ph idx="14"/>
          </p:nvPr>
        </p:nvSpPr>
        <p:spPr/>
        <p:txBody>
          <a:bodyPr anchor="ctr">
            <a:normAutofit/>
          </a:bodyPr>
          <a:lstStyle/>
          <a:p>
            <a:r>
              <a:rPr lang="en-US" dirty="0"/>
              <a:t>To improve sentence length</a:t>
            </a:r>
            <a:endParaRPr lang="en-US" dirty="0">
              <a:latin typeface="Manrope"/>
              <a:ea typeface="Manrope"/>
              <a:cs typeface="Manrope"/>
              <a:sym typeface="Manrope"/>
            </a:endParaRPr>
          </a:p>
        </p:txBody>
      </p:sp>
      <p:sp>
        <p:nvSpPr>
          <p:cNvPr id="11" name="Content Placeholder 3">
            <a:extLst>
              <a:ext uri="{FF2B5EF4-FFF2-40B4-BE49-F238E27FC236}">
                <a16:creationId xmlns:a16="http://schemas.microsoft.com/office/drawing/2014/main" id="{A601E369-3D3C-118B-B235-9CCCE881A4E1}"/>
              </a:ext>
            </a:extLst>
          </p:cNvPr>
          <p:cNvSpPr txBox="1">
            <a:spLocks/>
          </p:cNvSpPr>
          <p:nvPr/>
        </p:nvSpPr>
        <p:spPr>
          <a:xfrm>
            <a:off x="1832614" y="3619004"/>
            <a:ext cx="9563323" cy="569925"/>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To ensure information is accurate and verifiable</a:t>
            </a:r>
          </a:p>
        </p:txBody>
      </p:sp>
      <p:sp>
        <p:nvSpPr>
          <p:cNvPr id="5" name="TextBox 4">
            <a:extLst>
              <a:ext uri="{FF2B5EF4-FFF2-40B4-BE49-F238E27FC236}">
                <a16:creationId xmlns:a16="http://schemas.microsoft.com/office/drawing/2014/main" id="{1E8737E4-6692-3D94-551B-55E5B9970E53}"/>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3867991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58B35-92B2-D791-6A32-E364E6D0A6BC}"/>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A5B5BFD2-B870-67AB-7586-2099054FE5E8}"/>
              </a:ext>
            </a:extLst>
          </p:cNvPr>
          <p:cNvGrpSpPr/>
          <p:nvPr/>
        </p:nvGrpSpPr>
        <p:grpSpPr>
          <a:xfrm>
            <a:off x="838200" y="3559993"/>
            <a:ext cx="10653551" cy="648400"/>
            <a:chOff x="853505" y="4313522"/>
            <a:chExt cx="10653551" cy="648400"/>
          </a:xfrm>
        </p:grpSpPr>
        <p:sp>
          <p:nvSpPr>
            <p:cNvPr id="12" name="Google Shape;179;g37f520df3dc_0_413">
              <a:extLst>
                <a:ext uri="{FF2B5EF4-FFF2-40B4-BE49-F238E27FC236}">
                  <a16:creationId xmlns:a16="http://schemas.microsoft.com/office/drawing/2014/main" id="{B05FA1E2-BC89-B04E-1DF7-5B8043A8B58C}"/>
                </a:ext>
              </a:extLst>
            </p:cNvPr>
            <p:cNvSpPr/>
            <p:nvPr/>
          </p:nvSpPr>
          <p:spPr>
            <a:xfrm>
              <a:off x="853505" y="4358314"/>
              <a:ext cx="646683" cy="568340"/>
            </a:xfrm>
            <a:prstGeom prst="rect">
              <a:avLst/>
            </a:prstGeom>
            <a:noFill/>
            <a:ln>
              <a:solidFill>
                <a:srgbClr val="00B05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121900" tIns="121900" rIns="121900" bIns="121900" anchor="ctr" anchorCtr="0">
              <a:noAutofit/>
            </a:bodyPr>
            <a:lstStyle/>
            <a:p>
              <a:pPr algn="ctr"/>
              <a:endParaRPr sz="2400" b="1" dirty="0">
                <a:solidFill>
                  <a:schemeClr val="lt1"/>
                </a:solidFill>
                <a:latin typeface="Afacad Flux"/>
                <a:ea typeface="Afacad Flux"/>
                <a:cs typeface="Afacad Flux"/>
                <a:sym typeface="Afacad Flux"/>
              </a:endParaRPr>
            </a:p>
          </p:txBody>
        </p:sp>
        <p:grpSp>
          <p:nvGrpSpPr>
            <p:cNvPr id="13" name="Group 12">
              <a:extLst>
                <a:ext uri="{FF2B5EF4-FFF2-40B4-BE49-F238E27FC236}">
                  <a16:creationId xmlns:a16="http://schemas.microsoft.com/office/drawing/2014/main" id="{12AB4EAC-2AC6-4624-61E4-B9DBC5D0C605}"/>
                </a:ext>
              </a:extLst>
            </p:cNvPr>
            <p:cNvGrpSpPr/>
            <p:nvPr/>
          </p:nvGrpSpPr>
          <p:grpSpPr>
            <a:xfrm>
              <a:off x="1561672" y="4313522"/>
              <a:ext cx="9945384" cy="648400"/>
              <a:chOff x="1510301" y="4313522"/>
              <a:chExt cx="7205215" cy="648400"/>
            </a:xfrm>
          </p:grpSpPr>
          <p:sp>
            <p:nvSpPr>
              <p:cNvPr id="14" name="Google Shape;171;g37f520df3dc_0_413">
                <a:extLst>
                  <a:ext uri="{FF2B5EF4-FFF2-40B4-BE49-F238E27FC236}">
                    <a16:creationId xmlns:a16="http://schemas.microsoft.com/office/drawing/2014/main" id="{68695A8F-F5F6-D9C1-34EC-7FD6A15D2FA8}"/>
                  </a:ext>
                </a:extLst>
              </p:cNvPr>
              <p:cNvSpPr/>
              <p:nvPr/>
            </p:nvSpPr>
            <p:spPr>
              <a:xfrm>
                <a:off x="1511515" y="4313522"/>
                <a:ext cx="7204001" cy="648400"/>
              </a:xfrm>
              <a:prstGeom prst="rect">
                <a:avLst/>
              </a:prstGeom>
              <a:solidFill>
                <a:srgbClr val="92D050"/>
              </a:solidFill>
              <a:ln>
                <a:noFill/>
              </a:ln>
            </p:spPr>
            <p:txBody>
              <a:bodyPr spcFirstLastPara="1" wrap="square" lIns="121900" tIns="121900" rIns="121900" bIns="121900" anchor="ctr" anchorCtr="0">
                <a:noAutofit/>
              </a:bodyPr>
              <a:lstStyle/>
              <a:p>
                <a:endParaRPr sz="2000" b="1" dirty="0">
                  <a:solidFill>
                    <a:srgbClr val="0A3150"/>
                  </a:solidFill>
                  <a:latin typeface="Afacad Flux"/>
                  <a:ea typeface="Afacad Flux"/>
                  <a:cs typeface="Afacad Flux"/>
                  <a:sym typeface="Afacad Flux"/>
                </a:endParaRPr>
              </a:p>
            </p:txBody>
          </p:sp>
          <p:sp>
            <p:nvSpPr>
              <p:cNvPr id="15" name="Google Shape;179;g37f520df3dc_0_413">
                <a:extLst>
                  <a:ext uri="{FF2B5EF4-FFF2-40B4-BE49-F238E27FC236}">
                    <a16:creationId xmlns:a16="http://schemas.microsoft.com/office/drawing/2014/main" id="{2FDD102A-C454-1B62-E292-8F536DA87BFE}"/>
                  </a:ext>
                </a:extLst>
              </p:cNvPr>
              <p:cNvSpPr/>
              <p:nvPr/>
            </p:nvSpPr>
            <p:spPr>
              <a:xfrm>
                <a:off x="1510301" y="4313522"/>
                <a:ext cx="93681" cy="648400"/>
              </a:xfrm>
              <a:prstGeom prst="rect">
                <a:avLst/>
              </a:prstGeom>
              <a:solidFill>
                <a:srgbClr val="00B050"/>
              </a:solidFill>
              <a:ln>
                <a:noFill/>
              </a:ln>
            </p:spPr>
            <p:txBody>
              <a:bodyPr spcFirstLastPara="1" wrap="square" lIns="121900" tIns="121900" rIns="121900" bIns="121900" anchor="ctr" anchorCtr="0">
                <a:noAutofit/>
              </a:bodyPr>
              <a:lstStyle/>
              <a:p>
                <a:pPr algn="ctr"/>
                <a:endParaRPr sz="2400" b="1" dirty="0">
                  <a:solidFill>
                    <a:schemeClr val="lt1"/>
                  </a:solidFill>
                  <a:latin typeface="Afacad Flux"/>
                  <a:ea typeface="Afacad Flux"/>
                  <a:cs typeface="Afacad Flux"/>
                  <a:sym typeface="Afacad Flux"/>
                </a:endParaRPr>
              </a:p>
            </p:txBody>
          </p:sp>
        </p:grpSp>
      </p:grpSp>
      <p:sp>
        <p:nvSpPr>
          <p:cNvPr id="2" name="Content Placeholder 1">
            <a:extLst>
              <a:ext uri="{FF2B5EF4-FFF2-40B4-BE49-F238E27FC236}">
                <a16:creationId xmlns:a16="http://schemas.microsoft.com/office/drawing/2014/main" id="{EC5B2995-3AAC-F3A2-89EF-A90F125DC837}"/>
              </a:ext>
            </a:extLst>
          </p:cNvPr>
          <p:cNvSpPr>
            <a:spLocks noGrp="1"/>
          </p:cNvSpPr>
          <p:nvPr>
            <p:ph idx="13"/>
          </p:nvPr>
        </p:nvSpPr>
        <p:spPr/>
        <p:txBody>
          <a:bodyPr anchor="ctr">
            <a:normAutofit/>
          </a:bodyPr>
          <a:lstStyle/>
          <a:p>
            <a:r>
              <a:rPr lang="en-US" dirty="0"/>
              <a:t>What is the primary purpose of fact-checking in editing?</a:t>
            </a:r>
          </a:p>
        </p:txBody>
      </p:sp>
      <p:sp>
        <p:nvSpPr>
          <p:cNvPr id="4" name="Content Placeholder 3">
            <a:extLst>
              <a:ext uri="{FF2B5EF4-FFF2-40B4-BE49-F238E27FC236}">
                <a16:creationId xmlns:a16="http://schemas.microsoft.com/office/drawing/2014/main" id="{62F6345A-9C49-FE64-B67C-66333B666AF2}"/>
              </a:ext>
            </a:extLst>
          </p:cNvPr>
          <p:cNvSpPr>
            <a:spLocks noGrp="1"/>
          </p:cNvSpPr>
          <p:nvPr>
            <p:ph idx="15"/>
          </p:nvPr>
        </p:nvSpPr>
        <p:spPr>
          <a:xfrm>
            <a:off x="1832614" y="4329134"/>
            <a:ext cx="9563323" cy="569925"/>
          </a:xfrm>
        </p:spPr>
        <p:txBody>
          <a:bodyPr anchor="ctr">
            <a:normAutofit/>
          </a:bodyPr>
          <a:lstStyle/>
          <a:p>
            <a:r>
              <a:rPr lang="en-US" dirty="0"/>
              <a:t>To make headlines more attractive</a:t>
            </a:r>
          </a:p>
        </p:txBody>
      </p:sp>
      <p:sp>
        <p:nvSpPr>
          <p:cNvPr id="6" name="Content Placeholder 5">
            <a:extLst>
              <a:ext uri="{FF2B5EF4-FFF2-40B4-BE49-F238E27FC236}">
                <a16:creationId xmlns:a16="http://schemas.microsoft.com/office/drawing/2014/main" id="{C1B6CBD7-6D27-F7B2-6A40-6A527F7544BA}"/>
              </a:ext>
            </a:extLst>
          </p:cNvPr>
          <p:cNvSpPr>
            <a:spLocks noGrp="1"/>
          </p:cNvSpPr>
          <p:nvPr>
            <p:ph idx="17"/>
          </p:nvPr>
        </p:nvSpPr>
        <p:spPr/>
        <p:txBody>
          <a:bodyPr anchor="ctr">
            <a:normAutofit/>
          </a:bodyPr>
          <a:lstStyle/>
          <a:p>
            <a:r>
              <a:rPr lang="en-US" dirty="0"/>
              <a:t>To reduce writing time</a:t>
            </a:r>
          </a:p>
        </p:txBody>
      </p:sp>
      <p:sp>
        <p:nvSpPr>
          <p:cNvPr id="7" name="Content Placeholder 3">
            <a:extLst>
              <a:ext uri="{FF2B5EF4-FFF2-40B4-BE49-F238E27FC236}">
                <a16:creationId xmlns:a16="http://schemas.microsoft.com/office/drawing/2014/main" id="{5430BA65-D537-BAF6-7049-D27E4629A66C}"/>
              </a:ext>
            </a:extLst>
          </p:cNvPr>
          <p:cNvSpPr txBox="1">
            <a:spLocks/>
          </p:cNvSpPr>
          <p:nvPr/>
        </p:nvSpPr>
        <p:spPr>
          <a:xfrm>
            <a:off x="1832614" y="2293346"/>
            <a:ext cx="9563323" cy="569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Manrope"/>
              <a:ea typeface="Manrope"/>
              <a:cs typeface="Manrope"/>
              <a:sym typeface="Manrope"/>
            </a:endParaRPr>
          </a:p>
        </p:txBody>
      </p:sp>
      <p:sp>
        <p:nvSpPr>
          <p:cNvPr id="9" name="Content Placeholder 8">
            <a:extLst>
              <a:ext uri="{FF2B5EF4-FFF2-40B4-BE49-F238E27FC236}">
                <a16:creationId xmlns:a16="http://schemas.microsoft.com/office/drawing/2014/main" id="{6932FCDA-3B71-92BF-CF6D-08156B66EF01}"/>
              </a:ext>
            </a:extLst>
          </p:cNvPr>
          <p:cNvSpPr>
            <a:spLocks noGrp="1"/>
          </p:cNvSpPr>
          <p:nvPr>
            <p:ph idx="14"/>
          </p:nvPr>
        </p:nvSpPr>
        <p:spPr/>
        <p:txBody>
          <a:bodyPr anchor="ctr">
            <a:normAutofit/>
          </a:bodyPr>
          <a:lstStyle/>
          <a:p>
            <a:r>
              <a:rPr lang="en-US" dirty="0"/>
              <a:t>To improve sentence length</a:t>
            </a:r>
            <a:endParaRPr lang="en-US" dirty="0">
              <a:latin typeface="Manrope"/>
              <a:ea typeface="Manrope"/>
              <a:cs typeface="Manrope"/>
              <a:sym typeface="Manrope"/>
            </a:endParaRPr>
          </a:p>
        </p:txBody>
      </p:sp>
      <p:sp>
        <p:nvSpPr>
          <p:cNvPr id="11" name="Content Placeholder 3">
            <a:extLst>
              <a:ext uri="{FF2B5EF4-FFF2-40B4-BE49-F238E27FC236}">
                <a16:creationId xmlns:a16="http://schemas.microsoft.com/office/drawing/2014/main" id="{35A8402F-8E6D-67A7-D1A8-BE3AECDD0089}"/>
              </a:ext>
            </a:extLst>
          </p:cNvPr>
          <p:cNvSpPr txBox="1">
            <a:spLocks/>
          </p:cNvSpPr>
          <p:nvPr/>
        </p:nvSpPr>
        <p:spPr>
          <a:xfrm>
            <a:off x="1832614" y="3619004"/>
            <a:ext cx="9563323" cy="569925"/>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To ensure information is accurate and verifiable</a:t>
            </a:r>
          </a:p>
        </p:txBody>
      </p:sp>
      <p:sp>
        <p:nvSpPr>
          <p:cNvPr id="5" name="TextBox 4">
            <a:extLst>
              <a:ext uri="{FF2B5EF4-FFF2-40B4-BE49-F238E27FC236}">
                <a16:creationId xmlns:a16="http://schemas.microsoft.com/office/drawing/2014/main" id="{9048383D-00D7-5AE0-C390-067AAD2A8220}"/>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1533746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FC6A1-DF16-9CDB-3BBB-FF71496FCFE9}"/>
              </a:ext>
            </a:extLst>
          </p:cNvPr>
          <p:cNvSpPr>
            <a:spLocks noGrp="1"/>
          </p:cNvSpPr>
          <p:nvPr>
            <p:ph type="title"/>
          </p:nvPr>
        </p:nvSpPr>
        <p:spPr/>
        <p:txBody>
          <a:bodyPr/>
          <a:lstStyle/>
          <a:p>
            <a:r>
              <a:rPr lang="en-GB" b="1" dirty="0"/>
              <a:t>Style and Consistency</a:t>
            </a:r>
            <a:endParaRPr lang="en-GB" dirty="0"/>
          </a:p>
        </p:txBody>
      </p:sp>
      <p:sp>
        <p:nvSpPr>
          <p:cNvPr id="3" name="Content Placeholder 2">
            <a:extLst>
              <a:ext uri="{FF2B5EF4-FFF2-40B4-BE49-F238E27FC236}">
                <a16:creationId xmlns:a16="http://schemas.microsoft.com/office/drawing/2014/main" id="{A6F1171F-2DD2-96B7-C404-A99E4B78A159}"/>
              </a:ext>
            </a:extLst>
          </p:cNvPr>
          <p:cNvSpPr>
            <a:spLocks noGrp="1"/>
          </p:cNvSpPr>
          <p:nvPr>
            <p:ph idx="1"/>
          </p:nvPr>
        </p:nvSpPr>
        <p:spPr/>
        <p:txBody>
          <a:bodyPr>
            <a:normAutofit/>
          </a:bodyPr>
          <a:lstStyle/>
          <a:p>
            <a:pPr lvl="0"/>
            <a:r>
              <a:rPr lang="en-GB" dirty="0"/>
              <a:t>Ensures uniformity across content</a:t>
            </a:r>
          </a:p>
          <a:p>
            <a:pPr lvl="0"/>
            <a:r>
              <a:rPr lang="en-GB" dirty="0"/>
              <a:t>Improves readability</a:t>
            </a:r>
          </a:p>
          <a:p>
            <a:pPr lvl="0"/>
            <a:r>
              <a:rPr lang="en-GB" dirty="0"/>
              <a:t>Reflects professionalism</a:t>
            </a:r>
          </a:p>
        </p:txBody>
      </p:sp>
      <p:sp>
        <p:nvSpPr>
          <p:cNvPr id="4" name="Content Placeholder 3">
            <a:extLst>
              <a:ext uri="{FF2B5EF4-FFF2-40B4-BE49-F238E27FC236}">
                <a16:creationId xmlns:a16="http://schemas.microsoft.com/office/drawing/2014/main" id="{53AAEB9B-5EA9-CDB8-FA8F-5910DD85F32C}"/>
              </a:ext>
            </a:extLst>
          </p:cNvPr>
          <p:cNvSpPr>
            <a:spLocks noGrp="1"/>
          </p:cNvSpPr>
          <p:nvPr>
            <p:ph idx="13"/>
          </p:nvPr>
        </p:nvSpPr>
        <p:spPr/>
        <p:txBody>
          <a:bodyPr/>
          <a:lstStyle/>
          <a:p>
            <a:r>
              <a:rPr lang="en-GB" b="1" dirty="0"/>
              <a:t>Why Style Matters</a:t>
            </a:r>
          </a:p>
        </p:txBody>
      </p:sp>
    </p:spTree>
    <p:extLst>
      <p:ext uri="{BB962C8B-B14F-4D97-AF65-F5344CB8AC3E}">
        <p14:creationId xmlns:p14="http://schemas.microsoft.com/office/powerpoint/2010/main" val="3061219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23B10-7BAF-4630-5960-32F597C1768B}"/>
              </a:ext>
            </a:extLst>
          </p:cNvPr>
          <p:cNvSpPr>
            <a:spLocks noGrp="1"/>
          </p:cNvSpPr>
          <p:nvPr>
            <p:ph type="title"/>
          </p:nvPr>
        </p:nvSpPr>
        <p:spPr/>
        <p:txBody>
          <a:bodyPr/>
          <a:lstStyle/>
          <a:p>
            <a:r>
              <a:rPr lang="en-GB" b="1" dirty="0"/>
              <a:t>Elements of Style</a:t>
            </a:r>
            <a:br>
              <a:rPr lang="en-GB" b="1" dirty="0"/>
            </a:br>
            <a:endParaRPr lang="en-GB" b="1" dirty="0"/>
          </a:p>
        </p:txBody>
      </p:sp>
      <p:sp>
        <p:nvSpPr>
          <p:cNvPr id="3" name="Content Placeholder 2">
            <a:extLst>
              <a:ext uri="{FF2B5EF4-FFF2-40B4-BE49-F238E27FC236}">
                <a16:creationId xmlns:a16="http://schemas.microsoft.com/office/drawing/2014/main" id="{F8290C08-3586-9A4C-48EC-EDEBDF04CEB0}"/>
              </a:ext>
            </a:extLst>
          </p:cNvPr>
          <p:cNvSpPr>
            <a:spLocks noGrp="1"/>
          </p:cNvSpPr>
          <p:nvPr>
            <p:ph idx="1"/>
          </p:nvPr>
        </p:nvSpPr>
        <p:spPr/>
        <p:txBody>
          <a:bodyPr>
            <a:normAutofit/>
          </a:bodyPr>
          <a:lstStyle/>
          <a:p>
            <a:pPr lvl="0"/>
            <a:r>
              <a:rPr lang="en-GB" dirty="0"/>
              <a:t>Capitalisation</a:t>
            </a:r>
          </a:p>
          <a:p>
            <a:pPr lvl="0"/>
            <a:r>
              <a:rPr lang="en-GB" dirty="0"/>
              <a:t>Numbers and figures</a:t>
            </a:r>
          </a:p>
          <a:p>
            <a:pPr lvl="0"/>
            <a:r>
              <a:rPr lang="en-GB" dirty="0"/>
              <a:t>Dates and time</a:t>
            </a:r>
          </a:p>
          <a:p>
            <a:pPr lvl="0"/>
            <a:r>
              <a:rPr lang="en-GB" dirty="0"/>
              <a:t>Abbreviations</a:t>
            </a:r>
          </a:p>
        </p:txBody>
      </p:sp>
      <p:sp>
        <p:nvSpPr>
          <p:cNvPr id="4" name="Content Placeholder 3">
            <a:extLst>
              <a:ext uri="{FF2B5EF4-FFF2-40B4-BE49-F238E27FC236}">
                <a16:creationId xmlns:a16="http://schemas.microsoft.com/office/drawing/2014/main" id="{675F909F-540C-B869-A977-BE79EA6D359F}"/>
              </a:ext>
            </a:extLst>
          </p:cNvPr>
          <p:cNvSpPr>
            <a:spLocks noGrp="1"/>
          </p:cNvSpPr>
          <p:nvPr>
            <p:ph idx="13"/>
          </p:nvPr>
        </p:nvSpPr>
        <p:spPr/>
        <p:txBody>
          <a:bodyPr/>
          <a:lstStyle/>
          <a:p>
            <a:r>
              <a:rPr lang="en-GB" b="1" dirty="0"/>
              <a:t>Key Style Components</a:t>
            </a:r>
          </a:p>
          <a:p>
            <a:endParaRPr lang="en-GB" b="1" dirty="0"/>
          </a:p>
        </p:txBody>
      </p:sp>
    </p:spTree>
    <p:extLst>
      <p:ext uri="{BB962C8B-B14F-4D97-AF65-F5344CB8AC3E}">
        <p14:creationId xmlns:p14="http://schemas.microsoft.com/office/powerpoint/2010/main" val="2296693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488872-B4F4-42BD-B469-B01C4BC0DD8F}"/>
              </a:ext>
            </a:extLst>
          </p:cNvPr>
          <p:cNvSpPr>
            <a:spLocks noGrp="1"/>
          </p:cNvSpPr>
          <p:nvPr>
            <p:ph idx="1"/>
          </p:nvPr>
        </p:nvSpPr>
        <p:spPr/>
        <p:txBody>
          <a:bodyPr/>
          <a:lstStyle/>
          <a:p>
            <a:r>
              <a:rPr lang="en-GB" dirty="0"/>
              <a:t>“Nigerian Government”</a:t>
            </a:r>
          </a:p>
          <a:p>
            <a:pPr lvl="0"/>
            <a:r>
              <a:rPr lang="en-GB" dirty="0"/>
              <a:t>“federal government”</a:t>
            </a:r>
          </a:p>
          <a:p>
            <a:pPr lvl="0"/>
            <a:r>
              <a:rPr lang="en-GB" dirty="0"/>
              <a:t>“FG”</a:t>
            </a:r>
          </a:p>
        </p:txBody>
      </p:sp>
      <p:sp>
        <p:nvSpPr>
          <p:cNvPr id="4" name="Content Placeholder 3">
            <a:extLst>
              <a:ext uri="{FF2B5EF4-FFF2-40B4-BE49-F238E27FC236}">
                <a16:creationId xmlns:a16="http://schemas.microsoft.com/office/drawing/2014/main" id="{F43BFEFC-646C-E3A4-FB53-BF23C762985B}"/>
              </a:ext>
            </a:extLst>
          </p:cNvPr>
          <p:cNvSpPr>
            <a:spLocks noGrp="1"/>
          </p:cNvSpPr>
          <p:nvPr>
            <p:ph idx="13"/>
          </p:nvPr>
        </p:nvSpPr>
        <p:spPr/>
        <p:txBody>
          <a:bodyPr>
            <a:normAutofit/>
          </a:bodyPr>
          <a:lstStyle/>
          <a:p>
            <a:r>
              <a:rPr lang="en-GB" b="1" dirty="0"/>
              <a:t>Inconsistent Writing</a:t>
            </a:r>
            <a:endParaRPr lang="en-GB" b="1" dirty="0">
              <a:solidFill>
                <a:srgbClr val="FF0000"/>
              </a:solidFill>
            </a:endParaRPr>
          </a:p>
        </p:txBody>
      </p:sp>
      <p:sp>
        <p:nvSpPr>
          <p:cNvPr id="6" name="Title 5">
            <a:extLst>
              <a:ext uri="{FF2B5EF4-FFF2-40B4-BE49-F238E27FC236}">
                <a16:creationId xmlns:a16="http://schemas.microsoft.com/office/drawing/2014/main" id="{62ECB7BB-A41D-55C9-0BCE-041227C4523C}"/>
              </a:ext>
            </a:extLst>
          </p:cNvPr>
          <p:cNvSpPr>
            <a:spLocks noGrp="1"/>
          </p:cNvSpPr>
          <p:nvPr>
            <p:ph type="title"/>
          </p:nvPr>
        </p:nvSpPr>
        <p:spPr/>
        <p:txBody>
          <a:bodyPr/>
          <a:lstStyle/>
          <a:p>
            <a:r>
              <a:rPr lang="en-GB" b="1" dirty="0"/>
              <a:t>Example of Inconsistency</a:t>
            </a:r>
            <a:endParaRPr lang="en-GB" dirty="0"/>
          </a:p>
        </p:txBody>
      </p:sp>
    </p:spTree>
    <p:extLst>
      <p:ext uri="{BB962C8B-B14F-4D97-AF65-F5344CB8AC3E}">
        <p14:creationId xmlns:p14="http://schemas.microsoft.com/office/powerpoint/2010/main" val="41252857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40B6C-0FCA-17A5-93BC-62182DF667BE}"/>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E04F8A14-092B-8325-71A2-2EA51F74C03B}"/>
              </a:ext>
            </a:extLst>
          </p:cNvPr>
          <p:cNvSpPr>
            <a:spLocks noGrp="1"/>
          </p:cNvSpPr>
          <p:nvPr>
            <p:ph idx="1"/>
          </p:nvPr>
        </p:nvSpPr>
        <p:spPr/>
        <p:txBody>
          <a:bodyPr>
            <a:normAutofit/>
          </a:bodyPr>
          <a:lstStyle/>
          <a:p>
            <a:pPr marL="0" indent="0">
              <a:buNone/>
            </a:pPr>
            <a:r>
              <a:rPr lang="en-GB" sz="5400" b="1" dirty="0"/>
              <a:t>Standardise inconsistent terms</a:t>
            </a:r>
          </a:p>
        </p:txBody>
      </p:sp>
      <p:sp>
        <p:nvSpPr>
          <p:cNvPr id="4" name="Content Placeholder 3">
            <a:extLst>
              <a:ext uri="{FF2B5EF4-FFF2-40B4-BE49-F238E27FC236}">
                <a16:creationId xmlns:a16="http://schemas.microsoft.com/office/drawing/2014/main" id="{170B1FBD-5276-5F29-A20D-053A159AE848}"/>
              </a:ext>
            </a:extLst>
          </p:cNvPr>
          <p:cNvSpPr>
            <a:spLocks noGrp="1"/>
          </p:cNvSpPr>
          <p:nvPr>
            <p:ph idx="13"/>
          </p:nvPr>
        </p:nvSpPr>
        <p:spPr/>
        <p:txBody>
          <a:bodyPr/>
          <a:lstStyle/>
          <a:p>
            <a:endParaRPr lang="en-GB"/>
          </a:p>
        </p:txBody>
      </p:sp>
    </p:spTree>
    <p:extLst>
      <p:ext uri="{BB962C8B-B14F-4D97-AF65-F5344CB8AC3E}">
        <p14:creationId xmlns:p14="http://schemas.microsoft.com/office/powerpoint/2010/main" val="2573153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CF6E86-C8AD-E5B1-AFBB-A4C7C4F782AB}"/>
              </a:ext>
            </a:extLst>
          </p:cNvPr>
          <p:cNvSpPr>
            <a:spLocks noGrp="1"/>
          </p:cNvSpPr>
          <p:nvPr>
            <p:ph idx="1"/>
          </p:nvPr>
        </p:nvSpPr>
        <p:spPr/>
        <p:txBody>
          <a:bodyPr/>
          <a:lstStyle/>
          <a:p>
            <a:r>
              <a:rPr lang="en-GB" b="1" dirty="0"/>
              <a:t>Ambiguous sentence:</a:t>
            </a:r>
            <a:br>
              <a:rPr lang="en-GB" dirty="0"/>
            </a:br>
            <a:r>
              <a:rPr lang="en-GB" dirty="0"/>
              <a:t>“Students discussed issues with teachers”</a:t>
            </a:r>
          </a:p>
          <a:p>
            <a:r>
              <a:rPr lang="en-GB" b="1" dirty="0"/>
              <a:t>Question:</a:t>
            </a:r>
            <a:br>
              <a:rPr lang="en-GB" dirty="0"/>
            </a:br>
            <a:r>
              <a:rPr lang="en-GB" dirty="0"/>
              <a:t>Who has the issues?</a:t>
            </a:r>
          </a:p>
        </p:txBody>
      </p:sp>
      <p:sp>
        <p:nvSpPr>
          <p:cNvPr id="4" name="Content Placeholder 3">
            <a:extLst>
              <a:ext uri="{FF2B5EF4-FFF2-40B4-BE49-F238E27FC236}">
                <a16:creationId xmlns:a16="http://schemas.microsoft.com/office/drawing/2014/main" id="{981B9BEB-529F-17B0-B656-69C605B6AD62}"/>
              </a:ext>
            </a:extLst>
          </p:cNvPr>
          <p:cNvSpPr>
            <a:spLocks noGrp="1"/>
          </p:cNvSpPr>
          <p:nvPr>
            <p:ph idx="13"/>
          </p:nvPr>
        </p:nvSpPr>
        <p:spPr/>
        <p:txBody>
          <a:bodyPr/>
          <a:lstStyle/>
          <a:p>
            <a:r>
              <a:rPr lang="en-GB" b="1" dirty="0"/>
              <a:t>Clarity in Meaning</a:t>
            </a:r>
          </a:p>
          <a:p>
            <a:endParaRPr lang="en-GB" b="1" dirty="0"/>
          </a:p>
        </p:txBody>
      </p:sp>
      <p:sp>
        <p:nvSpPr>
          <p:cNvPr id="6" name="Title 5">
            <a:extLst>
              <a:ext uri="{FF2B5EF4-FFF2-40B4-BE49-F238E27FC236}">
                <a16:creationId xmlns:a16="http://schemas.microsoft.com/office/drawing/2014/main" id="{AC57E2C6-A968-5768-F60C-D41DD158AFEB}"/>
              </a:ext>
            </a:extLst>
          </p:cNvPr>
          <p:cNvSpPr>
            <a:spLocks noGrp="1"/>
          </p:cNvSpPr>
          <p:nvPr>
            <p:ph type="title"/>
          </p:nvPr>
        </p:nvSpPr>
        <p:spPr/>
        <p:txBody>
          <a:bodyPr/>
          <a:lstStyle/>
          <a:p>
            <a:r>
              <a:rPr lang="en-GB" b="1" dirty="0"/>
              <a:t>Eliminating Ambiguity</a:t>
            </a:r>
            <a:endParaRPr lang="en-GB" dirty="0"/>
          </a:p>
        </p:txBody>
      </p:sp>
    </p:spTree>
    <p:extLst>
      <p:ext uri="{BB962C8B-B14F-4D97-AF65-F5344CB8AC3E}">
        <p14:creationId xmlns:p14="http://schemas.microsoft.com/office/powerpoint/2010/main" val="17733865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070EA-9778-F61D-3050-2527D361A5B9}"/>
              </a:ext>
            </a:extLst>
          </p:cNvPr>
          <p:cNvSpPr>
            <a:spLocks noGrp="1"/>
          </p:cNvSpPr>
          <p:nvPr>
            <p:ph type="title"/>
          </p:nvPr>
        </p:nvSpPr>
        <p:spPr/>
        <p:txBody>
          <a:bodyPr/>
          <a:lstStyle/>
          <a:p>
            <a:r>
              <a:rPr lang="en-GB" b="1" dirty="0"/>
              <a:t>Removing Bias</a:t>
            </a:r>
            <a:endParaRPr lang="en-GB" dirty="0"/>
          </a:p>
        </p:txBody>
      </p:sp>
      <p:sp>
        <p:nvSpPr>
          <p:cNvPr id="3" name="Content Placeholder 2">
            <a:extLst>
              <a:ext uri="{FF2B5EF4-FFF2-40B4-BE49-F238E27FC236}">
                <a16:creationId xmlns:a16="http://schemas.microsoft.com/office/drawing/2014/main" id="{D60D5C15-56F1-F143-E0B7-E18A81D39DBF}"/>
              </a:ext>
            </a:extLst>
          </p:cNvPr>
          <p:cNvSpPr>
            <a:spLocks noGrp="1"/>
          </p:cNvSpPr>
          <p:nvPr>
            <p:ph idx="1"/>
          </p:nvPr>
        </p:nvSpPr>
        <p:spPr/>
        <p:txBody>
          <a:bodyPr/>
          <a:lstStyle/>
          <a:p>
            <a:r>
              <a:rPr lang="en-GB" b="1" dirty="0"/>
              <a:t>Biased:</a:t>
            </a:r>
            <a:br>
              <a:rPr lang="en-GB" dirty="0"/>
            </a:br>
            <a:r>
              <a:rPr lang="en-GB" dirty="0"/>
              <a:t>“The government failed again to fix education problems”</a:t>
            </a:r>
          </a:p>
          <a:p>
            <a:endParaRPr lang="en-GB" dirty="0"/>
          </a:p>
          <a:p>
            <a:r>
              <a:rPr lang="en-GB" b="1" dirty="0"/>
              <a:t>Neutral:</a:t>
            </a:r>
            <a:br>
              <a:rPr lang="en-GB" dirty="0"/>
            </a:br>
            <a:r>
              <a:rPr lang="en-GB" dirty="0"/>
              <a:t>“The government has not resolved ongoing education challenges”</a:t>
            </a:r>
          </a:p>
        </p:txBody>
      </p:sp>
      <p:sp>
        <p:nvSpPr>
          <p:cNvPr id="4" name="Content Placeholder 3">
            <a:extLst>
              <a:ext uri="{FF2B5EF4-FFF2-40B4-BE49-F238E27FC236}">
                <a16:creationId xmlns:a16="http://schemas.microsoft.com/office/drawing/2014/main" id="{C3155394-D5F5-E188-C430-36ACD707D6B8}"/>
              </a:ext>
            </a:extLst>
          </p:cNvPr>
          <p:cNvSpPr>
            <a:spLocks noGrp="1"/>
          </p:cNvSpPr>
          <p:nvPr>
            <p:ph idx="13"/>
          </p:nvPr>
        </p:nvSpPr>
        <p:spPr/>
        <p:txBody>
          <a:bodyPr>
            <a:normAutofit/>
          </a:bodyPr>
          <a:lstStyle/>
          <a:p>
            <a:r>
              <a:rPr lang="en-GB" b="1" dirty="0"/>
              <a:t>Editorial Neutrality</a:t>
            </a:r>
          </a:p>
        </p:txBody>
      </p:sp>
    </p:spTree>
    <p:extLst>
      <p:ext uri="{BB962C8B-B14F-4D97-AF65-F5344CB8AC3E}">
        <p14:creationId xmlns:p14="http://schemas.microsoft.com/office/powerpoint/2010/main" val="3503759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CA8CD-000C-BE27-43A9-936F7F6C06FB}"/>
              </a:ext>
            </a:extLst>
          </p:cNvPr>
          <p:cNvSpPr>
            <a:spLocks noGrp="1"/>
          </p:cNvSpPr>
          <p:nvPr>
            <p:ph type="title"/>
          </p:nvPr>
        </p:nvSpPr>
        <p:spPr/>
        <p:txBody>
          <a:bodyPr/>
          <a:lstStyle/>
          <a:p>
            <a:r>
              <a:rPr lang="en-GB" b="1" dirty="0"/>
              <a:t>Ethical Editing</a:t>
            </a:r>
            <a:endParaRPr lang="en-GB" dirty="0"/>
          </a:p>
        </p:txBody>
      </p:sp>
      <p:sp>
        <p:nvSpPr>
          <p:cNvPr id="3" name="Content Placeholder 2">
            <a:extLst>
              <a:ext uri="{FF2B5EF4-FFF2-40B4-BE49-F238E27FC236}">
                <a16:creationId xmlns:a16="http://schemas.microsoft.com/office/drawing/2014/main" id="{4AD6C606-4444-DAD8-3414-8F3E67E47A06}"/>
              </a:ext>
            </a:extLst>
          </p:cNvPr>
          <p:cNvSpPr>
            <a:spLocks noGrp="1"/>
          </p:cNvSpPr>
          <p:nvPr>
            <p:ph idx="1"/>
          </p:nvPr>
        </p:nvSpPr>
        <p:spPr/>
        <p:txBody>
          <a:bodyPr/>
          <a:lstStyle/>
          <a:p>
            <a:pPr lvl="0"/>
            <a:r>
              <a:rPr lang="en-GB" dirty="0"/>
              <a:t>Avoid distortion of facts</a:t>
            </a:r>
          </a:p>
          <a:p>
            <a:pPr lvl="0"/>
            <a:r>
              <a:rPr lang="en-GB" dirty="0"/>
              <a:t>Maintain fairness</a:t>
            </a:r>
          </a:p>
          <a:p>
            <a:pPr lvl="0"/>
            <a:r>
              <a:rPr lang="en-GB" dirty="0"/>
              <a:t>Respect sources</a:t>
            </a:r>
          </a:p>
        </p:txBody>
      </p:sp>
      <p:sp>
        <p:nvSpPr>
          <p:cNvPr id="4" name="Content Placeholder 3">
            <a:extLst>
              <a:ext uri="{FF2B5EF4-FFF2-40B4-BE49-F238E27FC236}">
                <a16:creationId xmlns:a16="http://schemas.microsoft.com/office/drawing/2014/main" id="{D16C4A08-D6B7-89F8-5571-750491EA59A6}"/>
              </a:ext>
            </a:extLst>
          </p:cNvPr>
          <p:cNvSpPr>
            <a:spLocks noGrp="1"/>
          </p:cNvSpPr>
          <p:nvPr>
            <p:ph idx="13"/>
          </p:nvPr>
        </p:nvSpPr>
        <p:spPr/>
        <p:txBody>
          <a:bodyPr/>
          <a:lstStyle/>
          <a:p>
            <a:r>
              <a:rPr lang="en-GB" b="1" dirty="0"/>
              <a:t>Ethics in Editing</a:t>
            </a:r>
          </a:p>
        </p:txBody>
      </p:sp>
    </p:spTree>
    <p:extLst>
      <p:ext uri="{BB962C8B-B14F-4D97-AF65-F5344CB8AC3E}">
        <p14:creationId xmlns:p14="http://schemas.microsoft.com/office/powerpoint/2010/main" val="10091257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B18B5-231A-256F-5324-8DB103467E59}"/>
              </a:ext>
            </a:extLst>
          </p:cNvPr>
          <p:cNvSpPr>
            <a:spLocks noGrp="1"/>
          </p:cNvSpPr>
          <p:nvPr>
            <p:ph type="title"/>
          </p:nvPr>
        </p:nvSpPr>
        <p:spPr/>
        <p:txBody>
          <a:bodyPr/>
          <a:lstStyle/>
          <a:p>
            <a:r>
              <a:rPr lang="en-GB" b="1" dirty="0"/>
              <a:t>Practical Example</a:t>
            </a:r>
            <a:endParaRPr lang="en-GB" dirty="0"/>
          </a:p>
        </p:txBody>
      </p:sp>
      <p:sp>
        <p:nvSpPr>
          <p:cNvPr id="3" name="Content Placeholder 2">
            <a:extLst>
              <a:ext uri="{FF2B5EF4-FFF2-40B4-BE49-F238E27FC236}">
                <a16:creationId xmlns:a16="http://schemas.microsoft.com/office/drawing/2014/main" id="{025537B4-F964-92D8-409E-D624F7DD0DFC}"/>
              </a:ext>
            </a:extLst>
          </p:cNvPr>
          <p:cNvSpPr>
            <a:spLocks noGrp="1"/>
          </p:cNvSpPr>
          <p:nvPr>
            <p:ph idx="1"/>
          </p:nvPr>
        </p:nvSpPr>
        <p:spPr/>
        <p:txBody>
          <a:bodyPr>
            <a:normAutofit/>
          </a:bodyPr>
          <a:lstStyle/>
          <a:p>
            <a:pPr marL="0" indent="0">
              <a:buNone/>
            </a:pPr>
            <a:r>
              <a:rPr lang="en-GB" sz="2200" b="1" dirty="0">
                <a:solidFill>
                  <a:srgbClr val="FF0000"/>
                </a:solidFill>
              </a:rPr>
              <a:t>Flawed paragraph with: </a:t>
            </a:r>
            <a:r>
              <a:rPr lang="en-GB" sz="1900" b="1" dirty="0">
                <a:solidFill>
                  <a:srgbClr val="FF0000"/>
                </a:solidFill>
              </a:rPr>
              <a:t>Incorrect data, Ambiguity, Bias</a:t>
            </a:r>
          </a:p>
          <a:p>
            <a:pPr marL="0" indent="0">
              <a:buNone/>
            </a:pPr>
            <a:r>
              <a:rPr lang="en-US" dirty="0"/>
              <a:t>The Lagos State University yesterday announce that they have introduce a new policy to improve students academic performance but many of the student complains that the policy is not clear and the management have not properly communicated it to them, some lecturers was also confuse about how to implement the changes which has lead to misunderstanding across different department in the school and this situation is affecting the smooth running of academic activities in the institution.</a:t>
            </a:r>
          </a:p>
          <a:p>
            <a:pPr lvl="1"/>
            <a:endParaRPr lang="en-GB" dirty="0"/>
          </a:p>
        </p:txBody>
      </p:sp>
      <p:sp>
        <p:nvSpPr>
          <p:cNvPr id="4" name="Content Placeholder 3">
            <a:extLst>
              <a:ext uri="{FF2B5EF4-FFF2-40B4-BE49-F238E27FC236}">
                <a16:creationId xmlns:a16="http://schemas.microsoft.com/office/drawing/2014/main" id="{24769967-23BB-ABA9-A25E-A1186253F43E}"/>
              </a:ext>
            </a:extLst>
          </p:cNvPr>
          <p:cNvSpPr>
            <a:spLocks noGrp="1"/>
          </p:cNvSpPr>
          <p:nvPr>
            <p:ph idx="13"/>
          </p:nvPr>
        </p:nvSpPr>
        <p:spPr/>
        <p:txBody>
          <a:bodyPr/>
          <a:lstStyle/>
          <a:p>
            <a:r>
              <a:rPr lang="en-GB" b="1" dirty="0"/>
              <a:t>Edit for Accuracy and Clarity</a:t>
            </a:r>
          </a:p>
        </p:txBody>
      </p:sp>
    </p:spTree>
    <p:extLst>
      <p:ext uri="{BB962C8B-B14F-4D97-AF65-F5344CB8AC3E}">
        <p14:creationId xmlns:p14="http://schemas.microsoft.com/office/powerpoint/2010/main" val="31799405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A860E-52B0-08F6-4A71-16AE62D7793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CAF821-2DCC-1F1E-B48F-F2CD2A7F2C55}"/>
              </a:ext>
            </a:extLst>
          </p:cNvPr>
          <p:cNvSpPr>
            <a:spLocks noGrp="1"/>
          </p:cNvSpPr>
          <p:nvPr>
            <p:ph idx="13"/>
          </p:nvPr>
        </p:nvSpPr>
        <p:spPr/>
        <p:txBody>
          <a:bodyPr anchor="ctr">
            <a:normAutofit/>
          </a:bodyPr>
          <a:lstStyle/>
          <a:p>
            <a:r>
              <a:rPr lang="en-GB" dirty="0"/>
              <a:t>What is the first priority in advanced editing?</a:t>
            </a:r>
            <a:endParaRPr lang="en-US" dirty="0"/>
          </a:p>
        </p:txBody>
      </p:sp>
      <p:sp>
        <p:nvSpPr>
          <p:cNvPr id="4" name="Content Placeholder 3">
            <a:extLst>
              <a:ext uri="{FF2B5EF4-FFF2-40B4-BE49-F238E27FC236}">
                <a16:creationId xmlns:a16="http://schemas.microsoft.com/office/drawing/2014/main" id="{0D303370-1B8B-9B4D-497A-B4C6748E6397}"/>
              </a:ext>
            </a:extLst>
          </p:cNvPr>
          <p:cNvSpPr>
            <a:spLocks noGrp="1"/>
          </p:cNvSpPr>
          <p:nvPr>
            <p:ph idx="15"/>
          </p:nvPr>
        </p:nvSpPr>
        <p:spPr>
          <a:xfrm>
            <a:off x="1832614" y="4329134"/>
            <a:ext cx="9563323" cy="569925"/>
          </a:xfrm>
        </p:spPr>
        <p:txBody>
          <a:bodyPr anchor="ctr">
            <a:normAutofit/>
          </a:bodyPr>
          <a:lstStyle/>
          <a:p>
            <a:r>
              <a:rPr lang="en-US" dirty="0"/>
              <a:t>Accuracy</a:t>
            </a:r>
            <a:endParaRPr lang="en-US" dirty="0">
              <a:latin typeface="Manrope"/>
              <a:ea typeface="Manrope"/>
              <a:cs typeface="Manrope"/>
              <a:sym typeface="Manrope"/>
            </a:endParaRPr>
          </a:p>
        </p:txBody>
      </p:sp>
      <p:sp>
        <p:nvSpPr>
          <p:cNvPr id="6" name="Content Placeholder 5">
            <a:extLst>
              <a:ext uri="{FF2B5EF4-FFF2-40B4-BE49-F238E27FC236}">
                <a16:creationId xmlns:a16="http://schemas.microsoft.com/office/drawing/2014/main" id="{4BB5948B-0944-B13E-7E34-71BC8FC96822}"/>
              </a:ext>
            </a:extLst>
          </p:cNvPr>
          <p:cNvSpPr>
            <a:spLocks noGrp="1"/>
          </p:cNvSpPr>
          <p:nvPr>
            <p:ph idx="17"/>
          </p:nvPr>
        </p:nvSpPr>
        <p:spPr/>
        <p:txBody>
          <a:bodyPr anchor="ctr">
            <a:normAutofit/>
          </a:bodyPr>
          <a:lstStyle/>
          <a:p>
            <a:r>
              <a:rPr lang="en-US" dirty="0"/>
              <a:t>Design</a:t>
            </a:r>
            <a:endParaRPr lang="en-US" dirty="0">
              <a:latin typeface="Manrope"/>
              <a:ea typeface="Manrope"/>
              <a:cs typeface="Manrope"/>
              <a:sym typeface="Manrope"/>
            </a:endParaRPr>
          </a:p>
        </p:txBody>
      </p:sp>
      <p:sp>
        <p:nvSpPr>
          <p:cNvPr id="7" name="Content Placeholder 3">
            <a:extLst>
              <a:ext uri="{FF2B5EF4-FFF2-40B4-BE49-F238E27FC236}">
                <a16:creationId xmlns:a16="http://schemas.microsoft.com/office/drawing/2014/main" id="{B07EFC49-FC06-372A-29CA-D2C2B58535E4}"/>
              </a:ext>
            </a:extLst>
          </p:cNvPr>
          <p:cNvSpPr txBox="1">
            <a:spLocks/>
          </p:cNvSpPr>
          <p:nvPr/>
        </p:nvSpPr>
        <p:spPr>
          <a:xfrm>
            <a:off x="1832614" y="2293346"/>
            <a:ext cx="9563323" cy="569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Manrope"/>
              <a:ea typeface="Manrope"/>
              <a:cs typeface="Manrope"/>
              <a:sym typeface="Manrope"/>
            </a:endParaRPr>
          </a:p>
        </p:txBody>
      </p:sp>
      <p:sp>
        <p:nvSpPr>
          <p:cNvPr id="9" name="Content Placeholder 8">
            <a:extLst>
              <a:ext uri="{FF2B5EF4-FFF2-40B4-BE49-F238E27FC236}">
                <a16:creationId xmlns:a16="http://schemas.microsoft.com/office/drawing/2014/main" id="{9469EBE2-0CC1-85B3-8D1F-1C7FC3C5DDC4}"/>
              </a:ext>
            </a:extLst>
          </p:cNvPr>
          <p:cNvSpPr>
            <a:spLocks noGrp="1"/>
          </p:cNvSpPr>
          <p:nvPr>
            <p:ph idx="14"/>
          </p:nvPr>
        </p:nvSpPr>
        <p:spPr/>
        <p:txBody>
          <a:bodyPr anchor="ctr">
            <a:normAutofit/>
          </a:bodyPr>
          <a:lstStyle/>
          <a:p>
            <a:r>
              <a:rPr lang="en-GB" dirty="0"/>
              <a:t>Style</a:t>
            </a:r>
            <a:endParaRPr lang="en-US" dirty="0">
              <a:latin typeface="Manrope"/>
              <a:ea typeface="Manrope"/>
              <a:cs typeface="Manrope"/>
              <a:sym typeface="Manrope"/>
            </a:endParaRPr>
          </a:p>
        </p:txBody>
      </p:sp>
      <p:sp>
        <p:nvSpPr>
          <p:cNvPr id="11" name="Content Placeholder 3">
            <a:extLst>
              <a:ext uri="{FF2B5EF4-FFF2-40B4-BE49-F238E27FC236}">
                <a16:creationId xmlns:a16="http://schemas.microsoft.com/office/drawing/2014/main" id="{32DEC5A5-FE2B-9718-A847-E71869BBC196}"/>
              </a:ext>
            </a:extLst>
          </p:cNvPr>
          <p:cNvSpPr txBox="1">
            <a:spLocks/>
          </p:cNvSpPr>
          <p:nvPr/>
        </p:nvSpPr>
        <p:spPr>
          <a:xfrm>
            <a:off x="1832614" y="3619004"/>
            <a:ext cx="9563323" cy="569925"/>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Speed</a:t>
            </a:r>
            <a:endParaRPr lang="en-US" dirty="0">
              <a:latin typeface="Manrope"/>
              <a:ea typeface="Manrope"/>
              <a:cs typeface="Manrope"/>
              <a:sym typeface="Manrope"/>
            </a:endParaRPr>
          </a:p>
        </p:txBody>
      </p:sp>
      <p:sp>
        <p:nvSpPr>
          <p:cNvPr id="5" name="TextBox 4">
            <a:extLst>
              <a:ext uri="{FF2B5EF4-FFF2-40B4-BE49-F238E27FC236}">
                <a16:creationId xmlns:a16="http://schemas.microsoft.com/office/drawing/2014/main" id="{6CAEF1EF-50E7-1718-067F-B74955C5D527}"/>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39292023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8C8C4-C838-EDC6-89C9-9F825498196D}"/>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B2DB182B-D33D-1326-EB90-5F531C79C481}"/>
              </a:ext>
            </a:extLst>
          </p:cNvPr>
          <p:cNvGrpSpPr/>
          <p:nvPr/>
        </p:nvGrpSpPr>
        <p:grpSpPr>
          <a:xfrm>
            <a:off x="838200" y="4329134"/>
            <a:ext cx="10653551" cy="648400"/>
            <a:chOff x="853505" y="4313522"/>
            <a:chExt cx="10653551" cy="648400"/>
          </a:xfrm>
        </p:grpSpPr>
        <p:sp>
          <p:nvSpPr>
            <p:cNvPr id="12" name="Google Shape;179;g37f520df3dc_0_413">
              <a:extLst>
                <a:ext uri="{FF2B5EF4-FFF2-40B4-BE49-F238E27FC236}">
                  <a16:creationId xmlns:a16="http://schemas.microsoft.com/office/drawing/2014/main" id="{35C48FC7-7075-7D93-0E46-7AFEA9ABCDCD}"/>
                </a:ext>
              </a:extLst>
            </p:cNvPr>
            <p:cNvSpPr/>
            <p:nvPr/>
          </p:nvSpPr>
          <p:spPr>
            <a:xfrm>
              <a:off x="853505" y="4358314"/>
              <a:ext cx="646683" cy="568340"/>
            </a:xfrm>
            <a:prstGeom prst="rect">
              <a:avLst/>
            </a:prstGeom>
            <a:noFill/>
            <a:ln>
              <a:solidFill>
                <a:srgbClr val="00B05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121900" tIns="121900" rIns="121900" bIns="121900" anchor="ctr" anchorCtr="0">
              <a:noAutofit/>
            </a:bodyPr>
            <a:lstStyle/>
            <a:p>
              <a:pPr algn="ctr"/>
              <a:endParaRPr sz="2400" b="1" dirty="0">
                <a:solidFill>
                  <a:schemeClr val="lt1"/>
                </a:solidFill>
                <a:latin typeface="Afacad Flux"/>
                <a:ea typeface="Afacad Flux"/>
                <a:cs typeface="Afacad Flux"/>
                <a:sym typeface="Afacad Flux"/>
              </a:endParaRPr>
            </a:p>
          </p:txBody>
        </p:sp>
        <p:grpSp>
          <p:nvGrpSpPr>
            <p:cNvPr id="13" name="Group 12">
              <a:extLst>
                <a:ext uri="{FF2B5EF4-FFF2-40B4-BE49-F238E27FC236}">
                  <a16:creationId xmlns:a16="http://schemas.microsoft.com/office/drawing/2014/main" id="{AED64CDC-0BF3-42D0-2D6C-4A6A62E5FA87}"/>
                </a:ext>
              </a:extLst>
            </p:cNvPr>
            <p:cNvGrpSpPr/>
            <p:nvPr/>
          </p:nvGrpSpPr>
          <p:grpSpPr>
            <a:xfrm>
              <a:off x="1561672" y="4313522"/>
              <a:ext cx="9945384" cy="648400"/>
              <a:chOff x="1510301" y="4313522"/>
              <a:chExt cx="7205215" cy="648400"/>
            </a:xfrm>
          </p:grpSpPr>
          <p:sp>
            <p:nvSpPr>
              <p:cNvPr id="14" name="Google Shape;171;g37f520df3dc_0_413">
                <a:extLst>
                  <a:ext uri="{FF2B5EF4-FFF2-40B4-BE49-F238E27FC236}">
                    <a16:creationId xmlns:a16="http://schemas.microsoft.com/office/drawing/2014/main" id="{EC52EFAB-DA04-0B7C-2E52-50E74E6202DD}"/>
                  </a:ext>
                </a:extLst>
              </p:cNvPr>
              <p:cNvSpPr/>
              <p:nvPr/>
            </p:nvSpPr>
            <p:spPr>
              <a:xfrm>
                <a:off x="1511515" y="4313522"/>
                <a:ext cx="7204001" cy="648400"/>
              </a:xfrm>
              <a:prstGeom prst="rect">
                <a:avLst/>
              </a:prstGeom>
              <a:solidFill>
                <a:srgbClr val="92D050"/>
              </a:solidFill>
              <a:ln>
                <a:noFill/>
              </a:ln>
            </p:spPr>
            <p:txBody>
              <a:bodyPr spcFirstLastPara="1" wrap="square" lIns="121900" tIns="121900" rIns="121900" bIns="121900" anchor="ctr" anchorCtr="0">
                <a:noAutofit/>
              </a:bodyPr>
              <a:lstStyle/>
              <a:p>
                <a:endParaRPr sz="2000" b="1" dirty="0">
                  <a:solidFill>
                    <a:srgbClr val="0A3150"/>
                  </a:solidFill>
                  <a:latin typeface="Afacad Flux"/>
                  <a:ea typeface="Afacad Flux"/>
                  <a:cs typeface="Afacad Flux"/>
                  <a:sym typeface="Afacad Flux"/>
                </a:endParaRPr>
              </a:p>
            </p:txBody>
          </p:sp>
          <p:sp>
            <p:nvSpPr>
              <p:cNvPr id="15" name="Google Shape;179;g37f520df3dc_0_413">
                <a:extLst>
                  <a:ext uri="{FF2B5EF4-FFF2-40B4-BE49-F238E27FC236}">
                    <a16:creationId xmlns:a16="http://schemas.microsoft.com/office/drawing/2014/main" id="{5344B724-572E-562C-0D5E-AA6BD6B1D04B}"/>
                  </a:ext>
                </a:extLst>
              </p:cNvPr>
              <p:cNvSpPr/>
              <p:nvPr/>
            </p:nvSpPr>
            <p:spPr>
              <a:xfrm>
                <a:off x="1510301" y="4313522"/>
                <a:ext cx="93681" cy="648400"/>
              </a:xfrm>
              <a:prstGeom prst="rect">
                <a:avLst/>
              </a:prstGeom>
              <a:solidFill>
                <a:srgbClr val="00B050"/>
              </a:solidFill>
              <a:ln>
                <a:noFill/>
              </a:ln>
            </p:spPr>
            <p:txBody>
              <a:bodyPr spcFirstLastPara="1" wrap="square" lIns="121900" tIns="121900" rIns="121900" bIns="121900" anchor="ctr" anchorCtr="0">
                <a:noAutofit/>
              </a:bodyPr>
              <a:lstStyle/>
              <a:p>
                <a:pPr algn="ctr"/>
                <a:endParaRPr sz="2400" b="1" dirty="0">
                  <a:solidFill>
                    <a:schemeClr val="lt1"/>
                  </a:solidFill>
                  <a:latin typeface="Afacad Flux"/>
                  <a:ea typeface="Afacad Flux"/>
                  <a:cs typeface="Afacad Flux"/>
                  <a:sym typeface="Afacad Flux"/>
                </a:endParaRPr>
              </a:p>
            </p:txBody>
          </p:sp>
        </p:grpSp>
      </p:grpSp>
      <p:sp>
        <p:nvSpPr>
          <p:cNvPr id="2" name="Content Placeholder 1">
            <a:extLst>
              <a:ext uri="{FF2B5EF4-FFF2-40B4-BE49-F238E27FC236}">
                <a16:creationId xmlns:a16="http://schemas.microsoft.com/office/drawing/2014/main" id="{BA68AAE3-090A-D348-6D3D-E7FF8188F41C}"/>
              </a:ext>
            </a:extLst>
          </p:cNvPr>
          <p:cNvSpPr>
            <a:spLocks noGrp="1"/>
          </p:cNvSpPr>
          <p:nvPr>
            <p:ph idx="13"/>
          </p:nvPr>
        </p:nvSpPr>
        <p:spPr/>
        <p:txBody>
          <a:bodyPr anchor="ctr">
            <a:normAutofit/>
          </a:bodyPr>
          <a:lstStyle/>
          <a:p>
            <a:r>
              <a:rPr lang="en-GB" dirty="0"/>
              <a:t>What is the first priority in advanced editing?</a:t>
            </a:r>
            <a:endParaRPr lang="en-US" dirty="0"/>
          </a:p>
        </p:txBody>
      </p:sp>
      <p:sp>
        <p:nvSpPr>
          <p:cNvPr id="4" name="Content Placeholder 3">
            <a:extLst>
              <a:ext uri="{FF2B5EF4-FFF2-40B4-BE49-F238E27FC236}">
                <a16:creationId xmlns:a16="http://schemas.microsoft.com/office/drawing/2014/main" id="{637B9DEF-8E83-ECCA-CBA2-FC5AA797CFC4}"/>
              </a:ext>
            </a:extLst>
          </p:cNvPr>
          <p:cNvSpPr>
            <a:spLocks noGrp="1"/>
          </p:cNvSpPr>
          <p:nvPr>
            <p:ph idx="15"/>
          </p:nvPr>
        </p:nvSpPr>
        <p:spPr>
          <a:xfrm>
            <a:off x="1832614" y="4329134"/>
            <a:ext cx="9563323" cy="569925"/>
          </a:xfrm>
        </p:spPr>
        <p:txBody>
          <a:bodyPr anchor="ctr">
            <a:normAutofit/>
          </a:bodyPr>
          <a:lstStyle/>
          <a:p>
            <a:r>
              <a:rPr lang="en-US" dirty="0"/>
              <a:t>Accuracy</a:t>
            </a:r>
            <a:endParaRPr lang="en-US" dirty="0">
              <a:latin typeface="Manrope"/>
              <a:ea typeface="Manrope"/>
              <a:cs typeface="Manrope"/>
              <a:sym typeface="Manrope"/>
            </a:endParaRPr>
          </a:p>
        </p:txBody>
      </p:sp>
      <p:sp>
        <p:nvSpPr>
          <p:cNvPr id="6" name="Content Placeholder 5">
            <a:extLst>
              <a:ext uri="{FF2B5EF4-FFF2-40B4-BE49-F238E27FC236}">
                <a16:creationId xmlns:a16="http://schemas.microsoft.com/office/drawing/2014/main" id="{8D9524FA-09A7-BE8D-D528-23E14B59E257}"/>
              </a:ext>
            </a:extLst>
          </p:cNvPr>
          <p:cNvSpPr>
            <a:spLocks noGrp="1"/>
          </p:cNvSpPr>
          <p:nvPr>
            <p:ph idx="17"/>
          </p:nvPr>
        </p:nvSpPr>
        <p:spPr/>
        <p:txBody>
          <a:bodyPr anchor="ctr">
            <a:normAutofit/>
          </a:bodyPr>
          <a:lstStyle/>
          <a:p>
            <a:r>
              <a:rPr lang="en-US" dirty="0"/>
              <a:t>Design</a:t>
            </a:r>
            <a:endParaRPr lang="en-US" dirty="0">
              <a:latin typeface="Manrope"/>
              <a:ea typeface="Manrope"/>
              <a:cs typeface="Manrope"/>
              <a:sym typeface="Manrope"/>
            </a:endParaRPr>
          </a:p>
        </p:txBody>
      </p:sp>
      <p:sp>
        <p:nvSpPr>
          <p:cNvPr id="7" name="Content Placeholder 3">
            <a:extLst>
              <a:ext uri="{FF2B5EF4-FFF2-40B4-BE49-F238E27FC236}">
                <a16:creationId xmlns:a16="http://schemas.microsoft.com/office/drawing/2014/main" id="{074B8D8F-F4A9-5C29-CD5E-64BD5BBB92F2}"/>
              </a:ext>
            </a:extLst>
          </p:cNvPr>
          <p:cNvSpPr txBox="1">
            <a:spLocks/>
          </p:cNvSpPr>
          <p:nvPr/>
        </p:nvSpPr>
        <p:spPr>
          <a:xfrm>
            <a:off x="1832614" y="2293346"/>
            <a:ext cx="9563323" cy="569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Manrope"/>
              <a:ea typeface="Manrope"/>
              <a:cs typeface="Manrope"/>
              <a:sym typeface="Manrope"/>
            </a:endParaRPr>
          </a:p>
        </p:txBody>
      </p:sp>
      <p:sp>
        <p:nvSpPr>
          <p:cNvPr id="9" name="Content Placeholder 8">
            <a:extLst>
              <a:ext uri="{FF2B5EF4-FFF2-40B4-BE49-F238E27FC236}">
                <a16:creationId xmlns:a16="http://schemas.microsoft.com/office/drawing/2014/main" id="{DFD914E5-1467-947A-5661-9B01C5221A46}"/>
              </a:ext>
            </a:extLst>
          </p:cNvPr>
          <p:cNvSpPr>
            <a:spLocks noGrp="1"/>
          </p:cNvSpPr>
          <p:nvPr>
            <p:ph idx="14"/>
          </p:nvPr>
        </p:nvSpPr>
        <p:spPr/>
        <p:txBody>
          <a:bodyPr anchor="ctr">
            <a:normAutofit/>
          </a:bodyPr>
          <a:lstStyle/>
          <a:p>
            <a:r>
              <a:rPr lang="en-GB" dirty="0"/>
              <a:t>Style</a:t>
            </a:r>
            <a:endParaRPr lang="en-US" dirty="0">
              <a:latin typeface="Manrope"/>
              <a:ea typeface="Manrope"/>
              <a:cs typeface="Manrope"/>
              <a:sym typeface="Manrope"/>
            </a:endParaRPr>
          </a:p>
        </p:txBody>
      </p:sp>
      <p:sp>
        <p:nvSpPr>
          <p:cNvPr id="11" name="Content Placeholder 3">
            <a:extLst>
              <a:ext uri="{FF2B5EF4-FFF2-40B4-BE49-F238E27FC236}">
                <a16:creationId xmlns:a16="http://schemas.microsoft.com/office/drawing/2014/main" id="{D1F0F3C1-28FE-D8B0-DCFB-5CBB751D7D17}"/>
              </a:ext>
            </a:extLst>
          </p:cNvPr>
          <p:cNvSpPr txBox="1">
            <a:spLocks/>
          </p:cNvSpPr>
          <p:nvPr/>
        </p:nvSpPr>
        <p:spPr>
          <a:xfrm>
            <a:off x="1832614" y="3619004"/>
            <a:ext cx="9563323" cy="569925"/>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Speed</a:t>
            </a:r>
            <a:endParaRPr lang="en-US" dirty="0">
              <a:latin typeface="Manrope"/>
              <a:ea typeface="Manrope"/>
              <a:cs typeface="Manrope"/>
              <a:sym typeface="Manrope"/>
            </a:endParaRPr>
          </a:p>
        </p:txBody>
      </p:sp>
      <p:sp>
        <p:nvSpPr>
          <p:cNvPr id="5" name="TextBox 4">
            <a:extLst>
              <a:ext uri="{FF2B5EF4-FFF2-40B4-BE49-F238E27FC236}">
                <a16:creationId xmlns:a16="http://schemas.microsoft.com/office/drawing/2014/main" id="{B97EE4AA-5730-C875-C2B3-3AD1CBBF70D5}"/>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0730463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3D164-1C5B-E891-FBC1-184BADFEF218}"/>
              </a:ext>
            </a:extLst>
          </p:cNvPr>
          <p:cNvSpPr>
            <a:spLocks noGrp="1"/>
          </p:cNvSpPr>
          <p:nvPr>
            <p:ph type="title"/>
          </p:nvPr>
        </p:nvSpPr>
        <p:spPr/>
        <p:txBody>
          <a:bodyPr/>
          <a:lstStyle/>
          <a:p>
            <a:r>
              <a:rPr lang="en-GB" b="1" dirty="0"/>
              <a:t>Class Activity</a:t>
            </a:r>
          </a:p>
        </p:txBody>
      </p:sp>
      <p:sp>
        <p:nvSpPr>
          <p:cNvPr id="3" name="Content Placeholder 2">
            <a:extLst>
              <a:ext uri="{FF2B5EF4-FFF2-40B4-BE49-F238E27FC236}">
                <a16:creationId xmlns:a16="http://schemas.microsoft.com/office/drawing/2014/main" id="{046979C5-DE65-0878-C1B1-5220CD1D1AD6}"/>
              </a:ext>
            </a:extLst>
          </p:cNvPr>
          <p:cNvSpPr>
            <a:spLocks noGrp="1"/>
          </p:cNvSpPr>
          <p:nvPr>
            <p:ph idx="1"/>
          </p:nvPr>
        </p:nvSpPr>
        <p:spPr/>
        <p:txBody>
          <a:bodyPr>
            <a:normAutofit/>
          </a:bodyPr>
          <a:lstStyle/>
          <a:p>
            <a:r>
              <a:rPr lang="en-US" dirty="0"/>
              <a:t>Provide a short article </a:t>
            </a:r>
          </a:p>
          <a:p>
            <a:r>
              <a:rPr lang="en-US" dirty="0"/>
              <a:t>Students identify: </a:t>
            </a:r>
          </a:p>
          <a:p>
            <a:pPr lvl="1"/>
            <a:r>
              <a:rPr lang="en-US" dirty="0"/>
              <a:t>Possible inaccuracies </a:t>
            </a:r>
          </a:p>
          <a:p>
            <a:pPr lvl="1"/>
            <a:r>
              <a:rPr lang="en-US" dirty="0"/>
              <a:t>Missing verification points</a:t>
            </a:r>
          </a:p>
        </p:txBody>
      </p:sp>
      <p:sp>
        <p:nvSpPr>
          <p:cNvPr id="4" name="Content Placeholder 3">
            <a:extLst>
              <a:ext uri="{FF2B5EF4-FFF2-40B4-BE49-F238E27FC236}">
                <a16:creationId xmlns:a16="http://schemas.microsoft.com/office/drawing/2014/main" id="{0ABA5325-D3B1-8EA2-7CD9-6926D57D87F7}"/>
              </a:ext>
            </a:extLst>
          </p:cNvPr>
          <p:cNvSpPr>
            <a:spLocks noGrp="1"/>
          </p:cNvSpPr>
          <p:nvPr>
            <p:ph idx="13"/>
          </p:nvPr>
        </p:nvSpPr>
        <p:spPr/>
        <p:txBody>
          <a:bodyPr/>
          <a:lstStyle/>
          <a:p>
            <a:r>
              <a:rPr lang="en-US" b="1" dirty="0"/>
              <a:t>Fact-Checking Exercise</a:t>
            </a:r>
          </a:p>
        </p:txBody>
      </p:sp>
    </p:spTree>
    <p:extLst>
      <p:ext uri="{BB962C8B-B14F-4D97-AF65-F5344CB8AC3E}">
        <p14:creationId xmlns:p14="http://schemas.microsoft.com/office/powerpoint/2010/main" val="22114658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DC8A0-0712-18CF-2BA7-4339B7D5F09C}"/>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9B6B19ED-B0EB-3103-E59B-F00C4C3028CF}"/>
              </a:ext>
            </a:extLst>
          </p:cNvPr>
          <p:cNvSpPr>
            <a:spLocks noGrp="1"/>
          </p:cNvSpPr>
          <p:nvPr>
            <p:ph idx="1"/>
          </p:nvPr>
        </p:nvSpPr>
        <p:spPr/>
        <p:txBody>
          <a:bodyPr>
            <a:normAutofit fontScale="85000" lnSpcReduction="10000"/>
          </a:bodyPr>
          <a:lstStyle/>
          <a:p>
            <a:pPr marL="0" indent="0">
              <a:buNone/>
            </a:pPr>
            <a:r>
              <a:rPr lang="en-US" dirty="0"/>
              <a:t>The Lagos State University (LASU) recently ranked as the number one university in Africa according to a global education report released last week. The Vice-Chancellor stated that the university has received over ₦200 billion in funding from the federal government to improve infrastructure and research output.</a:t>
            </a:r>
          </a:p>
          <a:p>
            <a:pPr marL="0" indent="0">
              <a:buNone/>
            </a:pPr>
            <a:r>
              <a:rPr lang="en-US" dirty="0"/>
              <a:t>Students have also confirmed that all faculties in the institution are now fully equipped with digital learning facilities, making LASU the most technologically advanced university in Nigeria. According to reports, over 95% of graduates from the university secure employment within three months of graduation.</a:t>
            </a:r>
          </a:p>
          <a:p>
            <a:pPr marL="0" indent="0">
              <a:buNone/>
            </a:pPr>
            <a:r>
              <a:rPr lang="en-US" dirty="0"/>
              <a:t>In addition, the university management announced that international students from over 50 countries are currently enrolled, further strengthening its global reputation.</a:t>
            </a:r>
          </a:p>
          <a:p>
            <a:endParaRPr lang="en-GB" dirty="0"/>
          </a:p>
        </p:txBody>
      </p:sp>
      <p:sp>
        <p:nvSpPr>
          <p:cNvPr id="4" name="Content Placeholder 3">
            <a:extLst>
              <a:ext uri="{FF2B5EF4-FFF2-40B4-BE49-F238E27FC236}">
                <a16:creationId xmlns:a16="http://schemas.microsoft.com/office/drawing/2014/main" id="{DC2BA051-A0BA-29AC-571B-FD9DD5D21599}"/>
              </a:ext>
            </a:extLst>
          </p:cNvPr>
          <p:cNvSpPr>
            <a:spLocks noGrp="1"/>
          </p:cNvSpPr>
          <p:nvPr>
            <p:ph idx="13"/>
          </p:nvPr>
        </p:nvSpPr>
        <p:spPr/>
        <p:txBody>
          <a:bodyPr/>
          <a:lstStyle/>
          <a:p>
            <a:r>
              <a:rPr lang="en-US" b="1" dirty="0"/>
              <a:t>Short Article (Intentionally Flawed)</a:t>
            </a:r>
          </a:p>
        </p:txBody>
      </p:sp>
    </p:spTree>
    <p:extLst>
      <p:ext uri="{BB962C8B-B14F-4D97-AF65-F5344CB8AC3E}">
        <p14:creationId xmlns:p14="http://schemas.microsoft.com/office/powerpoint/2010/main" val="21952372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35D61-7040-9FE4-1498-5ED1814FDFD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A55FDF-3C29-53EA-C654-2E5385770EC3}"/>
              </a:ext>
            </a:extLst>
          </p:cNvPr>
          <p:cNvSpPr>
            <a:spLocks noGrp="1"/>
          </p:cNvSpPr>
          <p:nvPr>
            <p:ph idx="13"/>
          </p:nvPr>
        </p:nvSpPr>
        <p:spPr/>
        <p:txBody>
          <a:bodyPr anchor="ctr">
            <a:normAutofit lnSpcReduction="10000"/>
          </a:bodyPr>
          <a:lstStyle/>
          <a:p>
            <a:r>
              <a:rPr lang="en-US" dirty="0"/>
              <a:t>Which of the following is a strong indicator that a statement may be unreliable?</a:t>
            </a:r>
          </a:p>
        </p:txBody>
      </p:sp>
      <p:sp>
        <p:nvSpPr>
          <p:cNvPr id="4" name="Content Placeholder 3">
            <a:extLst>
              <a:ext uri="{FF2B5EF4-FFF2-40B4-BE49-F238E27FC236}">
                <a16:creationId xmlns:a16="http://schemas.microsoft.com/office/drawing/2014/main" id="{5201BED2-F461-7108-252C-2A5815577BAF}"/>
              </a:ext>
            </a:extLst>
          </p:cNvPr>
          <p:cNvSpPr>
            <a:spLocks noGrp="1"/>
          </p:cNvSpPr>
          <p:nvPr>
            <p:ph idx="15"/>
          </p:nvPr>
        </p:nvSpPr>
        <p:spPr>
          <a:xfrm>
            <a:off x="1832614" y="4329134"/>
            <a:ext cx="9563323" cy="569925"/>
          </a:xfrm>
        </p:spPr>
        <p:txBody>
          <a:bodyPr anchor="ctr">
            <a:normAutofit/>
          </a:bodyPr>
          <a:lstStyle/>
          <a:p>
            <a:r>
              <a:rPr lang="en-US" dirty="0"/>
              <a:t>It uses vague phrases like “according to reports”</a:t>
            </a:r>
            <a:endParaRPr lang="en-US" dirty="0">
              <a:latin typeface="Manrope"/>
              <a:ea typeface="Manrope"/>
              <a:cs typeface="Manrope"/>
              <a:sym typeface="Manrope"/>
            </a:endParaRPr>
          </a:p>
        </p:txBody>
      </p:sp>
      <p:sp>
        <p:nvSpPr>
          <p:cNvPr id="6" name="Content Placeholder 5">
            <a:extLst>
              <a:ext uri="{FF2B5EF4-FFF2-40B4-BE49-F238E27FC236}">
                <a16:creationId xmlns:a16="http://schemas.microsoft.com/office/drawing/2014/main" id="{1729DA63-CF62-B7FD-C396-226D0EC72503}"/>
              </a:ext>
            </a:extLst>
          </p:cNvPr>
          <p:cNvSpPr>
            <a:spLocks noGrp="1"/>
          </p:cNvSpPr>
          <p:nvPr>
            <p:ph idx="17"/>
          </p:nvPr>
        </p:nvSpPr>
        <p:spPr/>
        <p:txBody>
          <a:bodyPr anchor="ctr">
            <a:normAutofit/>
          </a:bodyPr>
          <a:lstStyle/>
          <a:p>
            <a:r>
              <a:rPr lang="en-US" dirty="0"/>
              <a:t>It includes names of institutions</a:t>
            </a:r>
            <a:endParaRPr lang="en-US" dirty="0">
              <a:latin typeface="Manrope"/>
              <a:ea typeface="Manrope"/>
              <a:cs typeface="Manrope"/>
              <a:sym typeface="Manrope"/>
            </a:endParaRPr>
          </a:p>
        </p:txBody>
      </p:sp>
      <p:sp>
        <p:nvSpPr>
          <p:cNvPr id="7" name="Content Placeholder 3">
            <a:extLst>
              <a:ext uri="{FF2B5EF4-FFF2-40B4-BE49-F238E27FC236}">
                <a16:creationId xmlns:a16="http://schemas.microsoft.com/office/drawing/2014/main" id="{4BBC8464-6E57-336F-6C24-5752411278D6}"/>
              </a:ext>
            </a:extLst>
          </p:cNvPr>
          <p:cNvSpPr txBox="1">
            <a:spLocks/>
          </p:cNvSpPr>
          <p:nvPr/>
        </p:nvSpPr>
        <p:spPr>
          <a:xfrm>
            <a:off x="1832614" y="2293346"/>
            <a:ext cx="9563323" cy="569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Manrope"/>
              <a:ea typeface="Manrope"/>
              <a:cs typeface="Manrope"/>
              <a:sym typeface="Manrope"/>
            </a:endParaRPr>
          </a:p>
        </p:txBody>
      </p:sp>
      <p:sp>
        <p:nvSpPr>
          <p:cNvPr id="9" name="Content Placeholder 8">
            <a:extLst>
              <a:ext uri="{FF2B5EF4-FFF2-40B4-BE49-F238E27FC236}">
                <a16:creationId xmlns:a16="http://schemas.microsoft.com/office/drawing/2014/main" id="{F5A1433E-9B93-E0E0-F2B2-12F7A8EC24E2}"/>
              </a:ext>
            </a:extLst>
          </p:cNvPr>
          <p:cNvSpPr>
            <a:spLocks noGrp="1"/>
          </p:cNvSpPr>
          <p:nvPr>
            <p:ph idx="14"/>
          </p:nvPr>
        </p:nvSpPr>
        <p:spPr/>
        <p:txBody>
          <a:bodyPr anchor="ctr">
            <a:normAutofit/>
          </a:bodyPr>
          <a:lstStyle/>
          <a:p>
            <a:r>
              <a:rPr lang="en-US" dirty="0"/>
              <a:t>It includes specific dates</a:t>
            </a:r>
            <a:endParaRPr lang="en-US" dirty="0">
              <a:latin typeface="Manrope"/>
              <a:ea typeface="Manrope"/>
              <a:cs typeface="Manrope"/>
              <a:sym typeface="Manrope"/>
            </a:endParaRPr>
          </a:p>
        </p:txBody>
      </p:sp>
      <p:sp>
        <p:nvSpPr>
          <p:cNvPr id="11" name="Content Placeholder 3">
            <a:extLst>
              <a:ext uri="{FF2B5EF4-FFF2-40B4-BE49-F238E27FC236}">
                <a16:creationId xmlns:a16="http://schemas.microsoft.com/office/drawing/2014/main" id="{0B80B572-B9E9-FDE1-5398-F02E73FF0691}"/>
              </a:ext>
            </a:extLst>
          </p:cNvPr>
          <p:cNvSpPr txBox="1">
            <a:spLocks/>
          </p:cNvSpPr>
          <p:nvPr/>
        </p:nvSpPr>
        <p:spPr>
          <a:xfrm>
            <a:off x="1832614" y="3619004"/>
            <a:ext cx="9563323" cy="569925"/>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It is supported by official sources</a:t>
            </a:r>
            <a:endParaRPr lang="en-US" dirty="0">
              <a:latin typeface="Manrope"/>
              <a:ea typeface="Manrope"/>
              <a:cs typeface="Manrope"/>
              <a:sym typeface="Manrope"/>
            </a:endParaRPr>
          </a:p>
        </p:txBody>
      </p:sp>
      <p:sp>
        <p:nvSpPr>
          <p:cNvPr id="5" name="TextBox 4">
            <a:extLst>
              <a:ext uri="{FF2B5EF4-FFF2-40B4-BE49-F238E27FC236}">
                <a16:creationId xmlns:a16="http://schemas.microsoft.com/office/drawing/2014/main" id="{C745CDE9-653F-4781-1D6C-5D48836077AD}"/>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33631300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E7C2E-57B9-3E8F-250F-A01C2A6BE906}"/>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E2CA467D-4FBE-8239-133A-8F9A093FCE2C}"/>
              </a:ext>
            </a:extLst>
          </p:cNvPr>
          <p:cNvGrpSpPr/>
          <p:nvPr/>
        </p:nvGrpSpPr>
        <p:grpSpPr>
          <a:xfrm>
            <a:off x="838200" y="4329134"/>
            <a:ext cx="10653551" cy="648400"/>
            <a:chOff x="853505" y="4313522"/>
            <a:chExt cx="10653551" cy="648400"/>
          </a:xfrm>
        </p:grpSpPr>
        <p:sp>
          <p:nvSpPr>
            <p:cNvPr id="12" name="Google Shape;179;g37f520df3dc_0_413">
              <a:extLst>
                <a:ext uri="{FF2B5EF4-FFF2-40B4-BE49-F238E27FC236}">
                  <a16:creationId xmlns:a16="http://schemas.microsoft.com/office/drawing/2014/main" id="{6C7C3AAB-C682-8AE7-F704-5147A97D2385}"/>
                </a:ext>
              </a:extLst>
            </p:cNvPr>
            <p:cNvSpPr/>
            <p:nvPr/>
          </p:nvSpPr>
          <p:spPr>
            <a:xfrm>
              <a:off x="853505" y="4358314"/>
              <a:ext cx="646683" cy="568340"/>
            </a:xfrm>
            <a:prstGeom prst="rect">
              <a:avLst/>
            </a:prstGeom>
            <a:noFill/>
            <a:ln>
              <a:solidFill>
                <a:srgbClr val="00B05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121900" tIns="121900" rIns="121900" bIns="121900" anchor="ctr" anchorCtr="0">
              <a:noAutofit/>
            </a:bodyPr>
            <a:lstStyle/>
            <a:p>
              <a:pPr algn="ctr"/>
              <a:endParaRPr sz="2400" b="1" dirty="0">
                <a:solidFill>
                  <a:schemeClr val="lt1"/>
                </a:solidFill>
                <a:latin typeface="Afacad Flux"/>
                <a:ea typeface="Afacad Flux"/>
                <a:cs typeface="Afacad Flux"/>
                <a:sym typeface="Afacad Flux"/>
              </a:endParaRPr>
            </a:p>
          </p:txBody>
        </p:sp>
        <p:grpSp>
          <p:nvGrpSpPr>
            <p:cNvPr id="13" name="Group 12">
              <a:extLst>
                <a:ext uri="{FF2B5EF4-FFF2-40B4-BE49-F238E27FC236}">
                  <a16:creationId xmlns:a16="http://schemas.microsoft.com/office/drawing/2014/main" id="{A69DE6BD-DD92-F523-71FA-9B6644779EBE}"/>
                </a:ext>
              </a:extLst>
            </p:cNvPr>
            <p:cNvGrpSpPr/>
            <p:nvPr/>
          </p:nvGrpSpPr>
          <p:grpSpPr>
            <a:xfrm>
              <a:off x="1561672" y="4313522"/>
              <a:ext cx="9945384" cy="648400"/>
              <a:chOff x="1510301" y="4313522"/>
              <a:chExt cx="7205215" cy="648400"/>
            </a:xfrm>
          </p:grpSpPr>
          <p:sp>
            <p:nvSpPr>
              <p:cNvPr id="14" name="Google Shape;171;g37f520df3dc_0_413">
                <a:extLst>
                  <a:ext uri="{FF2B5EF4-FFF2-40B4-BE49-F238E27FC236}">
                    <a16:creationId xmlns:a16="http://schemas.microsoft.com/office/drawing/2014/main" id="{3FD2F002-48AB-2D57-D69B-16D40FED3092}"/>
                  </a:ext>
                </a:extLst>
              </p:cNvPr>
              <p:cNvSpPr/>
              <p:nvPr/>
            </p:nvSpPr>
            <p:spPr>
              <a:xfrm>
                <a:off x="1511515" y="4313522"/>
                <a:ext cx="7204001" cy="648400"/>
              </a:xfrm>
              <a:prstGeom prst="rect">
                <a:avLst/>
              </a:prstGeom>
              <a:solidFill>
                <a:srgbClr val="92D050"/>
              </a:solidFill>
              <a:ln>
                <a:noFill/>
              </a:ln>
            </p:spPr>
            <p:txBody>
              <a:bodyPr spcFirstLastPara="1" wrap="square" lIns="121900" tIns="121900" rIns="121900" bIns="121900" anchor="ctr" anchorCtr="0">
                <a:noAutofit/>
              </a:bodyPr>
              <a:lstStyle/>
              <a:p>
                <a:endParaRPr sz="2000" b="1" dirty="0">
                  <a:solidFill>
                    <a:srgbClr val="0A3150"/>
                  </a:solidFill>
                  <a:latin typeface="Afacad Flux"/>
                  <a:ea typeface="Afacad Flux"/>
                  <a:cs typeface="Afacad Flux"/>
                  <a:sym typeface="Afacad Flux"/>
                </a:endParaRPr>
              </a:p>
            </p:txBody>
          </p:sp>
          <p:sp>
            <p:nvSpPr>
              <p:cNvPr id="15" name="Google Shape;179;g37f520df3dc_0_413">
                <a:extLst>
                  <a:ext uri="{FF2B5EF4-FFF2-40B4-BE49-F238E27FC236}">
                    <a16:creationId xmlns:a16="http://schemas.microsoft.com/office/drawing/2014/main" id="{51C26085-4092-603A-5593-34419A7AF2B4}"/>
                  </a:ext>
                </a:extLst>
              </p:cNvPr>
              <p:cNvSpPr/>
              <p:nvPr/>
            </p:nvSpPr>
            <p:spPr>
              <a:xfrm>
                <a:off x="1510301" y="4313522"/>
                <a:ext cx="93681" cy="648400"/>
              </a:xfrm>
              <a:prstGeom prst="rect">
                <a:avLst/>
              </a:prstGeom>
              <a:solidFill>
                <a:srgbClr val="00B050"/>
              </a:solidFill>
              <a:ln>
                <a:noFill/>
              </a:ln>
            </p:spPr>
            <p:txBody>
              <a:bodyPr spcFirstLastPara="1" wrap="square" lIns="121900" tIns="121900" rIns="121900" bIns="121900" anchor="ctr" anchorCtr="0">
                <a:noAutofit/>
              </a:bodyPr>
              <a:lstStyle/>
              <a:p>
                <a:pPr algn="ctr"/>
                <a:endParaRPr sz="2400" b="1" dirty="0">
                  <a:solidFill>
                    <a:schemeClr val="lt1"/>
                  </a:solidFill>
                  <a:latin typeface="Afacad Flux"/>
                  <a:ea typeface="Afacad Flux"/>
                  <a:cs typeface="Afacad Flux"/>
                  <a:sym typeface="Afacad Flux"/>
                </a:endParaRPr>
              </a:p>
            </p:txBody>
          </p:sp>
        </p:grpSp>
      </p:grpSp>
      <p:sp>
        <p:nvSpPr>
          <p:cNvPr id="2" name="Content Placeholder 1">
            <a:extLst>
              <a:ext uri="{FF2B5EF4-FFF2-40B4-BE49-F238E27FC236}">
                <a16:creationId xmlns:a16="http://schemas.microsoft.com/office/drawing/2014/main" id="{903C5F1B-8D3B-85A8-DF7F-F6484C5F89D4}"/>
              </a:ext>
            </a:extLst>
          </p:cNvPr>
          <p:cNvSpPr>
            <a:spLocks noGrp="1"/>
          </p:cNvSpPr>
          <p:nvPr>
            <p:ph idx="13"/>
          </p:nvPr>
        </p:nvSpPr>
        <p:spPr/>
        <p:txBody>
          <a:bodyPr anchor="ctr">
            <a:normAutofit lnSpcReduction="10000"/>
          </a:bodyPr>
          <a:lstStyle/>
          <a:p>
            <a:r>
              <a:rPr lang="en-US" dirty="0"/>
              <a:t>Which of the following is a strong indicator that a statement may be unreliable?</a:t>
            </a:r>
          </a:p>
        </p:txBody>
      </p:sp>
      <p:sp>
        <p:nvSpPr>
          <p:cNvPr id="4" name="Content Placeholder 3">
            <a:extLst>
              <a:ext uri="{FF2B5EF4-FFF2-40B4-BE49-F238E27FC236}">
                <a16:creationId xmlns:a16="http://schemas.microsoft.com/office/drawing/2014/main" id="{8B294058-054A-D0D8-B6D0-B312CDC251F7}"/>
              </a:ext>
            </a:extLst>
          </p:cNvPr>
          <p:cNvSpPr>
            <a:spLocks noGrp="1"/>
          </p:cNvSpPr>
          <p:nvPr>
            <p:ph idx="15"/>
          </p:nvPr>
        </p:nvSpPr>
        <p:spPr>
          <a:xfrm>
            <a:off x="1832614" y="4329134"/>
            <a:ext cx="9563323" cy="569925"/>
          </a:xfrm>
        </p:spPr>
        <p:txBody>
          <a:bodyPr anchor="ctr">
            <a:normAutofit/>
          </a:bodyPr>
          <a:lstStyle/>
          <a:p>
            <a:r>
              <a:rPr lang="en-US" dirty="0"/>
              <a:t>It uses vague phrases like “according to reports”</a:t>
            </a:r>
            <a:endParaRPr lang="en-US" dirty="0">
              <a:latin typeface="Manrope"/>
              <a:ea typeface="Manrope"/>
              <a:cs typeface="Manrope"/>
              <a:sym typeface="Manrope"/>
            </a:endParaRPr>
          </a:p>
        </p:txBody>
      </p:sp>
      <p:sp>
        <p:nvSpPr>
          <p:cNvPr id="6" name="Content Placeholder 5">
            <a:extLst>
              <a:ext uri="{FF2B5EF4-FFF2-40B4-BE49-F238E27FC236}">
                <a16:creationId xmlns:a16="http://schemas.microsoft.com/office/drawing/2014/main" id="{3E873220-41CD-FC47-B651-221F85FAA522}"/>
              </a:ext>
            </a:extLst>
          </p:cNvPr>
          <p:cNvSpPr>
            <a:spLocks noGrp="1"/>
          </p:cNvSpPr>
          <p:nvPr>
            <p:ph idx="17"/>
          </p:nvPr>
        </p:nvSpPr>
        <p:spPr/>
        <p:txBody>
          <a:bodyPr anchor="ctr">
            <a:normAutofit/>
          </a:bodyPr>
          <a:lstStyle/>
          <a:p>
            <a:r>
              <a:rPr lang="en-US" dirty="0"/>
              <a:t>It includes names of institutions</a:t>
            </a:r>
            <a:endParaRPr lang="en-US" dirty="0">
              <a:latin typeface="Manrope"/>
              <a:ea typeface="Manrope"/>
              <a:cs typeface="Manrope"/>
              <a:sym typeface="Manrope"/>
            </a:endParaRPr>
          </a:p>
        </p:txBody>
      </p:sp>
      <p:sp>
        <p:nvSpPr>
          <p:cNvPr id="7" name="Content Placeholder 3">
            <a:extLst>
              <a:ext uri="{FF2B5EF4-FFF2-40B4-BE49-F238E27FC236}">
                <a16:creationId xmlns:a16="http://schemas.microsoft.com/office/drawing/2014/main" id="{A43875E8-B25B-FA38-53F9-FBBEE68A5F0F}"/>
              </a:ext>
            </a:extLst>
          </p:cNvPr>
          <p:cNvSpPr txBox="1">
            <a:spLocks/>
          </p:cNvSpPr>
          <p:nvPr/>
        </p:nvSpPr>
        <p:spPr>
          <a:xfrm>
            <a:off x="1832614" y="2293346"/>
            <a:ext cx="9563323" cy="569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Manrope"/>
              <a:ea typeface="Manrope"/>
              <a:cs typeface="Manrope"/>
              <a:sym typeface="Manrope"/>
            </a:endParaRPr>
          </a:p>
        </p:txBody>
      </p:sp>
      <p:sp>
        <p:nvSpPr>
          <p:cNvPr id="9" name="Content Placeholder 8">
            <a:extLst>
              <a:ext uri="{FF2B5EF4-FFF2-40B4-BE49-F238E27FC236}">
                <a16:creationId xmlns:a16="http://schemas.microsoft.com/office/drawing/2014/main" id="{FD11CA4A-17E5-7503-42A1-4737350EB430}"/>
              </a:ext>
            </a:extLst>
          </p:cNvPr>
          <p:cNvSpPr>
            <a:spLocks noGrp="1"/>
          </p:cNvSpPr>
          <p:nvPr>
            <p:ph idx="14"/>
          </p:nvPr>
        </p:nvSpPr>
        <p:spPr/>
        <p:txBody>
          <a:bodyPr anchor="ctr">
            <a:normAutofit/>
          </a:bodyPr>
          <a:lstStyle/>
          <a:p>
            <a:r>
              <a:rPr lang="en-US" dirty="0"/>
              <a:t>It includes specific dates</a:t>
            </a:r>
            <a:endParaRPr lang="en-US" dirty="0">
              <a:latin typeface="Manrope"/>
              <a:ea typeface="Manrope"/>
              <a:cs typeface="Manrope"/>
              <a:sym typeface="Manrope"/>
            </a:endParaRPr>
          </a:p>
        </p:txBody>
      </p:sp>
      <p:sp>
        <p:nvSpPr>
          <p:cNvPr id="11" name="Content Placeholder 3">
            <a:extLst>
              <a:ext uri="{FF2B5EF4-FFF2-40B4-BE49-F238E27FC236}">
                <a16:creationId xmlns:a16="http://schemas.microsoft.com/office/drawing/2014/main" id="{E3BF958F-4012-C3F6-5442-A9FF123E40C1}"/>
              </a:ext>
            </a:extLst>
          </p:cNvPr>
          <p:cNvSpPr txBox="1">
            <a:spLocks/>
          </p:cNvSpPr>
          <p:nvPr/>
        </p:nvSpPr>
        <p:spPr>
          <a:xfrm>
            <a:off x="1832614" y="3619004"/>
            <a:ext cx="9563323" cy="569925"/>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It is supported by official sources</a:t>
            </a:r>
            <a:endParaRPr lang="en-US" dirty="0">
              <a:latin typeface="Manrope"/>
              <a:ea typeface="Manrope"/>
              <a:cs typeface="Manrope"/>
              <a:sym typeface="Manrope"/>
            </a:endParaRPr>
          </a:p>
        </p:txBody>
      </p:sp>
      <p:sp>
        <p:nvSpPr>
          <p:cNvPr id="5" name="TextBox 4">
            <a:extLst>
              <a:ext uri="{FF2B5EF4-FFF2-40B4-BE49-F238E27FC236}">
                <a16:creationId xmlns:a16="http://schemas.microsoft.com/office/drawing/2014/main" id="{0F5A5D81-9F15-2153-71D4-E414913A2868}"/>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565620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BF3A9-B4AB-CF73-3911-DE772764B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78975E-17BC-79A9-0D4E-A44E39B92AE4}"/>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0E289776-F6D9-D2BC-C00B-C9BA4623F022}"/>
              </a:ext>
            </a:extLst>
          </p:cNvPr>
          <p:cNvSpPr>
            <a:spLocks noGrp="1"/>
          </p:cNvSpPr>
          <p:nvPr>
            <p:ph idx="1"/>
          </p:nvPr>
        </p:nvSpPr>
        <p:spPr/>
        <p:txBody>
          <a:bodyPr>
            <a:normAutofit fontScale="77500" lnSpcReduction="20000"/>
          </a:bodyPr>
          <a:lstStyle/>
          <a:p>
            <a:pPr marL="0" indent="0">
              <a:buNone/>
            </a:pPr>
            <a:r>
              <a:rPr lang="en-US" dirty="0"/>
              <a:t>The Lagos State University (LASU) </a:t>
            </a:r>
            <a:r>
              <a:rPr lang="en-US" b="1" dirty="0"/>
              <a:t>was reportedly ranked among leading universities in Africa</a:t>
            </a:r>
            <a:r>
              <a:rPr lang="en-US" dirty="0"/>
              <a:t> according to </a:t>
            </a:r>
            <a:r>
              <a:rPr lang="en-US" b="1" dirty="0"/>
              <a:t>an unspecified global education report</a:t>
            </a:r>
            <a:r>
              <a:rPr lang="en-US" dirty="0"/>
              <a:t> released last week. The Vice-Chancellor stated that the university has received </a:t>
            </a:r>
            <a:r>
              <a:rPr lang="en-US" b="1" dirty="0"/>
              <a:t>funding support</a:t>
            </a:r>
            <a:r>
              <a:rPr lang="en-US" dirty="0"/>
              <a:t> from the federal government to improve infrastructure and research output.</a:t>
            </a:r>
          </a:p>
          <a:p>
            <a:pPr marL="0" indent="0">
              <a:buNone/>
            </a:pPr>
            <a:r>
              <a:rPr lang="en-US" b="1" dirty="0"/>
              <a:t>Some students indicated</a:t>
            </a:r>
            <a:r>
              <a:rPr lang="en-US" dirty="0"/>
              <a:t> that </a:t>
            </a:r>
            <a:r>
              <a:rPr lang="en-US" b="1" dirty="0"/>
              <a:t>several faculties</a:t>
            </a:r>
            <a:r>
              <a:rPr lang="en-US" dirty="0"/>
              <a:t> in the institution are now equipped with digital learning facilities, </a:t>
            </a:r>
            <a:r>
              <a:rPr lang="en-US" b="1" dirty="0"/>
              <a:t>contributing to improvements in teaching and learning</a:t>
            </a:r>
            <a:r>
              <a:rPr lang="en-US" dirty="0"/>
              <a:t>. </a:t>
            </a:r>
            <a:r>
              <a:rPr lang="en-US" b="1" dirty="0"/>
              <a:t>However, no official data confirms that LASU is the most technologically advanced university in Nigeria</a:t>
            </a:r>
            <a:r>
              <a:rPr lang="en-US" dirty="0"/>
              <a:t>. According to </a:t>
            </a:r>
            <a:r>
              <a:rPr lang="en-US" b="1" dirty="0"/>
              <a:t>unverified reports</a:t>
            </a:r>
            <a:r>
              <a:rPr lang="en-US" dirty="0"/>
              <a:t>, </a:t>
            </a:r>
            <a:r>
              <a:rPr lang="en-US" b="1" dirty="0"/>
              <a:t>a proportion of graduates</a:t>
            </a:r>
            <a:r>
              <a:rPr lang="en-US" dirty="0"/>
              <a:t> from the university secure employment within </a:t>
            </a:r>
            <a:r>
              <a:rPr lang="en-US" b="1" dirty="0"/>
              <a:t>a few months</a:t>
            </a:r>
            <a:r>
              <a:rPr lang="en-US" dirty="0"/>
              <a:t> of graduation.</a:t>
            </a:r>
          </a:p>
          <a:p>
            <a:pPr marL="0" indent="0">
              <a:buNone/>
            </a:pPr>
            <a:r>
              <a:rPr lang="en-US" dirty="0"/>
              <a:t>In addition, the university management announced that international students from </a:t>
            </a:r>
            <a:r>
              <a:rPr lang="en-US" b="1" dirty="0"/>
              <a:t>multiple countries</a:t>
            </a:r>
            <a:r>
              <a:rPr lang="en-US" dirty="0"/>
              <a:t> are currently enrolled, </a:t>
            </a:r>
            <a:r>
              <a:rPr lang="en-US" b="1" dirty="0"/>
              <a:t>although the exact number of countries was not specified</a:t>
            </a:r>
            <a:r>
              <a:rPr lang="en-US" dirty="0"/>
              <a:t>, further strengthening its global reputation.</a:t>
            </a:r>
          </a:p>
        </p:txBody>
      </p:sp>
      <p:sp>
        <p:nvSpPr>
          <p:cNvPr id="4" name="Content Placeholder 3">
            <a:extLst>
              <a:ext uri="{FF2B5EF4-FFF2-40B4-BE49-F238E27FC236}">
                <a16:creationId xmlns:a16="http://schemas.microsoft.com/office/drawing/2014/main" id="{3E5F2A16-92C7-2DD1-A9DF-E880528B9F50}"/>
              </a:ext>
            </a:extLst>
          </p:cNvPr>
          <p:cNvSpPr>
            <a:spLocks noGrp="1"/>
          </p:cNvSpPr>
          <p:nvPr>
            <p:ph idx="13"/>
          </p:nvPr>
        </p:nvSpPr>
        <p:spPr/>
        <p:txBody>
          <a:bodyPr/>
          <a:lstStyle/>
          <a:p>
            <a:r>
              <a:rPr lang="en-US" b="1" dirty="0"/>
              <a:t>Corrected Copy (Edits Highlighted in Bold)</a:t>
            </a:r>
          </a:p>
        </p:txBody>
      </p:sp>
    </p:spTree>
    <p:extLst>
      <p:ext uri="{BB962C8B-B14F-4D97-AF65-F5344CB8AC3E}">
        <p14:creationId xmlns:p14="http://schemas.microsoft.com/office/powerpoint/2010/main" val="38523134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1D79B-09C6-AFDE-782A-9FAC0BCB8DB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847D07-A60D-376E-C583-8F9FE635AB3E}"/>
              </a:ext>
            </a:extLst>
          </p:cNvPr>
          <p:cNvSpPr>
            <a:spLocks noGrp="1"/>
          </p:cNvSpPr>
          <p:nvPr>
            <p:ph idx="13"/>
          </p:nvPr>
        </p:nvSpPr>
        <p:spPr/>
        <p:txBody>
          <a:bodyPr anchor="ctr">
            <a:normAutofit lnSpcReduction="10000"/>
          </a:bodyPr>
          <a:lstStyle/>
          <a:p>
            <a:r>
              <a:rPr lang="en-US" dirty="0"/>
              <a:t>What is the most appropriate editorial response to an unverified statistical claim?</a:t>
            </a:r>
          </a:p>
        </p:txBody>
      </p:sp>
      <p:sp>
        <p:nvSpPr>
          <p:cNvPr id="4" name="Content Placeholder 3">
            <a:extLst>
              <a:ext uri="{FF2B5EF4-FFF2-40B4-BE49-F238E27FC236}">
                <a16:creationId xmlns:a16="http://schemas.microsoft.com/office/drawing/2014/main" id="{096C08E5-0AFB-520B-22BB-26FFE0D1DA22}"/>
              </a:ext>
            </a:extLst>
          </p:cNvPr>
          <p:cNvSpPr>
            <a:spLocks noGrp="1"/>
          </p:cNvSpPr>
          <p:nvPr>
            <p:ph idx="15"/>
          </p:nvPr>
        </p:nvSpPr>
        <p:spPr>
          <a:xfrm>
            <a:off x="1832614" y="4329134"/>
            <a:ext cx="9563323" cy="569925"/>
          </a:xfrm>
        </p:spPr>
        <p:txBody>
          <a:bodyPr anchor="ctr">
            <a:normAutofit/>
          </a:bodyPr>
          <a:lstStyle/>
          <a:p>
            <a:r>
              <a:rPr lang="en-US" dirty="0"/>
              <a:t>Publish it with emphasis</a:t>
            </a:r>
            <a:endParaRPr lang="en-US" dirty="0">
              <a:latin typeface="Manrope"/>
              <a:ea typeface="Manrope"/>
              <a:cs typeface="Manrope"/>
              <a:sym typeface="Manrope"/>
            </a:endParaRPr>
          </a:p>
        </p:txBody>
      </p:sp>
      <p:sp>
        <p:nvSpPr>
          <p:cNvPr id="6" name="Content Placeholder 5">
            <a:extLst>
              <a:ext uri="{FF2B5EF4-FFF2-40B4-BE49-F238E27FC236}">
                <a16:creationId xmlns:a16="http://schemas.microsoft.com/office/drawing/2014/main" id="{52E25E74-E65A-5C98-99EC-3700941B6872}"/>
              </a:ext>
            </a:extLst>
          </p:cNvPr>
          <p:cNvSpPr>
            <a:spLocks noGrp="1"/>
          </p:cNvSpPr>
          <p:nvPr>
            <p:ph idx="17"/>
          </p:nvPr>
        </p:nvSpPr>
        <p:spPr/>
        <p:txBody>
          <a:bodyPr anchor="ctr">
            <a:normAutofit/>
          </a:bodyPr>
          <a:lstStyle/>
          <a:p>
            <a:r>
              <a:rPr lang="en-US" dirty="0"/>
              <a:t>Ignore it if it sounds correct</a:t>
            </a:r>
            <a:endParaRPr lang="en-US" dirty="0">
              <a:latin typeface="Manrope"/>
              <a:ea typeface="Manrope"/>
              <a:cs typeface="Manrope"/>
              <a:sym typeface="Manrope"/>
            </a:endParaRPr>
          </a:p>
        </p:txBody>
      </p:sp>
      <p:sp>
        <p:nvSpPr>
          <p:cNvPr id="7" name="Content Placeholder 3">
            <a:extLst>
              <a:ext uri="{FF2B5EF4-FFF2-40B4-BE49-F238E27FC236}">
                <a16:creationId xmlns:a16="http://schemas.microsoft.com/office/drawing/2014/main" id="{48482D5E-A168-D58B-B253-66D9DA0994CF}"/>
              </a:ext>
            </a:extLst>
          </p:cNvPr>
          <p:cNvSpPr txBox="1">
            <a:spLocks/>
          </p:cNvSpPr>
          <p:nvPr/>
        </p:nvSpPr>
        <p:spPr>
          <a:xfrm>
            <a:off x="1832614" y="2293346"/>
            <a:ext cx="9563323" cy="569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Manrope"/>
              <a:ea typeface="Manrope"/>
              <a:cs typeface="Manrope"/>
              <a:sym typeface="Manrope"/>
            </a:endParaRPr>
          </a:p>
        </p:txBody>
      </p:sp>
      <p:sp>
        <p:nvSpPr>
          <p:cNvPr id="9" name="Content Placeholder 8">
            <a:extLst>
              <a:ext uri="{FF2B5EF4-FFF2-40B4-BE49-F238E27FC236}">
                <a16:creationId xmlns:a16="http://schemas.microsoft.com/office/drawing/2014/main" id="{0037DDF7-EC30-2FA8-6FCC-B9A9342883F3}"/>
              </a:ext>
            </a:extLst>
          </p:cNvPr>
          <p:cNvSpPr>
            <a:spLocks noGrp="1"/>
          </p:cNvSpPr>
          <p:nvPr>
            <p:ph idx="14"/>
          </p:nvPr>
        </p:nvSpPr>
        <p:spPr/>
        <p:txBody>
          <a:bodyPr anchor="ctr">
            <a:normAutofit/>
          </a:bodyPr>
          <a:lstStyle/>
          <a:p>
            <a:r>
              <a:rPr lang="en-US" dirty="0"/>
              <a:t>Replace it with a confirmed or clearly qualified statement</a:t>
            </a:r>
            <a:endParaRPr lang="en-US" dirty="0">
              <a:latin typeface="Manrope"/>
              <a:ea typeface="Manrope"/>
              <a:cs typeface="Manrope"/>
              <a:sym typeface="Manrope"/>
            </a:endParaRPr>
          </a:p>
        </p:txBody>
      </p:sp>
      <p:sp>
        <p:nvSpPr>
          <p:cNvPr id="11" name="Content Placeholder 3">
            <a:extLst>
              <a:ext uri="{FF2B5EF4-FFF2-40B4-BE49-F238E27FC236}">
                <a16:creationId xmlns:a16="http://schemas.microsoft.com/office/drawing/2014/main" id="{8B067983-85AD-9095-4F47-3F4985BD305E}"/>
              </a:ext>
            </a:extLst>
          </p:cNvPr>
          <p:cNvSpPr txBox="1">
            <a:spLocks/>
          </p:cNvSpPr>
          <p:nvPr/>
        </p:nvSpPr>
        <p:spPr>
          <a:xfrm>
            <a:off x="1832614" y="3619004"/>
            <a:ext cx="9563323" cy="569925"/>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Remove it completely without review</a:t>
            </a:r>
            <a:endParaRPr lang="en-US" dirty="0">
              <a:latin typeface="Manrope"/>
              <a:ea typeface="Manrope"/>
              <a:cs typeface="Manrope"/>
              <a:sym typeface="Manrope"/>
            </a:endParaRPr>
          </a:p>
        </p:txBody>
      </p:sp>
      <p:sp>
        <p:nvSpPr>
          <p:cNvPr id="5" name="TextBox 4">
            <a:extLst>
              <a:ext uri="{FF2B5EF4-FFF2-40B4-BE49-F238E27FC236}">
                <a16:creationId xmlns:a16="http://schemas.microsoft.com/office/drawing/2014/main" id="{05DA8E5B-C405-FA75-13BC-9B288D2ED44C}"/>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5273267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924FE-80EF-A6EF-1FAC-D395E0A63426}"/>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886DFE9D-F422-EBCD-F9A0-A784198911B8}"/>
              </a:ext>
            </a:extLst>
          </p:cNvPr>
          <p:cNvGrpSpPr/>
          <p:nvPr/>
        </p:nvGrpSpPr>
        <p:grpSpPr>
          <a:xfrm>
            <a:off x="838200" y="2839251"/>
            <a:ext cx="10653551" cy="648400"/>
            <a:chOff x="853505" y="4313522"/>
            <a:chExt cx="10653551" cy="648400"/>
          </a:xfrm>
        </p:grpSpPr>
        <p:sp>
          <p:nvSpPr>
            <p:cNvPr id="12" name="Google Shape;179;g37f520df3dc_0_413">
              <a:extLst>
                <a:ext uri="{FF2B5EF4-FFF2-40B4-BE49-F238E27FC236}">
                  <a16:creationId xmlns:a16="http://schemas.microsoft.com/office/drawing/2014/main" id="{C906B2C6-A724-09DB-1E4F-F38FD0E35471}"/>
                </a:ext>
              </a:extLst>
            </p:cNvPr>
            <p:cNvSpPr/>
            <p:nvPr/>
          </p:nvSpPr>
          <p:spPr>
            <a:xfrm>
              <a:off x="853505" y="4358314"/>
              <a:ext cx="646683" cy="568340"/>
            </a:xfrm>
            <a:prstGeom prst="rect">
              <a:avLst/>
            </a:prstGeom>
            <a:noFill/>
            <a:ln>
              <a:solidFill>
                <a:srgbClr val="00B05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121900" tIns="121900" rIns="121900" bIns="121900" anchor="ctr" anchorCtr="0">
              <a:noAutofit/>
            </a:bodyPr>
            <a:lstStyle/>
            <a:p>
              <a:pPr algn="ctr"/>
              <a:endParaRPr sz="2400" b="1" dirty="0">
                <a:solidFill>
                  <a:schemeClr val="lt1"/>
                </a:solidFill>
                <a:latin typeface="Afacad Flux"/>
                <a:ea typeface="Afacad Flux"/>
                <a:cs typeface="Afacad Flux"/>
                <a:sym typeface="Afacad Flux"/>
              </a:endParaRPr>
            </a:p>
          </p:txBody>
        </p:sp>
        <p:grpSp>
          <p:nvGrpSpPr>
            <p:cNvPr id="13" name="Group 12">
              <a:extLst>
                <a:ext uri="{FF2B5EF4-FFF2-40B4-BE49-F238E27FC236}">
                  <a16:creationId xmlns:a16="http://schemas.microsoft.com/office/drawing/2014/main" id="{25D6B013-5B82-0BC0-7E98-16BE77DC2F45}"/>
                </a:ext>
              </a:extLst>
            </p:cNvPr>
            <p:cNvGrpSpPr/>
            <p:nvPr/>
          </p:nvGrpSpPr>
          <p:grpSpPr>
            <a:xfrm>
              <a:off x="1561672" y="4313522"/>
              <a:ext cx="9945384" cy="648400"/>
              <a:chOff x="1510301" y="4313522"/>
              <a:chExt cx="7205215" cy="648400"/>
            </a:xfrm>
          </p:grpSpPr>
          <p:sp>
            <p:nvSpPr>
              <p:cNvPr id="14" name="Google Shape;171;g37f520df3dc_0_413">
                <a:extLst>
                  <a:ext uri="{FF2B5EF4-FFF2-40B4-BE49-F238E27FC236}">
                    <a16:creationId xmlns:a16="http://schemas.microsoft.com/office/drawing/2014/main" id="{EDED90E0-B173-EB4C-B8CB-4ADCDC330D7A}"/>
                  </a:ext>
                </a:extLst>
              </p:cNvPr>
              <p:cNvSpPr/>
              <p:nvPr/>
            </p:nvSpPr>
            <p:spPr>
              <a:xfrm>
                <a:off x="1511515" y="4313522"/>
                <a:ext cx="7204001" cy="648400"/>
              </a:xfrm>
              <a:prstGeom prst="rect">
                <a:avLst/>
              </a:prstGeom>
              <a:solidFill>
                <a:srgbClr val="92D050"/>
              </a:solidFill>
              <a:ln>
                <a:noFill/>
              </a:ln>
            </p:spPr>
            <p:txBody>
              <a:bodyPr spcFirstLastPara="1" wrap="square" lIns="121900" tIns="121900" rIns="121900" bIns="121900" anchor="ctr" anchorCtr="0">
                <a:noAutofit/>
              </a:bodyPr>
              <a:lstStyle/>
              <a:p>
                <a:endParaRPr sz="2000" b="1" dirty="0">
                  <a:solidFill>
                    <a:srgbClr val="0A3150"/>
                  </a:solidFill>
                  <a:latin typeface="Afacad Flux"/>
                  <a:ea typeface="Afacad Flux"/>
                  <a:cs typeface="Afacad Flux"/>
                  <a:sym typeface="Afacad Flux"/>
                </a:endParaRPr>
              </a:p>
            </p:txBody>
          </p:sp>
          <p:sp>
            <p:nvSpPr>
              <p:cNvPr id="15" name="Google Shape;179;g37f520df3dc_0_413">
                <a:extLst>
                  <a:ext uri="{FF2B5EF4-FFF2-40B4-BE49-F238E27FC236}">
                    <a16:creationId xmlns:a16="http://schemas.microsoft.com/office/drawing/2014/main" id="{6F7EFAA4-145F-7D5D-7913-31330969A678}"/>
                  </a:ext>
                </a:extLst>
              </p:cNvPr>
              <p:cNvSpPr/>
              <p:nvPr/>
            </p:nvSpPr>
            <p:spPr>
              <a:xfrm>
                <a:off x="1510301" y="4313522"/>
                <a:ext cx="93681" cy="648400"/>
              </a:xfrm>
              <a:prstGeom prst="rect">
                <a:avLst/>
              </a:prstGeom>
              <a:solidFill>
                <a:srgbClr val="00B050"/>
              </a:solidFill>
              <a:ln>
                <a:noFill/>
              </a:ln>
            </p:spPr>
            <p:txBody>
              <a:bodyPr spcFirstLastPara="1" wrap="square" lIns="121900" tIns="121900" rIns="121900" bIns="121900" anchor="ctr" anchorCtr="0">
                <a:noAutofit/>
              </a:bodyPr>
              <a:lstStyle/>
              <a:p>
                <a:pPr algn="ctr"/>
                <a:endParaRPr sz="2400" b="1" dirty="0">
                  <a:solidFill>
                    <a:schemeClr val="lt1"/>
                  </a:solidFill>
                  <a:latin typeface="Afacad Flux"/>
                  <a:ea typeface="Afacad Flux"/>
                  <a:cs typeface="Afacad Flux"/>
                  <a:sym typeface="Afacad Flux"/>
                </a:endParaRPr>
              </a:p>
            </p:txBody>
          </p:sp>
        </p:grpSp>
      </p:grpSp>
      <p:sp>
        <p:nvSpPr>
          <p:cNvPr id="2" name="Content Placeholder 1">
            <a:extLst>
              <a:ext uri="{FF2B5EF4-FFF2-40B4-BE49-F238E27FC236}">
                <a16:creationId xmlns:a16="http://schemas.microsoft.com/office/drawing/2014/main" id="{2C159807-DFE6-5BC5-CD2E-430ABFD8A99E}"/>
              </a:ext>
            </a:extLst>
          </p:cNvPr>
          <p:cNvSpPr>
            <a:spLocks noGrp="1"/>
          </p:cNvSpPr>
          <p:nvPr>
            <p:ph idx="13"/>
          </p:nvPr>
        </p:nvSpPr>
        <p:spPr/>
        <p:txBody>
          <a:bodyPr anchor="ctr">
            <a:normAutofit lnSpcReduction="10000"/>
          </a:bodyPr>
          <a:lstStyle/>
          <a:p>
            <a:r>
              <a:rPr lang="en-US" dirty="0"/>
              <a:t>What is the most appropriate editorial response to an unverified statistical claim?</a:t>
            </a:r>
          </a:p>
        </p:txBody>
      </p:sp>
      <p:sp>
        <p:nvSpPr>
          <p:cNvPr id="4" name="Content Placeholder 3">
            <a:extLst>
              <a:ext uri="{FF2B5EF4-FFF2-40B4-BE49-F238E27FC236}">
                <a16:creationId xmlns:a16="http://schemas.microsoft.com/office/drawing/2014/main" id="{5D921B72-A29A-DD97-E0F2-F063EEEB9229}"/>
              </a:ext>
            </a:extLst>
          </p:cNvPr>
          <p:cNvSpPr>
            <a:spLocks noGrp="1"/>
          </p:cNvSpPr>
          <p:nvPr>
            <p:ph idx="15"/>
          </p:nvPr>
        </p:nvSpPr>
        <p:spPr>
          <a:xfrm>
            <a:off x="1832614" y="4329134"/>
            <a:ext cx="9563323" cy="569925"/>
          </a:xfrm>
        </p:spPr>
        <p:txBody>
          <a:bodyPr anchor="ctr">
            <a:normAutofit/>
          </a:bodyPr>
          <a:lstStyle/>
          <a:p>
            <a:r>
              <a:rPr lang="en-US" dirty="0"/>
              <a:t>Publish it with emphasis</a:t>
            </a:r>
            <a:endParaRPr lang="en-US" dirty="0">
              <a:latin typeface="Manrope"/>
              <a:ea typeface="Manrope"/>
              <a:cs typeface="Manrope"/>
              <a:sym typeface="Manrope"/>
            </a:endParaRPr>
          </a:p>
        </p:txBody>
      </p:sp>
      <p:sp>
        <p:nvSpPr>
          <p:cNvPr id="6" name="Content Placeholder 5">
            <a:extLst>
              <a:ext uri="{FF2B5EF4-FFF2-40B4-BE49-F238E27FC236}">
                <a16:creationId xmlns:a16="http://schemas.microsoft.com/office/drawing/2014/main" id="{EC43FDB9-9C61-66B2-4BC5-8EE8D0F64FE6}"/>
              </a:ext>
            </a:extLst>
          </p:cNvPr>
          <p:cNvSpPr>
            <a:spLocks noGrp="1"/>
          </p:cNvSpPr>
          <p:nvPr>
            <p:ph idx="17"/>
          </p:nvPr>
        </p:nvSpPr>
        <p:spPr/>
        <p:txBody>
          <a:bodyPr anchor="ctr">
            <a:normAutofit/>
          </a:bodyPr>
          <a:lstStyle/>
          <a:p>
            <a:r>
              <a:rPr lang="en-US" dirty="0"/>
              <a:t>Ignore it if it sounds correct</a:t>
            </a:r>
            <a:endParaRPr lang="en-US" dirty="0">
              <a:latin typeface="Manrope"/>
              <a:ea typeface="Manrope"/>
              <a:cs typeface="Manrope"/>
              <a:sym typeface="Manrope"/>
            </a:endParaRPr>
          </a:p>
        </p:txBody>
      </p:sp>
      <p:sp>
        <p:nvSpPr>
          <p:cNvPr id="7" name="Content Placeholder 3">
            <a:extLst>
              <a:ext uri="{FF2B5EF4-FFF2-40B4-BE49-F238E27FC236}">
                <a16:creationId xmlns:a16="http://schemas.microsoft.com/office/drawing/2014/main" id="{81014A3B-7395-617E-A697-2B52029884C5}"/>
              </a:ext>
            </a:extLst>
          </p:cNvPr>
          <p:cNvSpPr txBox="1">
            <a:spLocks/>
          </p:cNvSpPr>
          <p:nvPr/>
        </p:nvSpPr>
        <p:spPr>
          <a:xfrm>
            <a:off x="1832614" y="2293346"/>
            <a:ext cx="9563323" cy="569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Manrope"/>
              <a:ea typeface="Manrope"/>
              <a:cs typeface="Manrope"/>
              <a:sym typeface="Manrope"/>
            </a:endParaRPr>
          </a:p>
        </p:txBody>
      </p:sp>
      <p:sp>
        <p:nvSpPr>
          <p:cNvPr id="9" name="Content Placeholder 8">
            <a:extLst>
              <a:ext uri="{FF2B5EF4-FFF2-40B4-BE49-F238E27FC236}">
                <a16:creationId xmlns:a16="http://schemas.microsoft.com/office/drawing/2014/main" id="{180F9366-98BF-64DB-1A71-07F290EE0828}"/>
              </a:ext>
            </a:extLst>
          </p:cNvPr>
          <p:cNvSpPr>
            <a:spLocks noGrp="1"/>
          </p:cNvSpPr>
          <p:nvPr>
            <p:ph idx="14"/>
          </p:nvPr>
        </p:nvSpPr>
        <p:spPr/>
        <p:txBody>
          <a:bodyPr anchor="ctr">
            <a:normAutofit/>
          </a:bodyPr>
          <a:lstStyle/>
          <a:p>
            <a:r>
              <a:rPr lang="en-US" dirty="0"/>
              <a:t>Replace it with a confirmed or clearly qualified statement</a:t>
            </a:r>
            <a:endParaRPr lang="en-US" dirty="0">
              <a:latin typeface="Manrope"/>
              <a:ea typeface="Manrope"/>
              <a:cs typeface="Manrope"/>
              <a:sym typeface="Manrope"/>
            </a:endParaRPr>
          </a:p>
        </p:txBody>
      </p:sp>
      <p:sp>
        <p:nvSpPr>
          <p:cNvPr id="11" name="Content Placeholder 3">
            <a:extLst>
              <a:ext uri="{FF2B5EF4-FFF2-40B4-BE49-F238E27FC236}">
                <a16:creationId xmlns:a16="http://schemas.microsoft.com/office/drawing/2014/main" id="{0B12420A-B985-AA87-765D-DC5472BC4091}"/>
              </a:ext>
            </a:extLst>
          </p:cNvPr>
          <p:cNvSpPr txBox="1">
            <a:spLocks/>
          </p:cNvSpPr>
          <p:nvPr/>
        </p:nvSpPr>
        <p:spPr>
          <a:xfrm>
            <a:off x="1832614" y="3619004"/>
            <a:ext cx="9563323" cy="569925"/>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Remove it completely without review</a:t>
            </a:r>
            <a:endParaRPr lang="en-US" dirty="0">
              <a:latin typeface="Manrope"/>
              <a:ea typeface="Manrope"/>
              <a:cs typeface="Manrope"/>
              <a:sym typeface="Manrope"/>
            </a:endParaRPr>
          </a:p>
        </p:txBody>
      </p:sp>
      <p:sp>
        <p:nvSpPr>
          <p:cNvPr id="5" name="TextBox 4">
            <a:extLst>
              <a:ext uri="{FF2B5EF4-FFF2-40B4-BE49-F238E27FC236}">
                <a16:creationId xmlns:a16="http://schemas.microsoft.com/office/drawing/2014/main" id="{C8BCA1F5-0030-FA96-75DE-311339ACB757}"/>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34051504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F1010-B3EF-CED8-5A7E-0638C3F4BBBA}"/>
              </a:ext>
            </a:extLst>
          </p:cNvPr>
          <p:cNvSpPr>
            <a:spLocks noGrp="1"/>
          </p:cNvSpPr>
          <p:nvPr>
            <p:ph type="title"/>
          </p:nvPr>
        </p:nvSpPr>
        <p:spPr/>
        <p:txBody>
          <a:bodyPr/>
          <a:lstStyle/>
          <a:p>
            <a:r>
              <a:rPr lang="en-US" b="1" dirty="0"/>
              <a:t>Key Takeaways</a:t>
            </a:r>
          </a:p>
        </p:txBody>
      </p:sp>
      <p:sp>
        <p:nvSpPr>
          <p:cNvPr id="3" name="Content Placeholder 2">
            <a:extLst>
              <a:ext uri="{FF2B5EF4-FFF2-40B4-BE49-F238E27FC236}">
                <a16:creationId xmlns:a16="http://schemas.microsoft.com/office/drawing/2014/main" id="{80B5102A-82E4-66EC-89B0-94AF872AA6B7}"/>
              </a:ext>
            </a:extLst>
          </p:cNvPr>
          <p:cNvSpPr>
            <a:spLocks noGrp="1"/>
          </p:cNvSpPr>
          <p:nvPr>
            <p:ph idx="1"/>
          </p:nvPr>
        </p:nvSpPr>
        <p:spPr/>
        <p:txBody>
          <a:bodyPr>
            <a:normAutofit/>
          </a:bodyPr>
          <a:lstStyle/>
          <a:p>
            <a:r>
              <a:rPr lang="en-US" dirty="0"/>
              <a:t>Editing is about </a:t>
            </a:r>
            <a:r>
              <a:rPr lang="en-US" b="1" dirty="0"/>
              <a:t>truth, not just grammar</a:t>
            </a:r>
            <a:r>
              <a:rPr lang="en-US" dirty="0"/>
              <a:t> </a:t>
            </a:r>
          </a:p>
          <a:p>
            <a:r>
              <a:rPr lang="en-US" dirty="0"/>
              <a:t>Fact-checking is essential </a:t>
            </a:r>
          </a:p>
          <a:p>
            <a:r>
              <a:rPr lang="en-US" dirty="0"/>
              <a:t>Consistency improves professionalism </a:t>
            </a:r>
          </a:p>
          <a:p>
            <a:r>
              <a:rPr lang="en-US" dirty="0"/>
              <a:t>Editors must avoid bias</a:t>
            </a:r>
          </a:p>
        </p:txBody>
      </p:sp>
      <p:sp>
        <p:nvSpPr>
          <p:cNvPr id="4" name="Content Placeholder 3">
            <a:extLst>
              <a:ext uri="{FF2B5EF4-FFF2-40B4-BE49-F238E27FC236}">
                <a16:creationId xmlns:a16="http://schemas.microsoft.com/office/drawing/2014/main" id="{B62CDCE6-ABE9-3EB3-DABE-1EE05E484BA7}"/>
              </a:ext>
            </a:extLst>
          </p:cNvPr>
          <p:cNvSpPr>
            <a:spLocks noGrp="1"/>
          </p:cNvSpPr>
          <p:nvPr>
            <p:ph idx="13"/>
          </p:nvPr>
        </p:nvSpPr>
        <p:spPr/>
        <p:txBody>
          <a:bodyPr/>
          <a:lstStyle/>
          <a:p>
            <a:r>
              <a:rPr lang="en-US" b="1" dirty="0"/>
              <a:t>Summary</a:t>
            </a:r>
            <a:endParaRPr lang="en-GB" b="1" dirty="0"/>
          </a:p>
        </p:txBody>
      </p:sp>
    </p:spTree>
    <p:extLst>
      <p:ext uri="{BB962C8B-B14F-4D97-AF65-F5344CB8AC3E}">
        <p14:creationId xmlns:p14="http://schemas.microsoft.com/office/powerpoint/2010/main" val="19448373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EAEEB-C201-0235-D22C-D4DC04758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361B5-F298-C115-5512-386D9FC0301C}"/>
              </a:ext>
            </a:extLst>
          </p:cNvPr>
          <p:cNvSpPr>
            <a:spLocks noGrp="1"/>
          </p:cNvSpPr>
          <p:nvPr>
            <p:ph type="title"/>
          </p:nvPr>
        </p:nvSpPr>
        <p:spPr/>
        <p:txBody>
          <a:bodyPr/>
          <a:lstStyle/>
          <a:p>
            <a:r>
              <a:rPr lang="en-US" b="1" dirty="0"/>
              <a:t>Assignment</a:t>
            </a:r>
          </a:p>
        </p:txBody>
      </p:sp>
      <p:sp>
        <p:nvSpPr>
          <p:cNvPr id="3" name="Content Placeholder 2">
            <a:extLst>
              <a:ext uri="{FF2B5EF4-FFF2-40B4-BE49-F238E27FC236}">
                <a16:creationId xmlns:a16="http://schemas.microsoft.com/office/drawing/2014/main" id="{78EC9694-5516-3B98-52B8-081B4F21C5BB}"/>
              </a:ext>
            </a:extLst>
          </p:cNvPr>
          <p:cNvSpPr>
            <a:spLocks noGrp="1"/>
          </p:cNvSpPr>
          <p:nvPr>
            <p:ph idx="1"/>
          </p:nvPr>
        </p:nvSpPr>
        <p:spPr/>
        <p:txBody>
          <a:bodyPr>
            <a:normAutofit/>
          </a:bodyPr>
          <a:lstStyle/>
          <a:p>
            <a:pPr marL="0" indent="0">
              <a:buNone/>
            </a:pPr>
            <a:r>
              <a:rPr lang="en-US" b="1" dirty="0"/>
              <a:t>Identify: </a:t>
            </a:r>
          </a:p>
          <a:p>
            <a:pPr lvl="1"/>
            <a:r>
              <a:rPr lang="en-US" dirty="0"/>
              <a:t>5 factual issues </a:t>
            </a:r>
          </a:p>
          <a:p>
            <a:pPr lvl="1"/>
            <a:r>
              <a:rPr lang="en-US" dirty="0"/>
              <a:t>3 style inconsistencies </a:t>
            </a:r>
          </a:p>
          <a:p>
            <a:pPr lvl="1"/>
            <a:r>
              <a:rPr lang="en-US" dirty="0"/>
              <a:t>2 ambiguous statements</a:t>
            </a:r>
          </a:p>
        </p:txBody>
      </p:sp>
      <p:sp>
        <p:nvSpPr>
          <p:cNvPr id="4" name="Content Placeholder 3">
            <a:extLst>
              <a:ext uri="{FF2B5EF4-FFF2-40B4-BE49-F238E27FC236}">
                <a16:creationId xmlns:a16="http://schemas.microsoft.com/office/drawing/2014/main" id="{B43FBD73-6CE3-4DB4-E679-4CAFF3D6C5E6}"/>
              </a:ext>
            </a:extLst>
          </p:cNvPr>
          <p:cNvSpPr>
            <a:spLocks noGrp="1"/>
          </p:cNvSpPr>
          <p:nvPr>
            <p:ph idx="13"/>
          </p:nvPr>
        </p:nvSpPr>
        <p:spPr/>
        <p:txBody>
          <a:bodyPr/>
          <a:lstStyle/>
          <a:p>
            <a:r>
              <a:rPr lang="en-US" b="1" dirty="0"/>
              <a:t>Edit a provided article </a:t>
            </a:r>
          </a:p>
        </p:txBody>
      </p:sp>
    </p:spTree>
    <p:extLst>
      <p:ext uri="{BB962C8B-B14F-4D97-AF65-F5344CB8AC3E}">
        <p14:creationId xmlns:p14="http://schemas.microsoft.com/office/powerpoint/2010/main" val="10434392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5ED3CD-960A-FB80-8ABA-836C3DF2A7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EEE50-8042-7B8F-4850-1A51D25B2090}"/>
              </a:ext>
            </a:extLst>
          </p:cNvPr>
          <p:cNvSpPr>
            <a:spLocks noGrp="1"/>
          </p:cNvSpPr>
          <p:nvPr>
            <p:ph type="title"/>
          </p:nvPr>
        </p:nvSpPr>
        <p:spPr>
          <a:xfrm>
            <a:off x="1113810" y="2960716"/>
            <a:ext cx="4036334" cy="2387600"/>
          </a:xfrm>
        </p:spPr>
        <p:txBody>
          <a:bodyPr vert="horz" lIns="91440" tIns="45720" rIns="91440" bIns="45720" rtlCol="0" anchor="t">
            <a:normAutofit/>
          </a:bodyPr>
          <a:lstStyle/>
          <a:p>
            <a:br>
              <a:rPr lang="en-US" sz="5400" kern="1200">
                <a:solidFill>
                  <a:schemeClr val="tx1"/>
                </a:solidFill>
                <a:latin typeface="+mj-lt"/>
                <a:ea typeface="+mj-ea"/>
                <a:cs typeface="+mj-cs"/>
              </a:rPr>
            </a:br>
            <a:r>
              <a:rPr lang="en-US" sz="5400" b="1" kern="1200">
                <a:solidFill>
                  <a:schemeClr val="tx1"/>
                </a:solidFill>
                <a:latin typeface="+mj-lt"/>
                <a:ea typeface="+mj-ea"/>
                <a:cs typeface="+mj-cs"/>
              </a:rPr>
              <a:t>Questions &amp; Next Steps</a:t>
            </a:r>
            <a:endParaRPr lang="en-US" sz="5400" kern="1200">
              <a:solidFill>
                <a:schemeClr val="tx1"/>
              </a:solidFill>
              <a:latin typeface="+mj-lt"/>
              <a:ea typeface="+mj-ea"/>
              <a:cs typeface="+mj-cs"/>
            </a:endParaRPr>
          </a:p>
        </p:txBody>
      </p:sp>
      <p:sp>
        <p:nvSpPr>
          <p:cNvPr id="4" name="Content Placeholder 3">
            <a:extLst>
              <a:ext uri="{FF2B5EF4-FFF2-40B4-BE49-F238E27FC236}">
                <a16:creationId xmlns:a16="http://schemas.microsoft.com/office/drawing/2014/main" id="{11BF7CE8-258D-135C-DC5B-A31881A1D614}"/>
              </a:ext>
            </a:extLst>
          </p:cNvPr>
          <p:cNvSpPr>
            <a:spLocks noGrp="1"/>
          </p:cNvSpPr>
          <p:nvPr>
            <p:ph idx="13"/>
          </p:nvPr>
        </p:nvSpPr>
        <p:spPr>
          <a:xfrm>
            <a:off x="1113809" y="953037"/>
            <a:ext cx="4036333" cy="1709849"/>
          </a:xfrm>
        </p:spPr>
        <p:txBody>
          <a:bodyPr vert="horz" lIns="91440" tIns="45720" rIns="91440" bIns="45720" rtlCol="0" anchor="b">
            <a:normAutofit/>
          </a:bodyPr>
          <a:lstStyle/>
          <a:p>
            <a:pPr marL="0" indent="0"/>
            <a:r>
              <a:rPr lang="en-US" sz="2000" b="1" kern="1200" dirty="0">
                <a:solidFill>
                  <a:schemeClr val="tx1"/>
                </a:solidFill>
                <a:latin typeface="+mn-lt"/>
                <a:ea typeface="+mn-ea"/>
                <a:cs typeface="+mn-cs"/>
              </a:rPr>
              <a:t>Any Questions?</a:t>
            </a:r>
            <a:endParaRPr lang="en-US" sz="2000" kern="1200" dirty="0">
              <a:solidFill>
                <a:schemeClr val="tx1"/>
              </a:solidFill>
              <a:latin typeface="+mn-lt"/>
              <a:ea typeface="+mn-ea"/>
              <a:cs typeface="+mn-cs"/>
            </a:endParaRPr>
          </a:p>
        </p:txBody>
      </p:sp>
      <p:pic>
        <p:nvPicPr>
          <p:cNvPr id="5" name="Picture 4">
            <a:extLst>
              <a:ext uri="{FF2B5EF4-FFF2-40B4-BE49-F238E27FC236}">
                <a16:creationId xmlns:a16="http://schemas.microsoft.com/office/drawing/2014/main" id="{F1B5C6DF-2F7F-A779-C35E-49C97FE134CF}"/>
              </a:ext>
            </a:extLst>
          </p:cNvPr>
          <p:cNvPicPr>
            <a:picLocks noChangeAspect="1"/>
          </p:cNvPicPr>
          <p:nvPr/>
        </p:nvPicPr>
        <p:blipFill>
          <a:blip r:embed="rId2"/>
          <a:stretch>
            <a:fillRect/>
          </a:stretch>
        </p:blipFill>
        <p:spPr>
          <a:xfrm>
            <a:off x="6096000" y="953037"/>
            <a:ext cx="5191850" cy="5220429"/>
          </a:xfrm>
          <a:prstGeom prst="rect">
            <a:avLst/>
          </a:prstGeom>
        </p:spPr>
      </p:pic>
    </p:spTree>
    <p:extLst>
      <p:ext uri="{BB962C8B-B14F-4D97-AF65-F5344CB8AC3E}">
        <p14:creationId xmlns:p14="http://schemas.microsoft.com/office/powerpoint/2010/main" val="4291814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5E728-9400-4FC9-4CF6-E417F6A3855E}"/>
              </a:ext>
            </a:extLst>
          </p:cNvPr>
          <p:cNvSpPr>
            <a:spLocks noGrp="1"/>
          </p:cNvSpPr>
          <p:nvPr>
            <p:ph type="title"/>
          </p:nvPr>
        </p:nvSpPr>
        <p:spPr/>
        <p:txBody>
          <a:bodyPr/>
          <a:lstStyle/>
          <a:p>
            <a:endParaRPr lang="en-GB" b="1" dirty="0"/>
          </a:p>
        </p:txBody>
      </p:sp>
      <p:sp>
        <p:nvSpPr>
          <p:cNvPr id="3" name="Content Placeholder 2">
            <a:extLst>
              <a:ext uri="{FF2B5EF4-FFF2-40B4-BE49-F238E27FC236}">
                <a16:creationId xmlns:a16="http://schemas.microsoft.com/office/drawing/2014/main" id="{5F79CB41-0C7D-F8E6-A1D3-81657B01F23D}"/>
              </a:ext>
            </a:extLst>
          </p:cNvPr>
          <p:cNvSpPr>
            <a:spLocks noGrp="1"/>
          </p:cNvSpPr>
          <p:nvPr>
            <p:ph idx="1"/>
          </p:nvPr>
        </p:nvSpPr>
        <p:spPr/>
        <p:txBody>
          <a:bodyPr/>
          <a:lstStyle/>
          <a:p>
            <a:r>
              <a:rPr lang="en-US" dirty="0"/>
              <a:t>Photo Editing Techniques </a:t>
            </a:r>
          </a:p>
          <a:p>
            <a:r>
              <a:rPr lang="en-US" dirty="0"/>
              <a:t>Visual Framing and Ethics </a:t>
            </a:r>
          </a:p>
          <a:p>
            <a:r>
              <a:rPr lang="en-US" dirty="0"/>
              <a:t>Introduction to Layout Design</a:t>
            </a:r>
          </a:p>
        </p:txBody>
      </p:sp>
      <p:sp>
        <p:nvSpPr>
          <p:cNvPr id="4" name="Content Placeholder 3">
            <a:extLst>
              <a:ext uri="{FF2B5EF4-FFF2-40B4-BE49-F238E27FC236}">
                <a16:creationId xmlns:a16="http://schemas.microsoft.com/office/drawing/2014/main" id="{BC7C3CAE-EA48-4279-9A8E-57C6929502BB}"/>
              </a:ext>
            </a:extLst>
          </p:cNvPr>
          <p:cNvSpPr>
            <a:spLocks noGrp="1"/>
          </p:cNvSpPr>
          <p:nvPr>
            <p:ph idx="13"/>
          </p:nvPr>
        </p:nvSpPr>
        <p:spPr/>
        <p:txBody>
          <a:bodyPr/>
          <a:lstStyle/>
          <a:p>
            <a:r>
              <a:rPr lang="en-GB" b="1" dirty="0"/>
              <a:t>Preview of Next Class</a:t>
            </a:r>
          </a:p>
        </p:txBody>
      </p:sp>
    </p:spTree>
    <p:extLst>
      <p:ext uri="{BB962C8B-B14F-4D97-AF65-F5344CB8AC3E}">
        <p14:creationId xmlns:p14="http://schemas.microsoft.com/office/powerpoint/2010/main" val="16869863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C8C558-B309-F1EE-C60D-84412B222ACF}"/>
              </a:ext>
            </a:extLst>
          </p:cNvPr>
          <p:cNvSpPr>
            <a:spLocks noGrp="1"/>
          </p:cNvSpPr>
          <p:nvPr>
            <p:ph sz="half" idx="2"/>
          </p:nvPr>
        </p:nvSpPr>
        <p:spPr/>
        <p:txBody>
          <a:bodyPr/>
          <a:lstStyle/>
          <a:p>
            <a:pPr marL="0" indent="0">
              <a:buNone/>
            </a:pPr>
            <a:r>
              <a:rPr lang="en-US" dirty="0"/>
              <a:t>Scan to check-out</a:t>
            </a:r>
            <a:endParaRPr lang="en-GB" dirty="0"/>
          </a:p>
        </p:txBody>
      </p:sp>
      <p:pic>
        <p:nvPicPr>
          <p:cNvPr id="10" name="Content Placeholder 9">
            <a:extLst>
              <a:ext uri="{FF2B5EF4-FFF2-40B4-BE49-F238E27FC236}">
                <a16:creationId xmlns:a16="http://schemas.microsoft.com/office/drawing/2014/main" id="{6F0C19D4-25F1-80E6-0D78-C42E8DC8409F}"/>
              </a:ext>
            </a:extLst>
          </p:cNvPr>
          <p:cNvPicPr>
            <a:picLocks noGrp="1" noChangeAspect="1"/>
          </p:cNvPicPr>
          <p:nvPr>
            <p:ph sz="quarter" idx="4"/>
          </p:nvPr>
        </p:nvPicPr>
        <p:blipFill>
          <a:blip r:embed="rId3"/>
          <a:stretch>
            <a:fillRect/>
          </a:stretch>
        </p:blipFill>
        <p:spPr>
          <a:xfrm>
            <a:off x="6194427" y="1155032"/>
            <a:ext cx="4931693" cy="5034631"/>
          </a:xfrm>
          <a:prstGeom prst="rect">
            <a:avLst/>
          </a:prstGeom>
        </p:spPr>
      </p:pic>
    </p:spTree>
    <p:extLst>
      <p:ext uri="{BB962C8B-B14F-4D97-AF65-F5344CB8AC3E}">
        <p14:creationId xmlns:p14="http://schemas.microsoft.com/office/powerpoint/2010/main" val="1205360480"/>
      </p:ext>
    </p:extLst>
  </p:cSld>
  <p:clrMapOvr>
    <a:masterClrMapping/>
  </p:clrMapOvr>
</p:sld>
</file>

<file path=ppt/theme/theme1.xml><?xml version="1.0" encoding="utf-8"?>
<a:theme xmlns:a="http://schemas.openxmlformats.org/drawingml/2006/main" name="Office Theme">
  <a:themeElements>
    <a:clrScheme name="Gre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747</TotalTime>
  <Words>1665</Words>
  <Application>Microsoft Office PowerPoint</Application>
  <PresentationFormat>Widescreen</PresentationFormat>
  <Paragraphs>286</Paragraphs>
  <Slides>35</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.AppleSystemUIFont</vt:lpstr>
      <vt:lpstr>Afacad Flux</vt:lpstr>
      <vt:lpstr>Aptos</vt:lpstr>
      <vt:lpstr>Aptos Display</vt:lpstr>
      <vt:lpstr>Arial</vt:lpstr>
      <vt:lpstr>Manrope</vt:lpstr>
      <vt:lpstr>Wingdings</vt:lpstr>
      <vt:lpstr>Office Theme</vt:lpstr>
      <vt:lpstr>Lesson #4  Advanced Copy Editing: Accuracy, Style, and  Fact-Checking</vt:lpstr>
      <vt:lpstr>PowerPoint Presentation</vt:lpstr>
      <vt:lpstr> QuickQuestions</vt:lpstr>
      <vt:lpstr> What We Will Cover Today</vt:lpstr>
      <vt:lpstr>Objectives </vt:lpstr>
      <vt:lpstr>Beyond Basic Editing</vt:lpstr>
      <vt:lpstr>Accuracy in Editing</vt:lpstr>
      <vt:lpstr>PowerPoint Presentation</vt:lpstr>
      <vt:lpstr>Fact-Checking Fundamentals</vt:lpstr>
      <vt:lpstr>Fact-Checking Techniques</vt:lpstr>
      <vt:lpstr>PowerPoint Presentation</vt:lpstr>
      <vt:lpstr>PowerPoint Presentation</vt:lpstr>
      <vt:lpstr>PowerPoint Presentation</vt:lpstr>
      <vt:lpstr>Style and Consistency</vt:lpstr>
      <vt:lpstr>Elements of Style </vt:lpstr>
      <vt:lpstr>Example of Inconsistency</vt:lpstr>
      <vt:lpstr>PowerPoint Presentation</vt:lpstr>
      <vt:lpstr>Eliminating Ambiguity</vt:lpstr>
      <vt:lpstr>Removing Bias</vt:lpstr>
      <vt:lpstr>Ethical Editing</vt:lpstr>
      <vt:lpstr>Practical Example</vt:lpstr>
      <vt:lpstr>PowerPoint Presentation</vt:lpstr>
      <vt:lpstr>PowerPoint Presentation</vt:lpstr>
      <vt:lpstr>Class Activity</vt:lpstr>
      <vt:lpstr>PowerPoint Presentation</vt:lpstr>
      <vt:lpstr>PowerPoint Presentation</vt:lpstr>
      <vt:lpstr>PowerPoint Presentation</vt:lpstr>
      <vt:lpstr>PowerPoint Presentation</vt:lpstr>
      <vt:lpstr>PowerPoint Presentation</vt:lpstr>
      <vt:lpstr>PowerPoint Presentation</vt:lpstr>
      <vt:lpstr>Key Takeaways</vt:lpstr>
      <vt:lpstr>Assignment</vt:lpstr>
      <vt:lpstr> Questions &amp; Next Steps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  Introduction to Copy Editing and the Publishing Ecosystem</dc:title>
  <dc:creator>OA</dc:creator>
  <cp:lastModifiedBy>OA</cp:lastModifiedBy>
  <cp:revision>7</cp:revision>
  <dcterms:created xsi:type="dcterms:W3CDTF">2026-03-17T11:27:34Z</dcterms:created>
  <dcterms:modified xsi:type="dcterms:W3CDTF">2026-04-14T15:15:19Z</dcterms:modified>
</cp:coreProperties>
</file>