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handoutMasterIdLst>
    <p:handoutMasterId r:id="rId53"/>
  </p:handoutMasterIdLst>
  <p:sldIdLst>
    <p:sldId id="256" r:id="rId2"/>
    <p:sldId id="290" r:id="rId3"/>
    <p:sldId id="272" r:id="rId4"/>
    <p:sldId id="261" r:id="rId5"/>
    <p:sldId id="291" r:id="rId6"/>
    <p:sldId id="262" r:id="rId7"/>
    <p:sldId id="292" r:id="rId8"/>
    <p:sldId id="263" r:id="rId9"/>
    <p:sldId id="277" r:id="rId10"/>
    <p:sldId id="302" r:id="rId11"/>
    <p:sldId id="264" r:id="rId12"/>
    <p:sldId id="265" r:id="rId13"/>
    <p:sldId id="266" r:id="rId14"/>
    <p:sldId id="279" r:id="rId15"/>
    <p:sldId id="303" r:id="rId16"/>
    <p:sldId id="269" r:id="rId17"/>
    <p:sldId id="285" r:id="rId18"/>
    <p:sldId id="307" r:id="rId19"/>
    <p:sldId id="320" r:id="rId20"/>
    <p:sldId id="308" r:id="rId21"/>
    <p:sldId id="309" r:id="rId22"/>
    <p:sldId id="293" r:id="rId23"/>
    <p:sldId id="282" r:id="rId24"/>
    <p:sldId id="304" r:id="rId25"/>
    <p:sldId id="294" r:id="rId26"/>
    <p:sldId id="295" r:id="rId27"/>
    <p:sldId id="281" r:id="rId28"/>
    <p:sldId id="305" r:id="rId29"/>
    <p:sldId id="296" r:id="rId30"/>
    <p:sldId id="297" r:id="rId31"/>
    <p:sldId id="315" r:id="rId32"/>
    <p:sldId id="318" r:id="rId33"/>
    <p:sldId id="316" r:id="rId34"/>
    <p:sldId id="317" r:id="rId35"/>
    <p:sldId id="319" r:id="rId36"/>
    <p:sldId id="298" r:id="rId37"/>
    <p:sldId id="313" r:id="rId38"/>
    <p:sldId id="314" r:id="rId39"/>
    <p:sldId id="321" r:id="rId40"/>
    <p:sldId id="324" r:id="rId41"/>
    <p:sldId id="322" r:id="rId42"/>
    <p:sldId id="325" r:id="rId43"/>
    <p:sldId id="326" r:id="rId44"/>
    <p:sldId id="299" r:id="rId45"/>
    <p:sldId id="300" r:id="rId46"/>
    <p:sldId id="310" r:id="rId47"/>
    <p:sldId id="311" r:id="rId48"/>
    <p:sldId id="287" r:id="rId49"/>
    <p:sldId id="328" r:id="rId50"/>
    <p:sldId id="301"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B7BE5E-12DD-4B9C-A0C5-E0FF033E66A1}" v="140" dt="2026-04-03T08:19:42.7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8354" autoAdjust="0"/>
  </p:normalViewPr>
  <p:slideViewPr>
    <p:cSldViewPr snapToGrid="0">
      <p:cViewPr varScale="1">
        <p:scale>
          <a:sx n="53" d="100"/>
          <a:sy n="53" d="100"/>
        </p:scale>
        <p:origin x="2748" y="276"/>
      </p:cViewPr>
      <p:guideLst/>
    </p:cSldViewPr>
  </p:slideViewPr>
  <p:notesTextViewPr>
    <p:cViewPr>
      <p:scale>
        <a:sx n="3" d="2"/>
        <a:sy n="3" d="2"/>
      </p:scale>
      <p:origin x="-6" y="-18"/>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sunkanmi Arowolo" userId="b1d4bfef6b4a9739" providerId="LiveId" clId="{B94EA0D5-4A62-4905-A0A5-198FB6972D82}"/>
    <pc:docChg chg="undo redo custSel addSld delSld modSld sldOrd addMainMaster delMainMaster modMainMaster">
      <pc:chgData name="Olasunkanmi Arowolo" userId="b1d4bfef6b4a9739" providerId="LiveId" clId="{B94EA0D5-4A62-4905-A0A5-198FB6972D82}" dt="2026-04-02T14:27:06.260" v="1436" actId="729"/>
      <pc:docMkLst>
        <pc:docMk/>
      </pc:docMkLst>
      <pc:sldChg chg="modSp">
        <pc:chgData name="Olasunkanmi Arowolo" userId="b1d4bfef6b4a9739" providerId="LiveId" clId="{B94EA0D5-4A62-4905-A0A5-198FB6972D82}" dt="2026-04-02T06:12:35.017" v="1052" actId="6549"/>
        <pc:sldMkLst>
          <pc:docMk/>
          <pc:sldMk cId="1519123789" sldId="262"/>
        </pc:sldMkLst>
        <pc:spChg chg="mod">
          <ac:chgData name="Olasunkanmi Arowolo" userId="b1d4bfef6b4a9739" providerId="LiveId" clId="{B94EA0D5-4A62-4905-A0A5-198FB6972D82}" dt="2026-04-02T06:12:35.017" v="1052" actId="6549"/>
          <ac:spMkLst>
            <pc:docMk/>
            <pc:sldMk cId="1519123789" sldId="262"/>
            <ac:spMk id="3" creationId="{4AB0D9CC-3159-FF07-E488-6D99E477D816}"/>
          </ac:spMkLst>
        </pc:spChg>
      </pc:sldChg>
      <pc:sldChg chg="modSp">
        <pc:chgData name="Olasunkanmi Arowolo" userId="b1d4bfef6b4a9739" providerId="LiveId" clId="{B94EA0D5-4A62-4905-A0A5-198FB6972D82}" dt="2026-04-02T06:12:55.196" v="1057" actId="113"/>
        <pc:sldMkLst>
          <pc:docMk/>
          <pc:sldMk cId="2967033415" sldId="263"/>
        </pc:sldMkLst>
        <pc:spChg chg="mod">
          <ac:chgData name="Olasunkanmi Arowolo" userId="b1d4bfef6b4a9739" providerId="LiveId" clId="{B94EA0D5-4A62-4905-A0A5-198FB6972D82}" dt="2026-04-02T06:12:55.196" v="1057" actId="113"/>
          <ac:spMkLst>
            <pc:docMk/>
            <pc:sldMk cId="2967033415" sldId="263"/>
            <ac:spMk id="3" creationId="{CFFB85CC-F198-8877-59DB-88418F9BFA49}"/>
          </ac:spMkLst>
        </pc:spChg>
      </pc:sldChg>
      <pc:sldChg chg="modSp">
        <pc:chgData name="Olasunkanmi Arowolo" userId="b1d4bfef6b4a9739" providerId="LiveId" clId="{B94EA0D5-4A62-4905-A0A5-198FB6972D82}" dt="2026-04-02T13:28:18.066" v="1422" actId="113"/>
        <pc:sldMkLst>
          <pc:docMk/>
          <pc:sldMk cId="2606407833" sldId="264"/>
        </pc:sldMkLst>
        <pc:spChg chg="mod">
          <ac:chgData name="Olasunkanmi Arowolo" userId="b1d4bfef6b4a9739" providerId="LiveId" clId="{B94EA0D5-4A62-4905-A0A5-198FB6972D82}" dt="2026-04-02T13:28:18.066" v="1422" actId="113"/>
          <ac:spMkLst>
            <pc:docMk/>
            <pc:sldMk cId="2606407833" sldId="264"/>
            <ac:spMk id="3" creationId="{1D921AE2-D4D5-77A5-DE43-C0EAEA18162A}"/>
          </ac:spMkLst>
        </pc:spChg>
      </pc:sldChg>
      <pc:sldChg chg="modSp">
        <pc:chgData name="Olasunkanmi Arowolo" userId="b1d4bfef6b4a9739" providerId="LiveId" clId="{B94EA0D5-4A62-4905-A0A5-198FB6972D82}" dt="2026-04-02T13:28:32.875" v="1426" actId="113"/>
        <pc:sldMkLst>
          <pc:docMk/>
          <pc:sldMk cId="1025665560" sldId="265"/>
        </pc:sldMkLst>
        <pc:spChg chg="mod">
          <ac:chgData name="Olasunkanmi Arowolo" userId="b1d4bfef6b4a9739" providerId="LiveId" clId="{B94EA0D5-4A62-4905-A0A5-198FB6972D82}" dt="2026-04-02T13:28:32.875" v="1426" actId="113"/>
          <ac:spMkLst>
            <pc:docMk/>
            <pc:sldMk cId="1025665560" sldId="265"/>
            <ac:spMk id="3" creationId="{C805374E-6A9A-232E-3BA3-CBEA8D0A9B4C}"/>
          </ac:spMkLst>
        </pc:spChg>
      </pc:sldChg>
      <pc:sldChg chg="modSp">
        <pc:chgData name="Olasunkanmi Arowolo" userId="b1d4bfef6b4a9739" providerId="LiveId" clId="{B94EA0D5-4A62-4905-A0A5-198FB6972D82}" dt="2026-04-02T06:29:31.031" v="1327" actId="113"/>
        <pc:sldMkLst>
          <pc:docMk/>
          <pc:sldMk cId="3061219509" sldId="266"/>
        </pc:sldMkLst>
        <pc:spChg chg="mod">
          <ac:chgData name="Olasunkanmi Arowolo" userId="b1d4bfef6b4a9739" providerId="LiveId" clId="{B94EA0D5-4A62-4905-A0A5-198FB6972D82}" dt="2026-04-02T06:29:31.031" v="1327" actId="113"/>
          <ac:spMkLst>
            <pc:docMk/>
            <pc:sldMk cId="3061219509" sldId="266"/>
            <ac:spMk id="3" creationId="{A6F1171F-2DD2-96B7-C404-A99E4B78A159}"/>
          </ac:spMkLst>
        </pc:spChg>
      </pc:sldChg>
      <pc:sldChg chg="del">
        <pc:chgData name="Olasunkanmi Arowolo" userId="b1d4bfef6b4a9739" providerId="LiveId" clId="{B94EA0D5-4A62-4905-A0A5-198FB6972D82}" dt="2026-04-02T06:11:24.123" v="1038" actId="47"/>
        <pc:sldMkLst>
          <pc:docMk/>
          <pc:sldMk cId="2723075712" sldId="268"/>
        </pc:sldMkLst>
      </pc:sldChg>
      <pc:sldChg chg="modSp modNotesTx">
        <pc:chgData name="Olasunkanmi Arowolo" userId="b1d4bfef6b4a9739" providerId="LiveId" clId="{B94EA0D5-4A62-4905-A0A5-198FB6972D82}" dt="2026-04-02T13:28:54.332" v="1430" actId="113"/>
        <pc:sldMkLst>
          <pc:docMk/>
          <pc:sldMk cId="2296693082" sldId="269"/>
        </pc:sldMkLst>
        <pc:spChg chg="mod">
          <ac:chgData name="Olasunkanmi Arowolo" userId="b1d4bfef6b4a9739" providerId="LiveId" clId="{B94EA0D5-4A62-4905-A0A5-198FB6972D82}" dt="2026-04-02T13:28:54.332" v="1430" actId="113"/>
          <ac:spMkLst>
            <pc:docMk/>
            <pc:sldMk cId="2296693082" sldId="269"/>
            <ac:spMk id="3" creationId="{F8290C08-3586-9A4C-48EC-EDEBDF04CEB0}"/>
          </ac:spMkLst>
        </pc:spChg>
      </pc:sldChg>
      <pc:sldChg chg="modSp del mod">
        <pc:chgData name="Olasunkanmi Arowolo" userId="b1d4bfef6b4a9739" providerId="LiveId" clId="{B94EA0D5-4A62-4905-A0A5-198FB6972D82}" dt="2026-04-02T06:38:08.374" v="1390" actId="47"/>
        <pc:sldMkLst>
          <pc:docMk/>
          <pc:sldMk cId="3560722887" sldId="270"/>
        </pc:sldMkLst>
        <pc:spChg chg="mod">
          <ac:chgData name="Olasunkanmi Arowolo" userId="b1d4bfef6b4a9739" providerId="LiveId" clId="{B94EA0D5-4A62-4905-A0A5-198FB6972D82}" dt="2026-04-02T06:36:35.984" v="1389" actId="20577"/>
          <ac:spMkLst>
            <pc:docMk/>
            <pc:sldMk cId="3560722887" sldId="270"/>
            <ac:spMk id="4" creationId="{40546537-7703-057D-636F-1A304A1DB022}"/>
          </ac:spMkLst>
        </pc:spChg>
      </pc:sldChg>
      <pc:sldChg chg="del">
        <pc:chgData name="Olasunkanmi Arowolo" userId="b1d4bfef6b4a9739" providerId="LiveId" clId="{B94EA0D5-4A62-4905-A0A5-198FB6972D82}" dt="2026-04-02T06:36:18.130" v="1388" actId="47"/>
        <pc:sldMkLst>
          <pc:docMk/>
          <pc:sldMk cId="3838638802" sldId="271"/>
        </pc:sldMkLst>
      </pc:sldChg>
      <pc:sldChg chg="addSp modSp mod">
        <pc:chgData name="Olasunkanmi Arowolo" userId="b1d4bfef6b4a9739" providerId="LiveId" clId="{B94EA0D5-4A62-4905-A0A5-198FB6972D82}" dt="2026-04-02T13:25:02.232" v="1392" actId="1076"/>
        <pc:sldMkLst>
          <pc:docMk/>
          <pc:sldMk cId="2565478236" sldId="272"/>
        </pc:sldMkLst>
        <pc:picChg chg="add mod">
          <ac:chgData name="Olasunkanmi Arowolo" userId="b1d4bfef6b4a9739" providerId="LiveId" clId="{B94EA0D5-4A62-4905-A0A5-198FB6972D82}" dt="2026-04-02T13:25:02.232" v="1392" actId="1076"/>
          <ac:picMkLst>
            <pc:docMk/>
            <pc:sldMk cId="2565478236" sldId="272"/>
            <ac:picMk id="5" creationId="{6D0A3D8A-62EC-7FBD-B46C-D8B5546DF632}"/>
          </ac:picMkLst>
        </pc:picChg>
      </pc:sldChg>
      <pc:sldChg chg="modSp mod">
        <pc:chgData name="Olasunkanmi Arowolo" userId="b1d4bfef6b4a9739" providerId="LiveId" clId="{B94EA0D5-4A62-4905-A0A5-198FB6972D82}" dt="2026-04-02T05:39:22.600" v="30" actId="20577"/>
        <pc:sldMkLst>
          <pc:docMk/>
          <pc:sldMk cId="2601421425" sldId="277"/>
        </pc:sldMkLst>
        <pc:spChg chg="mod">
          <ac:chgData name="Olasunkanmi Arowolo" userId="b1d4bfef6b4a9739" providerId="LiveId" clId="{B94EA0D5-4A62-4905-A0A5-198FB6972D82}" dt="2026-04-02T05:38:40.938" v="1" actId="27636"/>
          <ac:spMkLst>
            <pc:docMk/>
            <pc:sldMk cId="2601421425" sldId="277"/>
            <ac:spMk id="2" creationId="{84D9B3BF-A2DC-A9FD-B425-F334ADA1F0D5}"/>
          </ac:spMkLst>
        </pc:spChg>
        <pc:spChg chg="mod">
          <ac:chgData name="Olasunkanmi Arowolo" userId="b1d4bfef6b4a9739" providerId="LiveId" clId="{B94EA0D5-4A62-4905-A0A5-198FB6972D82}" dt="2026-04-02T05:39:00.061" v="12" actId="20577"/>
          <ac:spMkLst>
            <pc:docMk/>
            <pc:sldMk cId="2601421425" sldId="277"/>
            <ac:spMk id="3" creationId="{E29986E3-329A-97BD-AECA-274DDE141162}"/>
          </ac:spMkLst>
        </pc:spChg>
        <pc:spChg chg="mod">
          <ac:chgData name="Olasunkanmi Arowolo" userId="b1d4bfef6b4a9739" providerId="LiveId" clId="{B94EA0D5-4A62-4905-A0A5-198FB6972D82}" dt="2026-04-02T05:39:10.640" v="20" actId="27636"/>
          <ac:spMkLst>
            <pc:docMk/>
            <pc:sldMk cId="2601421425" sldId="277"/>
            <ac:spMk id="4" creationId="{192BE3EB-D08E-C156-C601-0D2867BD96E5}"/>
          </ac:spMkLst>
        </pc:spChg>
        <pc:spChg chg="mod">
          <ac:chgData name="Olasunkanmi Arowolo" userId="b1d4bfef6b4a9739" providerId="LiveId" clId="{B94EA0D5-4A62-4905-A0A5-198FB6972D82}" dt="2026-04-02T05:39:22.600" v="30" actId="20577"/>
          <ac:spMkLst>
            <pc:docMk/>
            <pc:sldMk cId="2601421425" sldId="277"/>
            <ac:spMk id="5" creationId="{5D64DA62-7AC1-A9F7-BEAF-AA59A81EF0EF}"/>
          </ac:spMkLst>
        </pc:spChg>
        <pc:spChg chg="mod">
          <ac:chgData name="Olasunkanmi Arowolo" userId="b1d4bfef6b4a9739" providerId="LiveId" clId="{B94EA0D5-4A62-4905-A0A5-198FB6972D82}" dt="2026-04-02T05:39:20.690" v="29"/>
          <ac:spMkLst>
            <pc:docMk/>
            <pc:sldMk cId="2601421425" sldId="277"/>
            <ac:spMk id="6" creationId="{C43E8A5F-D21D-59AB-5D82-E42E566DAF36}"/>
          </ac:spMkLst>
        </pc:spChg>
      </pc:sldChg>
      <pc:sldChg chg="delSp del mod">
        <pc:chgData name="Olasunkanmi Arowolo" userId="b1d4bfef6b4a9739" providerId="LiveId" clId="{B94EA0D5-4A62-4905-A0A5-198FB6972D82}" dt="2026-04-02T05:39:35.422" v="32" actId="47"/>
        <pc:sldMkLst>
          <pc:docMk/>
          <pc:sldMk cId="2688042878" sldId="278"/>
        </pc:sldMkLst>
        <pc:grpChg chg="del">
          <ac:chgData name="Olasunkanmi Arowolo" userId="b1d4bfef6b4a9739" providerId="LiveId" clId="{B94EA0D5-4A62-4905-A0A5-198FB6972D82}" dt="2026-04-02T05:39:29.221" v="31" actId="21"/>
          <ac:grpSpMkLst>
            <pc:docMk/>
            <pc:sldMk cId="2688042878" sldId="278"/>
            <ac:grpSpMk id="10" creationId="{AEBDF801-9C8F-7E2D-3A5B-F3F3EC475191}"/>
          </ac:grpSpMkLst>
        </pc:grpChg>
      </pc:sldChg>
      <pc:sldChg chg="addSp delSp modSp mod ord modNotesTx">
        <pc:chgData name="Olasunkanmi Arowolo" userId="b1d4bfef6b4a9739" providerId="LiveId" clId="{B94EA0D5-4A62-4905-A0A5-198FB6972D82}" dt="2026-04-02T05:53:08.387" v="349"/>
        <pc:sldMkLst>
          <pc:docMk/>
          <pc:sldMk cId="4010741968" sldId="279"/>
        </pc:sldMkLst>
        <pc:spChg chg="mod">
          <ac:chgData name="Olasunkanmi Arowolo" userId="b1d4bfef6b4a9739" providerId="LiveId" clId="{B94EA0D5-4A62-4905-A0A5-198FB6972D82}" dt="2026-04-02T05:40:12.972" v="39" actId="27636"/>
          <ac:spMkLst>
            <pc:docMk/>
            <pc:sldMk cId="4010741968" sldId="279"/>
            <ac:spMk id="2" creationId="{150002D4-1C2D-EBE9-C9E7-A77D833D6D1B}"/>
          </ac:spMkLst>
        </pc:spChg>
        <pc:spChg chg="mod">
          <ac:chgData name="Olasunkanmi Arowolo" userId="b1d4bfef6b4a9739" providerId="LiveId" clId="{B94EA0D5-4A62-4905-A0A5-198FB6972D82}" dt="2026-04-02T05:40:35.997" v="48" actId="20577"/>
          <ac:spMkLst>
            <pc:docMk/>
            <pc:sldMk cId="4010741968" sldId="279"/>
            <ac:spMk id="3" creationId="{52197BFF-09DD-30EE-8795-45C22DE3BD7F}"/>
          </ac:spMkLst>
        </pc:spChg>
        <pc:spChg chg="mod">
          <ac:chgData name="Olasunkanmi Arowolo" userId="b1d4bfef6b4a9739" providerId="LiveId" clId="{B94EA0D5-4A62-4905-A0A5-198FB6972D82}" dt="2026-04-02T05:41:38.613" v="75"/>
          <ac:spMkLst>
            <pc:docMk/>
            <pc:sldMk cId="4010741968" sldId="279"/>
            <ac:spMk id="4" creationId="{6CC38E25-5A68-8821-5359-440600AFA5C8}"/>
          </ac:spMkLst>
        </pc:spChg>
        <pc:spChg chg="mod">
          <ac:chgData name="Olasunkanmi Arowolo" userId="b1d4bfef6b4a9739" providerId="LiveId" clId="{B94EA0D5-4A62-4905-A0A5-198FB6972D82}" dt="2026-04-02T05:41:36.485" v="74" actId="27636"/>
          <ac:spMkLst>
            <pc:docMk/>
            <pc:sldMk cId="4010741968" sldId="279"/>
            <ac:spMk id="5" creationId="{063258F2-4E1A-2535-4FF2-CA64E6400F9E}"/>
          </ac:spMkLst>
        </pc:spChg>
        <pc:spChg chg="mod">
          <ac:chgData name="Olasunkanmi Arowolo" userId="b1d4bfef6b4a9739" providerId="LiveId" clId="{B94EA0D5-4A62-4905-A0A5-198FB6972D82}" dt="2026-04-02T05:41:00.115" v="63"/>
          <ac:spMkLst>
            <pc:docMk/>
            <pc:sldMk cId="4010741968" sldId="279"/>
            <ac:spMk id="6" creationId="{0A81F67F-B9CE-EDDB-416D-A155D362D175}"/>
          </ac:spMkLst>
        </pc:spChg>
        <pc:spChg chg="mod">
          <ac:chgData name="Olasunkanmi Arowolo" userId="b1d4bfef6b4a9739" providerId="LiveId" clId="{B94EA0D5-4A62-4905-A0A5-198FB6972D82}" dt="2026-04-02T05:41:13.301" v="66"/>
          <ac:spMkLst>
            <pc:docMk/>
            <pc:sldMk cId="4010741968" sldId="279"/>
            <ac:spMk id="13" creationId="{A9E67DDC-C517-454F-2042-79A4AAD9E708}"/>
          </ac:spMkLst>
        </pc:spChg>
        <pc:spChg chg="mod">
          <ac:chgData name="Olasunkanmi Arowolo" userId="b1d4bfef6b4a9739" providerId="LiveId" clId="{B94EA0D5-4A62-4905-A0A5-198FB6972D82}" dt="2026-04-02T05:41:13.301" v="66"/>
          <ac:spMkLst>
            <pc:docMk/>
            <pc:sldMk cId="4010741968" sldId="279"/>
            <ac:spMk id="15" creationId="{C1853ED2-9485-E51E-21E2-5BE8BE0767D7}"/>
          </ac:spMkLst>
        </pc:spChg>
        <pc:spChg chg="mod">
          <ac:chgData name="Olasunkanmi Arowolo" userId="b1d4bfef6b4a9739" providerId="LiveId" clId="{B94EA0D5-4A62-4905-A0A5-198FB6972D82}" dt="2026-04-02T05:41:13.301" v="66"/>
          <ac:spMkLst>
            <pc:docMk/>
            <pc:sldMk cId="4010741968" sldId="279"/>
            <ac:spMk id="16" creationId="{CF78C232-858B-236C-E3DF-083DBD3F7C13}"/>
          </ac:spMkLst>
        </pc:spChg>
        <pc:grpChg chg="add del mod ord">
          <ac:chgData name="Olasunkanmi Arowolo" userId="b1d4bfef6b4a9739" providerId="LiveId" clId="{B94EA0D5-4A62-4905-A0A5-198FB6972D82}" dt="2026-04-02T05:41:50.965" v="77" actId="478"/>
          <ac:grpSpMkLst>
            <pc:docMk/>
            <pc:sldMk cId="4010741968" sldId="279"/>
            <ac:grpSpMk id="12" creationId="{209528A6-420D-F3B0-7025-DDF60EADF7C9}"/>
          </ac:grpSpMkLst>
        </pc:grpChg>
        <pc:grpChg chg="mod">
          <ac:chgData name="Olasunkanmi Arowolo" userId="b1d4bfef6b4a9739" providerId="LiveId" clId="{B94EA0D5-4A62-4905-A0A5-198FB6972D82}" dt="2026-04-02T05:41:13.301" v="66"/>
          <ac:grpSpMkLst>
            <pc:docMk/>
            <pc:sldMk cId="4010741968" sldId="279"/>
            <ac:grpSpMk id="14" creationId="{7FC9DB20-7363-4254-4D5B-F6E2385746D7}"/>
          </ac:grpSpMkLst>
        </pc:grpChg>
      </pc:sldChg>
      <pc:sldChg chg="delSp del mod">
        <pc:chgData name="Olasunkanmi Arowolo" userId="b1d4bfef6b4a9739" providerId="LiveId" clId="{B94EA0D5-4A62-4905-A0A5-198FB6972D82}" dt="2026-04-02T05:41:10.934" v="65" actId="47"/>
        <pc:sldMkLst>
          <pc:docMk/>
          <pc:sldMk cId="1532088901" sldId="280"/>
        </pc:sldMkLst>
        <pc:grpChg chg="del">
          <ac:chgData name="Olasunkanmi Arowolo" userId="b1d4bfef6b4a9739" providerId="LiveId" clId="{B94EA0D5-4A62-4905-A0A5-198FB6972D82}" dt="2026-04-02T05:41:08.776" v="64" actId="21"/>
          <ac:grpSpMkLst>
            <pc:docMk/>
            <pc:sldMk cId="1532088901" sldId="280"/>
            <ac:grpSpMk id="12" creationId="{209528A6-420D-F3B0-7025-DDF60EADF7C9}"/>
          </ac:grpSpMkLst>
        </pc:grpChg>
      </pc:sldChg>
      <pc:sldChg chg="addSp delSp modSp mod ord">
        <pc:chgData name="Olasunkanmi Arowolo" userId="b1d4bfef6b4a9739" providerId="LiveId" clId="{B94EA0D5-4A62-4905-A0A5-198FB6972D82}" dt="2026-04-02T05:54:03.739" v="353"/>
        <pc:sldMkLst>
          <pc:docMk/>
          <pc:sldMk cId="414008634" sldId="281"/>
        </pc:sldMkLst>
        <pc:spChg chg="mod">
          <ac:chgData name="Olasunkanmi Arowolo" userId="b1d4bfef6b4a9739" providerId="LiveId" clId="{B94EA0D5-4A62-4905-A0A5-198FB6972D82}" dt="2026-04-02T05:43:44.948" v="121" actId="27636"/>
          <ac:spMkLst>
            <pc:docMk/>
            <pc:sldMk cId="414008634" sldId="281"/>
            <ac:spMk id="2" creationId="{755B57B4-6723-CA6D-B474-8C37EB6E95D9}"/>
          </ac:spMkLst>
        </pc:spChg>
        <pc:spChg chg="mod">
          <ac:chgData name="Olasunkanmi Arowolo" userId="b1d4bfef6b4a9739" providerId="LiveId" clId="{B94EA0D5-4A62-4905-A0A5-198FB6972D82}" dt="2026-04-02T05:44:20.871" v="146" actId="20577"/>
          <ac:spMkLst>
            <pc:docMk/>
            <pc:sldMk cId="414008634" sldId="281"/>
            <ac:spMk id="4" creationId="{C064FD30-DDFD-309C-8124-0392C8E24B68}"/>
          </ac:spMkLst>
        </pc:spChg>
        <pc:spChg chg="mod">
          <ac:chgData name="Olasunkanmi Arowolo" userId="b1d4bfef6b4a9739" providerId="LiveId" clId="{B94EA0D5-4A62-4905-A0A5-198FB6972D82}" dt="2026-04-02T05:44:26.028" v="153" actId="6549"/>
          <ac:spMkLst>
            <pc:docMk/>
            <pc:sldMk cId="414008634" sldId="281"/>
            <ac:spMk id="6" creationId="{AD94C2C9-3974-79D6-94EF-ED99070E78A3}"/>
          </ac:spMkLst>
        </pc:spChg>
        <pc:spChg chg="add del">
          <ac:chgData name="Olasunkanmi Arowolo" userId="b1d4bfef6b4a9739" providerId="LiveId" clId="{B94EA0D5-4A62-4905-A0A5-198FB6972D82}" dt="2026-04-02T05:44:37.741" v="155" actId="22"/>
          <ac:spMkLst>
            <pc:docMk/>
            <pc:sldMk cId="414008634" sldId="281"/>
            <ac:spMk id="8" creationId="{59B5D4D9-554D-39BF-5581-5F706BCEAAD0}"/>
          </ac:spMkLst>
        </pc:spChg>
        <pc:spChg chg="mod">
          <ac:chgData name="Olasunkanmi Arowolo" userId="b1d4bfef6b4a9739" providerId="LiveId" clId="{B94EA0D5-4A62-4905-A0A5-198FB6972D82}" dt="2026-04-02T05:43:59.611" v="129" actId="20577"/>
          <ac:spMkLst>
            <pc:docMk/>
            <pc:sldMk cId="414008634" sldId="281"/>
            <ac:spMk id="9" creationId="{584EE599-098C-FC4A-D503-7A257E69DA63}"/>
          </ac:spMkLst>
        </pc:spChg>
        <pc:spChg chg="mod">
          <ac:chgData name="Olasunkanmi Arowolo" userId="b1d4bfef6b4a9739" providerId="LiveId" clId="{B94EA0D5-4A62-4905-A0A5-198FB6972D82}" dt="2026-04-02T05:44:17.634" v="143" actId="6549"/>
          <ac:spMkLst>
            <pc:docMk/>
            <pc:sldMk cId="414008634" sldId="281"/>
            <ac:spMk id="11" creationId="{D4144189-FDCF-526F-21E5-A4068310314B}"/>
          </ac:spMkLst>
        </pc:spChg>
        <pc:spChg chg="mod">
          <ac:chgData name="Olasunkanmi Arowolo" userId="b1d4bfef6b4a9739" providerId="LiveId" clId="{B94EA0D5-4A62-4905-A0A5-198FB6972D82}" dt="2026-04-02T05:45:43.084" v="196"/>
          <ac:spMkLst>
            <pc:docMk/>
            <pc:sldMk cId="414008634" sldId="281"/>
            <ac:spMk id="12" creationId="{3DC9C8BA-5BA6-915E-A29B-EAD86489D53C}"/>
          </ac:spMkLst>
        </pc:spChg>
        <pc:spChg chg="mod">
          <ac:chgData name="Olasunkanmi Arowolo" userId="b1d4bfef6b4a9739" providerId="LiveId" clId="{B94EA0D5-4A62-4905-A0A5-198FB6972D82}" dt="2026-04-02T05:45:43.084" v="196"/>
          <ac:spMkLst>
            <pc:docMk/>
            <pc:sldMk cId="414008634" sldId="281"/>
            <ac:spMk id="14" creationId="{C6D3E6F4-58BE-E21B-9A97-5719BFA05138}"/>
          </ac:spMkLst>
        </pc:spChg>
        <pc:spChg chg="mod">
          <ac:chgData name="Olasunkanmi Arowolo" userId="b1d4bfef6b4a9739" providerId="LiveId" clId="{B94EA0D5-4A62-4905-A0A5-198FB6972D82}" dt="2026-04-02T05:45:43.084" v="196"/>
          <ac:spMkLst>
            <pc:docMk/>
            <pc:sldMk cId="414008634" sldId="281"/>
            <ac:spMk id="15" creationId="{33476EEC-CC2A-693E-7C47-5F9A367D2460}"/>
          </ac:spMkLst>
        </pc:spChg>
        <pc:grpChg chg="add del mod ord">
          <ac:chgData name="Olasunkanmi Arowolo" userId="b1d4bfef6b4a9739" providerId="LiveId" clId="{B94EA0D5-4A62-4905-A0A5-198FB6972D82}" dt="2026-04-02T05:45:52.693" v="199" actId="478"/>
          <ac:grpSpMkLst>
            <pc:docMk/>
            <pc:sldMk cId="414008634" sldId="281"/>
            <ac:grpSpMk id="10" creationId="{02B2D3AE-FD0A-0814-8DBB-43E8823E07D2}"/>
          </ac:grpSpMkLst>
        </pc:grpChg>
        <pc:grpChg chg="mod">
          <ac:chgData name="Olasunkanmi Arowolo" userId="b1d4bfef6b4a9739" providerId="LiveId" clId="{B94EA0D5-4A62-4905-A0A5-198FB6972D82}" dt="2026-04-02T05:45:43.084" v="196"/>
          <ac:grpSpMkLst>
            <pc:docMk/>
            <pc:sldMk cId="414008634" sldId="281"/>
            <ac:grpSpMk id="13" creationId="{520792BC-6E06-91C0-93EE-ED905B981858}"/>
          </ac:grpSpMkLst>
        </pc:grpChg>
      </pc:sldChg>
      <pc:sldChg chg="addSp delSp modSp mod ord">
        <pc:chgData name="Olasunkanmi Arowolo" userId="b1d4bfef6b4a9739" providerId="LiveId" clId="{B94EA0D5-4A62-4905-A0A5-198FB6972D82}" dt="2026-04-02T06:30:43.785" v="1333" actId="20578"/>
        <pc:sldMkLst>
          <pc:docMk/>
          <pc:sldMk cId="557569051" sldId="282"/>
        </pc:sldMkLst>
        <pc:spChg chg="mod">
          <ac:chgData name="Olasunkanmi Arowolo" userId="b1d4bfef6b4a9739" providerId="LiveId" clId="{B94EA0D5-4A62-4905-A0A5-198FB6972D82}" dt="2026-04-02T05:42:18.254" v="81" actId="27636"/>
          <ac:spMkLst>
            <pc:docMk/>
            <pc:sldMk cId="557569051" sldId="282"/>
            <ac:spMk id="2" creationId="{6ECA7A67-638C-9B0D-0D50-CD60F60F630B}"/>
          </ac:spMkLst>
        </pc:spChg>
        <pc:spChg chg="mod">
          <ac:chgData name="Olasunkanmi Arowolo" userId="b1d4bfef6b4a9739" providerId="LiveId" clId="{B94EA0D5-4A62-4905-A0A5-198FB6972D82}" dt="2026-04-02T05:42:38.257" v="92" actId="6549"/>
          <ac:spMkLst>
            <pc:docMk/>
            <pc:sldMk cId="557569051" sldId="282"/>
            <ac:spMk id="3" creationId="{56ED14AF-1BEC-840A-6D52-8AF113CDD8F4}"/>
          </ac:spMkLst>
        </pc:spChg>
        <pc:spChg chg="mod">
          <ac:chgData name="Olasunkanmi Arowolo" userId="b1d4bfef6b4a9739" providerId="LiveId" clId="{B94EA0D5-4A62-4905-A0A5-198FB6972D82}" dt="2026-04-02T05:42:46.015" v="99" actId="6549"/>
          <ac:spMkLst>
            <pc:docMk/>
            <pc:sldMk cId="557569051" sldId="282"/>
            <ac:spMk id="4" creationId="{210DB932-5A7A-D237-A844-930345FFAA88}"/>
          </ac:spMkLst>
        </pc:spChg>
        <pc:spChg chg="mod">
          <ac:chgData name="Olasunkanmi Arowolo" userId="b1d4bfef6b4a9739" providerId="LiveId" clId="{B94EA0D5-4A62-4905-A0A5-198FB6972D82}" dt="2026-04-02T05:42:56.294" v="112" actId="6549"/>
          <ac:spMkLst>
            <pc:docMk/>
            <pc:sldMk cId="557569051" sldId="282"/>
            <ac:spMk id="5" creationId="{954E6BA3-B559-1406-22EF-02BD0C8D7EA1}"/>
          </ac:spMkLst>
        </pc:spChg>
        <pc:spChg chg="mod">
          <ac:chgData name="Olasunkanmi Arowolo" userId="b1d4bfef6b4a9739" providerId="LiveId" clId="{B94EA0D5-4A62-4905-A0A5-198FB6972D82}" dt="2026-04-02T05:42:59.262" v="114" actId="27636"/>
          <ac:spMkLst>
            <pc:docMk/>
            <pc:sldMk cId="557569051" sldId="282"/>
            <ac:spMk id="6" creationId="{5F1B11E6-4FD6-E9FF-EB50-26623C4ED42F}"/>
          </ac:spMkLst>
        </pc:spChg>
        <pc:spChg chg="mod">
          <ac:chgData name="Olasunkanmi Arowolo" userId="b1d4bfef6b4a9739" providerId="LiveId" clId="{B94EA0D5-4A62-4905-A0A5-198FB6972D82}" dt="2026-04-02T05:43:13.353" v="115"/>
          <ac:spMkLst>
            <pc:docMk/>
            <pc:sldMk cId="557569051" sldId="282"/>
            <ac:spMk id="10" creationId="{AF0599F7-C14C-34D1-DA01-EA239A0147E9}"/>
          </ac:spMkLst>
        </pc:spChg>
        <pc:spChg chg="mod">
          <ac:chgData name="Olasunkanmi Arowolo" userId="b1d4bfef6b4a9739" providerId="LiveId" clId="{B94EA0D5-4A62-4905-A0A5-198FB6972D82}" dt="2026-04-02T05:43:13.353" v="115"/>
          <ac:spMkLst>
            <pc:docMk/>
            <pc:sldMk cId="557569051" sldId="282"/>
            <ac:spMk id="12" creationId="{A5C9A160-BCA1-9EB3-088B-723BBAEDF466}"/>
          </ac:spMkLst>
        </pc:spChg>
        <pc:spChg chg="mod">
          <ac:chgData name="Olasunkanmi Arowolo" userId="b1d4bfef6b4a9739" providerId="LiveId" clId="{B94EA0D5-4A62-4905-A0A5-198FB6972D82}" dt="2026-04-02T05:43:13.353" v="115"/>
          <ac:spMkLst>
            <pc:docMk/>
            <pc:sldMk cId="557569051" sldId="282"/>
            <ac:spMk id="13" creationId="{135A63D5-FED1-C93C-F76E-8851376AC30E}"/>
          </ac:spMkLst>
        </pc:spChg>
        <pc:grpChg chg="add del mod ord">
          <ac:chgData name="Olasunkanmi Arowolo" userId="b1d4bfef6b4a9739" providerId="LiveId" clId="{B94EA0D5-4A62-4905-A0A5-198FB6972D82}" dt="2026-04-02T05:43:25.808" v="119" actId="478"/>
          <ac:grpSpMkLst>
            <pc:docMk/>
            <pc:sldMk cId="557569051" sldId="282"/>
            <ac:grpSpMk id="8" creationId="{D9E8397B-9EE1-9258-BD1A-0B491D358214}"/>
          </ac:grpSpMkLst>
        </pc:grpChg>
        <pc:grpChg chg="mod">
          <ac:chgData name="Olasunkanmi Arowolo" userId="b1d4bfef6b4a9739" providerId="LiveId" clId="{B94EA0D5-4A62-4905-A0A5-198FB6972D82}" dt="2026-04-02T05:43:13.353" v="115"/>
          <ac:grpSpMkLst>
            <pc:docMk/>
            <pc:sldMk cId="557569051" sldId="282"/>
            <ac:grpSpMk id="11" creationId="{FC7E2952-6901-3F58-CC1A-361D1F238ADA}"/>
          </ac:grpSpMkLst>
        </pc:grpChg>
      </pc:sldChg>
      <pc:sldChg chg="delSp modSp del mod ord">
        <pc:chgData name="Olasunkanmi Arowolo" userId="b1d4bfef6b4a9739" providerId="LiveId" clId="{B94EA0D5-4A62-4905-A0A5-198FB6972D82}" dt="2026-04-02T06:18:49.624" v="1129" actId="47"/>
        <pc:sldMkLst>
          <pc:docMk/>
          <pc:sldMk cId="4107628370" sldId="283"/>
        </pc:sldMkLst>
        <pc:spChg chg="mod">
          <ac:chgData name="Olasunkanmi Arowolo" userId="b1d4bfef6b4a9739" providerId="LiveId" clId="{B94EA0D5-4A62-4905-A0A5-198FB6972D82}" dt="2026-04-02T05:44:49.119" v="159" actId="27636"/>
          <ac:spMkLst>
            <pc:docMk/>
            <pc:sldMk cId="4107628370" sldId="283"/>
            <ac:spMk id="2" creationId="{923B40DF-650E-18CE-0F4C-E8316130C6D3}"/>
          </ac:spMkLst>
        </pc:spChg>
        <pc:spChg chg="mod">
          <ac:chgData name="Olasunkanmi Arowolo" userId="b1d4bfef6b4a9739" providerId="LiveId" clId="{B94EA0D5-4A62-4905-A0A5-198FB6972D82}" dt="2026-04-02T05:45:09.263" v="181" actId="6549"/>
          <ac:spMkLst>
            <pc:docMk/>
            <pc:sldMk cId="4107628370" sldId="283"/>
            <ac:spMk id="4" creationId="{6330356D-1300-A64D-5EB8-39E1F36F0808}"/>
          </ac:spMkLst>
        </pc:spChg>
        <pc:spChg chg="mod">
          <ac:chgData name="Olasunkanmi Arowolo" userId="b1d4bfef6b4a9739" providerId="LiveId" clId="{B94EA0D5-4A62-4905-A0A5-198FB6972D82}" dt="2026-04-02T05:45:24.534" v="195" actId="20577"/>
          <ac:spMkLst>
            <pc:docMk/>
            <pc:sldMk cId="4107628370" sldId="283"/>
            <ac:spMk id="6" creationId="{9B3C0D59-BE7C-A758-7175-35D61463BAC8}"/>
          </ac:spMkLst>
        </pc:spChg>
        <pc:spChg chg="mod">
          <ac:chgData name="Olasunkanmi Arowolo" userId="b1d4bfef6b4a9739" providerId="LiveId" clId="{B94EA0D5-4A62-4905-A0A5-198FB6972D82}" dt="2026-04-02T05:44:58.863" v="172" actId="6549"/>
          <ac:spMkLst>
            <pc:docMk/>
            <pc:sldMk cId="4107628370" sldId="283"/>
            <ac:spMk id="9" creationId="{AE71164A-387A-AE49-BEC8-B18BEB2C7269}"/>
          </ac:spMkLst>
        </pc:spChg>
        <pc:spChg chg="mod">
          <ac:chgData name="Olasunkanmi Arowolo" userId="b1d4bfef6b4a9739" providerId="LiveId" clId="{B94EA0D5-4A62-4905-A0A5-198FB6972D82}" dt="2026-04-02T05:45:18.503" v="191" actId="20577"/>
          <ac:spMkLst>
            <pc:docMk/>
            <pc:sldMk cId="4107628370" sldId="283"/>
            <ac:spMk id="11" creationId="{E9C16C98-9D83-9546-5BEC-3259C0068F41}"/>
          </ac:spMkLst>
        </pc:spChg>
        <pc:grpChg chg="del">
          <ac:chgData name="Olasunkanmi Arowolo" userId="b1d4bfef6b4a9739" providerId="LiveId" clId="{B94EA0D5-4A62-4905-A0A5-198FB6972D82}" dt="2026-04-02T05:46:02.905" v="201" actId="478"/>
          <ac:grpSpMkLst>
            <pc:docMk/>
            <pc:sldMk cId="4107628370" sldId="283"/>
            <ac:grpSpMk id="12" creationId="{F905E608-54C8-FCF9-60A6-391EF74BB0ED}"/>
          </ac:grpSpMkLst>
        </pc:grpChg>
      </pc:sldChg>
      <pc:sldChg chg="del">
        <pc:chgData name="Olasunkanmi Arowolo" userId="b1d4bfef6b4a9739" providerId="LiveId" clId="{B94EA0D5-4A62-4905-A0A5-198FB6972D82}" dt="2026-04-02T05:43:20.002" v="117" actId="47"/>
        <pc:sldMkLst>
          <pc:docMk/>
          <pc:sldMk cId="4171723595" sldId="284"/>
        </pc:sldMkLst>
      </pc:sldChg>
      <pc:sldChg chg="delSp modSp mod ord">
        <pc:chgData name="Olasunkanmi Arowolo" userId="b1d4bfef6b4a9739" providerId="LiveId" clId="{B94EA0D5-4A62-4905-A0A5-198FB6972D82}" dt="2026-04-02T06:28:46.047" v="1323"/>
        <pc:sldMkLst>
          <pc:docMk/>
          <pc:sldMk cId="3729147977" sldId="285"/>
        </pc:sldMkLst>
        <pc:spChg chg="mod">
          <ac:chgData name="Olasunkanmi Arowolo" userId="b1d4bfef6b4a9739" providerId="LiveId" clId="{B94EA0D5-4A62-4905-A0A5-198FB6972D82}" dt="2026-04-02T05:48:24.208" v="206" actId="27636"/>
          <ac:spMkLst>
            <pc:docMk/>
            <pc:sldMk cId="3729147977" sldId="285"/>
            <ac:spMk id="2" creationId="{ABCE4917-60DF-E3F5-F461-270930F3C777}"/>
          </ac:spMkLst>
        </pc:spChg>
        <pc:spChg chg="mod">
          <ac:chgData name="Olasunkanmi Arowolo" userId="b1d4bfef6b4a9739" providerId="LiveId" clId="{B94EA0D5-4A62-4905-A0A5-198FB6972D82}" dt="2026-04-02T05:49:03.058" v="240" actId="403"/>
          <ac:spMkLst>
            <pc:docMk/>
            <pc:sldMk cId="3729147977" sldId="285"/>
            <ac:spMk id="3" creationId="{95E118A7-30DF-8076-8976-B30CEDB96C3C}"/>
          </ac:spMkLst>
        </pc:spChg>
        <pc:spChg chg="mod">
          <ac:chgData name="Olasunkanmi Arowolo" userId="b1d4bfef6b4a9739" providerId="LiveId" clId="{B94EA0D5-4A62-4905-A0A5-198FB6972D82}" dt="2026-04-02T05:48:42.564" v="226" actId="27636"/>
          <ac:spMkLst>
            <pc:docMk/>
            <pc:sldMk cId="3729147977" sldId="285"/>
            <ac:spMk id="4" creationId="{8129CE3D-7C3C-26E9-4274-63AB507387DF}"/>
          </ac:spMkLst>
        </pc:spChg>
        <pc:spChg chg="mod">
          <ac:chgData name="Olasunkanmi Arowolo" userId="b1d4bfef6b4a9739" providerId="LiveId" clId="{B94EA0D5-4A62-4905-A0A5-198FB6972D82}" dt="2026-04-02T05:48:52.377" v="238" actId="20577"/>
          <ac:spMkLst>
            <pc:docMk/>
            <pc:sldMk cId="3729147977" sldId="285"/>
            <ac:spMk id="5" creationId="{17F07A89-5060-FBF9-8F20-C066B2481799}"/>
          </ac:spMkLst>
        </pc:spChg>
        <pc:spChg chg="mod">
          <ac:chgData name="Olasunkanmi Arowolo" userId="b1d4bfef6b4a9739" providerId="LiveId" clId="{B94EA0D5-4A62-4905-A0A5-198FB6972D82}" dt="2026-04-02T05:48:54.937" v="239"/>
          <ac:spMkLst>
            <pc:docMk/>
            <pc:sldMk cId="3729147977" sldId="285"/>
            <ac:spMk id="6" creationId="{8EC68FCF-BC2D-BD0F-AAC1-81D750FFD956}"/>
          </ac:spMkLst>
        </pc:spChg>
        <pc:grpChg chg="del mod">
          <ac:chgData name="Olasunkanmi Arowolo" userId="b1d4bfef6b4a9739" providerId="LiveId" clId="{B94EA0D5-4A62-4905-A0A5-198FB6972D82}" dt="2026-04-02T05:49:20.633" v="243" actId="478"/>
          <ac:grpSpMkLst>
            <pc:docMk/>
            <pc:sldMk cId="3729147977" sldId="285"/>
            <ac:grpSpMk id="10" creationId="{0E7798C1-B0E6-A4A3-AC3D-EC65AEEE8EDE}"/>
          </ac:grpSpMkLst>
        </pc:grpChg>
      </pc:sldChg>
      <pc:sldChg chg="del">
        <pc:chgData name="Olasunkanmi Arowolo" userId="b1d4bfef6b4a9739" providerId="LiveId" clId="{B94EA0D5-4A62-4905-A0A5-198FB6972D82}" dt="2026-04-02T05:48:07.274" v="202" actId="47"/>
        <pc:sldMkLst>
          <pc:docMk/>
          <pc:sldMk cId="392908473" sldId="286"/>
        </pc:sldMkLst>
      </pc:sldChg>
      <pc:sldChg chg="addSp delSp modSp mod">
        <pc:chgData name="Olasunkanmi Arowolo" userId="b1d4bfef6b4a9739" providerId="LiveId" clId="{B94EA0D5-4A62-4905-A0A5-198FB6972D82}" dt="2026-04-02T13:26:15.097" v="1394" actId="1076"/>
        <pc:sldMkLst>
          <pc:docMk/>
          <pc:sldMk cId="429181448" sldId="287"/>
        </pc:sldMkLst>
        <pc:spChg chg="add del mod">
          <ac:chgData name="Olasunkanmi Arowolo" userId="b1d4bfef6b4a9739" providerId="LiveId" clId="{B94EA0D5-4A62-4905-A0A5-198FB6972D82}" dt="2026-04-02T05:49:33.991" v="245" actId="478"/>
          <ac:spMkLst>
            <pc:docMk/>
            <pc:sldMk cId="429181448" sldId="287"/>
            <ac:spMk id="5" creationId="{584886BE-3ED3-3EE9-0254-A14A8A77FE32}"/>
          </ac:spMkLst>
        </pc:spChg>
        <pc:picChg chg="add mod">
          <ac:chgData name="Olasunkanmi Arowolo" userId="b1d4bfef6b4a9739" providerId="LiveId" clId="{B94EA0D5-4A62-4905-A0A5-198FB6972D82}" dt="2026-04-02T13:26:15.097" v="1394" actId="1076"/>
          <ac:picMkLst>
            <pc:docMk/>
            <pc:sldMk cId="429181448" sldId="287"/>
            <ac:picMk id="5" creationId="{DF6740DE-C7A4-5080-A408-DBA0F3161302}"/>
          </ac:picMkLst>
        </pc:picChg>
        <pc:picChg chg="del">
          <ac:chgData name="Olasunkanmi Arowolo" userId="b1d4bfef6b4a9739" providerId="LiveId" clId="{B94EA0D5-4A62-4905-A0A5-198FB6972D82}" dt="2026-04-02T05:49:29.151" v="244" actId="478"/>
          <ac:picMkLst>
            <pc:docMk/>
            <pc:sldMk cId="429181448" sldId="287"/>
            <ac:picMk id="8" creationId="{8374867A-1ED0-9166-5409-28DFAD6C6CE3}"/>
          </ac:picMkLst>
        </pc:picChg>
      </pc:sldChg>
      <pc:sldChg chg="delSp add del mod">
        <pc:chgData name="Olasunkanmi Arowolo" userId="b1d4bfef6b4a9739" providerId="LiveId" clId="{B94EA0D5-4A62-4905-A0A5-198FB6972D82}" dt="2026-04-02T06:33:53.305" v="1381" actId="47"/>
        <pc:sldMkLst>
          <pc:docMk/>
          <pc:sldMk cId="2526573729" sldId="289"/>
        </pc:sldMkLst>
        <pc:picChg chg="del">
          <ac:chgData name="Olasunkanmi Arowolo" userId="b1d4bfef6b4a9739" providerId="LiveId" clId="{B94EA0D5-4A62-4905-A0A5-198FB6972D82}" dt="2026-04-02T06:30:52.063" v="1334" actId="21"/>
          <ac:picMkLst>
            <pc:docMk/>
            <pc:sldMk cId="2526573729" sldId="289"/>
            <ac:picMk id="6" creationId="{333E49BD-8AB3-2E79-7647-AF026ED3E43D}"/>
          </ac:picMkLst>
        </pc:picChg>
      </pc:sldChg>
      <pc:sldChg chg="modSp mod">
        <pc:chgData name="Olasunkanmi Arowolo" userId="b1d4bfef6b4a9739" providerId="LiveId" clId="{B94EA0D5-4A62-4905-A0A5-198FB6972D82}" dt="2026-04-02T06:11:40.328" v="1041" actId="20577"/>
        <pc:sldMkLst>
          <pc:docMk/>
          <pc:sldMk cId="1446552941" sldId="291"/>
        </pc:sldMkLst>
        <pc:spChg chg="mod">
          <ac:chgData name="Olasunkanmi Arowolo" userId="b1d4bfef6b4a9739" providerId="LiveId" clId="{B94EA0D5-4A62-4905-A0A5-198FB6972D82}" dt="2026-04-02T06:11:37.947" v="1039" actId="21"/>
          <ac:spMkLst>
            <pc:docMk/>
            <pc:sldMk cId="1446552941" sldId="291"/>
            <ac:spMk id="3" creationId="{839AD960-211D-3ED0-0849-B1826F768D49}"/>
          </ac:spMkLst>
        </pc:spChg>
        <pc:spChg chg="mod">
          <ac:chgData name="Olasunkanmi Arowolo" userId="b1d4bfef6b4a9739" providerId="LiveId" clId="{B94EA0D5-4A62-4905-A0A5-198FB6972D82}" dt="2026-04-02T06:11:40.328" v="1041" actId="20577"/>
          <ac:spMkLst>
            <pc:docMk/>
            <pc:sldMk cId="1446552941" sldId="291"/>
            <ac:spMk id="4" creationId="{CB699412-692C-D30D-A37F-E0E737163654}"/>
          </ac:spMkLst>
        </pc:spChg>
      </pc:sldChg>
      <pc:sldChg chg="modSp mod">
        <pc:chgData name="Olasunkanmi Arowolo" userId="b1d4bfef6b4a9739" providerId="LiveId" clId="{B94EA0D5-4A62-4905-A0A5-198FB6972D82}" dt="2026-04-02T06:15:34.262" v="1100" actId="113"/>
        <pc:sldMkLst>
          <pc:docMk/>
          <pc:sldMk cId="2211465848" sldId="295"/>
        </pc:sldMkLst>
        <pc:spChg chg="mod">
          <ac:chgData name="Olasunkanmi Arowolo" userId="b1d4bfef6b4a9739" providerId="LiveId" clId="{B94EA0D5-4A62-4905-A0A5-198FB6972D82}" dt="2026-04-02T06:15:34.262" v="1100" actId="113"/>
          <ac:spMkLst>
            <pc:docMk/>
            <pc:sldMk cId="2211465848" sldId="295"/>
            <ac:spMk id="4" creationId="{0ABA5325-D3B1-8EA2-7CD9-6926D57D87F7}"/>
          </ac:spMkLst>
        </pc:spChg>
      </pc:sldChg>
      <pc:sldChg chg="modSp mod">
        <pc:chgData name="Olasunkanmi Arowolo" userId="b1d4bfef6b4a9739" providerId="LiveId" clId="{B94EA0D5-4A62-4905-A0A5-198FB6972D82}" dt="2026-04-02T05:54:11.235" v="354" actId="113"/>
        <pc:sldMkLst>
          <pc:docMk/>
          <pc:sldMk cId="1944837373" sldId="296"/>
        </pc:sldMkLst>
        <pc:spChg chg="mod">
          <ac:chgData name="Olasunkanmi Arowolo" userId="b1d4bfef6b4a9739" providerId="LiveId" clId="{B94EA0D5-4A62-4905-A0A5-198FB6972D82}" dt="2026-04-02T05:54:11.235" v="354" actId="113"/>
          <ac:spMkLst>
            <pc:docMk/>
            <pc:sldMk cId="1944837373" sldId="296"/>
            <ac:spMk id="4" creationId="{B62CDCE6-ABE9-3EB3-DABE-1EE05E484BA7}"/>
          </ac:spMkLst>
        </pc:spChg>
      </pc:sldChg>
      <pc:sldChg chg="modSp mod">
        <pc:chgData name="Olasunkanmi Arowolo" userId="b1d4bfef6b4a9739" providerId="LiveId" clId="{B94EA0D5-4A62-4905-A0A5-198FB6972D82}" dt="2026-04-02T05:58:00.592" v="485" actId="5793"/>
        <pc:sldMkLst>
          <pc:docMk/>
          <pc:sldMk cId="1072879938" sldId="297"/>
        </pc:sldMkLst>
        <pc:spChg chg="mod">
          <ac:chgData name="Olasunkanmi Arowolo" userId="b1d4bfef6b4a9739" providerId="LiveId" clId="{B94EA0D5-4A62-4905-A0A5-198FB6972D82}" dt="2026-04-02T05:58:00.592" v="485" actId="5793"/>
          <ac:spMkLst>
            <pc:docMk/>
            <pc:sldMk cId="1072879938" sldId="297"/>
            <ac:spMk id="3" creationId="{B8421740-22A3-FE3D-D2B2-B409B6DE80F9}"/>
          </ac:spMkLst>
        </pc:spChg>
        <pc:spChg chg="mod">
          <ac:chgData name="Olasunkanmi Arowolo" userId="b1d4bfef6b4a9739" providerId="LiveId" clId="{B94EA0D5-4A62-4905-A0A5-198FB6972D82}" dt="2026-04-02T05:57:37.794" v="472" actId="113"/>
          <ac:spMkLst>
            <pc:docMk/>
            <pc:sldMk cId="1072879938" sldId="297"/>
            <ac:spMk id="4" creationId="{2A52DA15-6304-CE7F-EB80-D78D79884400}"/>
          </ac:spMkLst>
        </pc:spChg>
      </pc:sldChg>
      <pc:sldChg chg="modSp mod">
        <pc:chgData name="Olasunkanmi Arowolo" userId="b1d4bfef6b4a9739" providerId="LiveId" clId="{B94EA0D5-4A62-4905-A0A5-198FB6972D82}" dt="2026-04-02T06:00:27.950" v="504" actId="113"/>
        <pc:sldMkLst>
          <pc:docMk/>
          <pc:sldMk cId="2434123689" sldId="298"/>
        </pc:sldMkLst>
        <pc:spChg chg="mod">
          <ac:chgData name="Olasunkanmi Arowolo" userId="b1d4bfef6b4a9739" providerId="LiveId" clId="{B94EA0D5-4A62-4905-A0A5-198FB6972D82}" dt="2026-04-02T06:00:27.950" v="504" actId="113"/>
          <ac:spMkLst>
            <pc:docMk/>
            <pc:sldMk cId="2434123689" sldId="298"/>
            <ac:spMk id="3" creationId="{40F33E4B-5E11-E66A-2600-A3A6B039903C}"/>
          </ac:spMkLst>
        </pc:spChg>
        <pc:spChg chg="mod">
          <ac:chgData name="Olasunkanmi Arowolo" userId="b1d4bfef6b4a9739" providerId="LiveId" clId="{B94EA0D5-4A62-4905-A0A5-198FB6972D82}" dt="2026-04-02T05:54:26.394" v="362" actId="113"/>
          <ac:spMkLst>
            <pc:docMk/>
            <pc:sldMk cId="2434123689" sldId="298"/>
            <ac:spMk id="4" creationId="{7C03947C-47E9-88DD-03C6-A95E2A71C327}"/>
          </ac:spMkLst>
        </pc:spChg>
      </pc:sldChg>
      <pc:sldChg chg="modSp mod">
        <pc:chgData name="Olasunkanmi Arowolo" userId="b1d4bfef6b4a9739" providerId="LiveId" clId="{B94EA0D5-4A62-4905-A0A5-198FB6972D82}" dt="2026-04-02T06:25:16.617" v="1291" actId="20577"/>
        <pc:sldMkLst>
          <pc:docMk/>
          <pc:sldMk cId="4125285734" sldId="299"/>
        </pc:sldMkLst>
        <pc:spChg chg="mod">
          <ac:chgData name="Olasunkanmi Arowolo" userId="b1d4bfef6b4a9739" providerId="LiveId" clId="{B94EA0D5-4A62-4905-A0A5-198FB6972D82}" dt="2026-04-02T06:25:16.617" v="1291" actId="20577"/>
          <ac:spMkLst>
            <pc:docMk/>
            <pc:sldMk cId="4125285734" sldId="299"/>
            <ac:spMk id="3" creationId="{C9488872-B4F4-42BD-B469-B01C4BC0DD8F}"/>
          </ac:spMkLst>
        </pc:spChg>
        <pc:spChg chg="mod">
          <ac:chgData name="Olasunkanmi Arowolo" userId="b1d4bfef6b4a9739" providerId="LiveId" clId="{B94EA0D5-4A62-4905-A0A5-198FB6972D82}" dt="2026-04-02T06:18:37.187" v="1128" actId="20577"/>
          <ac:spMkLst>
            <pc:docMk/>
            <pc:sldMk cId="4125285734" sldId="299"/>
            <ac:spMk id="4" creationId="{F43BFEFC-646C-E3A4-FB53-BF23C762985B}"/>
          </ac:spMkLst>
        </pc:spChg>
      </pc:sldChg>
      <pc:sldChg chg="modSp mod">
        <pc:chgData name="Olasunkanmi Arowolo" userId="b1d4bfef6b4a9739" providerId="LiveId" clId="{B94EA0D5-4A62-4905-A0A5-198FB6972D82}" dt="2026-04-02T06:19:01.579" v="1134" actId="113"/>
        <pc:sldMkLst>
          <pc:docMk/>
          <pc:sldMk cId="1773386565" sldId="300"/>
        </pc:sldMkLst>
        <pc:spChg chg="mod">
          <ac:chgData name="Olasunkanmi Arowolo" userId="b1d4bfef6b4a9739" providerId="LiveId" clId="{B94EA0D5-4A62-4905-A0A5-198FB6972D82}" dt="2026-04-02T06:18:57.848" v="1131" actId="21"/>
          <ac:spMkLst>
            <pc:docMk/>
            <pc:sldMk cId="1773386565" sldId="300"/>
            <ac:spMk id="3" creationId="{70CF6E86-C8AD-E5B1-AFBB-A4C7C4F782AB}"/>
          </ac:spMkLst>
        </pc:spChg>
        <pc:spChg chg="mod">
          <ac:chgData name="Olasunkanmi Arowolo" userId="b1d4bfef6b4a9739" providerId="LiveId" clId="{B94EA0D5-4A62-4905-A0A5-198FB6972D82}" dt="2026-04-02T06:19:01.579" v="1134" actId="113"/>
          <ac:spMkLst>
            <pc:docMk/>
            <pc:sldMk cId="1773386565" sldId="300"/>
            <ac:spMk id="4" creationId="{981B9BEB-529F-17B0-B656-69C605B6AD62}"/>
          </ac:spMkLst>
        </pc:spChg>
      </pc:sldChg>
      <pc:sldChg chg="modSp mod ord">
        <pc:chgData name="Olasunkanmi Arowolo" userId="b1d4bfef6b4a9739" providerId="LiveId" clId="{B94EA0D5-4A62-4905-A0A5-198FB6972D82}" dt="2026-04-02T13:29:54.695" v="1435"/>
        <pc:sldMkLst>
          <pc:docMk/>
          <pc:sldMk cId="1686986384" sldId="301"/>
        </pc:sldMkLst>
        <pc:spChg chg="mod">
          <ac:chgData name="Olasunkanmi Arowolo" userId="b1d4bfef6b4a9739" providerId="LiveId" clId="{B94EA0D5-4A62-4905-A0A5-198FB6972D82}" dt="2026-04-02T06:19:43.582" v="1139" actId="21"/>
          <ac:spMkLst>
            <pc:docMk/>
            <pc:sldMk cId="1686986384" sldId="301"/>
            <ac:spMk id="2" creationId="{FF95E728-9400-4FC9-4CF6-E417F6A3855E}"/>
          </ac:spMkLst>
        </pc:spChg>
        <pc:spChg chg="mod">
          <ac:chgData name="Olasunkanmi Arowolo" userId="b1d4bfef6b4a9739" providerId="LiveId" clId="{B94EA0D5-4A62-4905-A0A5-198FB6972D82}" dt="2026-04-02T06:19:24.535" v="1135" actId="21"/>
          <ac:spMkLst>
            <pc:docMk/>
            <pc:sldMk cId="1686986384" sldId="301"/>
            <ac:spMk id="3" creationId="{5F79CB41-0C7D-F8E6-A1D3-81657B01F23D}"/>
          </ac:spMkLst>
        </pc:spChg>
        <pc:spChg chg="mod">
          <ac:chgData name="Olasunkanmi Arowolo" userId="b1d4bfef6b4a9739" providerId="LiveId" clId="{B94EA0D5-4A62-4905-A0A5-198FB6972D82}" dt="2026-04-02T06:19:45.512" v="1140"/>
          <ac:spMkLst>
            <pc:docMk/>
            <pc:sldMk cId="1686986384" sldId="301"/>
            <ac:spMk id="4" creationId="{BC7C3CAE-EA48-4279-9A8E-57C6929502BB}"/>
          </ac:spMkLst>
        </pc:spChg>
      </pc:sldChg>
      <pc:sldChg chg="addSp modSp add mod">
        <pc:chgData name="Olasunkanmi Arowolo" userId="b1d4bfef6b4a9739" providerId="LiveId" clId="{B94EA0D5-4A62-4905-A0A5-198FB6972D82}" dt="2026-04-02T05:39:57.459" v="37" actId="167"/>
        <pc:sldMkLst>
          <pc:docMk/>
          <pc:sldMk cId="1659473838" sldId="302"/>
        </pc:sldMkLst>
        <pc:spChg chg="mod">
          <ac:chgData name="Olasunkanmi Arowolo" userId="b1d4bfef6b4a9739" providerId="LiveId" clId="{B94EA0D5-4A62-4905-A0A5-198FB6972D82}" dt="2026-04-02T05:39:42.076" v="34"/>
          <ac:spMkLst>
            <pc:docMk/>
            <pc:sldMk cId="1659473838" sldId="302"/>
            <ac:spMk id="12" creationId="{7060093D-9544-8152-F806-8E0D726068C7}"/>
          </ac:spMkLst>
        </pc:spChg>
        <pc:spChg chg="mod ord">
          <ac:chgData name="Olasunkanmi Arowolo" userId="b1d4bfef6b4a9739" providerId="LiveId" clId="{B94EA0D5-4A62-4905-A0A5-198FB6972D82}" dt="2026-04-02T05:39:50.951" v="36" actId="167"/>
          <ac:spMkLst>
            <pc:docMk/>
            <pc:sldMk cId="1659473838" sldId="302"/>
            <ac:spMk id="16" creationId="{2D01FB6D-E4BB-386B-5C6B-3DFE21ADADE7}"/>
          </ac:spMkLst>
        </pc:spChg>
        <pc:spChg chg="mod">
          <ac:chgData name="Olasunkanmi Arowolo" userId="b1d4bfef6b4a9739" providerId="LiveId" clId="{B94EA0D5-4A62-4905-A0A5-198FB6972D82}" dt="2026-04-02T05:39:42.076" v="34"/>
          <ac:spMkLst>
            <pc:docMk/>
            <pc:sldMk cId="1659473838" sldId="302"/>
            <ac:spMk id="17" creationId="{CF675870-DD37-26BB-7270-5F33B087586A}"/>
          </ac:spMkLst>
        </pc:spChg>
        <pc:grpChg chg="add mod ord">
          <ac:chgData name="Olasunkanmi Arowolo" userId="b1d4bfef6b4a9739" providerId="LiveId" clId="{B94EA0D5-4A62-4905-A0A5-198FB6972D82}" dt="2026-04-02T05:39:57.459" v="37" actId="167"/>
          <ac:grpSpMkLst>
            <pc:docMk/>
            <pc:sldMk cId="1659473838" sldId="302"/>
            <ac:grpSpMk id="10" creationId="{AEBDF801-9C8F-7E2D-3A5B-F3F3EC475191}"/>
          </ac:grpSpMkLst>
        </pc:grpChg>
        <pc:grpChg chg="mod">
          <ac:chgData name="Olasunkanmi Arowolo" userId="b1d4bfef6b4a9739" providerId="LiveId" clId="{B94EA0D5-4A62-4905-A0A5-198FB6972D82}" dt="2026-04-02T05:39:42.076" v="34"/>
          <ac:grpSpMkLst>
            <pc:docMk/>
            <pc:sldMk cId="1659473838" sldId="302"/>
            <ac:grpSpMk id="15" creationId="{D1499532-8466-E985-6072-C42ABB44E0AB}"/>
          </ac:grpSpMkLst>
        </pc:grpChg>
      </pc:sldChg>
      <pc:sldChg chg="add ord">
        <pc:chgData name="Olasunkanmi Arowolo" userId="b1d4bfef6b4a9739" providerId="LiveId" clId="{B94EA0D5-4A62-4905-A0A5-198FB6972D82}" dt="2026-04-02T05:53:08.387" v="349"/>
        <pc:sldMkLst>
          <pc:docMk/>
          <pc:sldMk cId="3175442775" sldId="303"/>
        </pc:sldMkLst>
      </pc:sldChg>
      <pc:sldChg chg="add ord">
        <pc:chgData name="Olasunkanmi Arowolo" userId="b1d4bfef6b4a9739" providerId="LiveId" clId="{B94EA0D5-4A62-4905-A0A5-198FB6972D82}" dt="2026-04-02T06:30:43.785" v="1333" actId="20578"/>
        <pc:sldMkLst>
          <pc:docMk/>
          <pc:sldMk cId="2124581506" sldId="304"/>
        </pc:sldMkLst>
      </pc:sldChg>
      <pc:sldChg chg="add ord">
        <pc:chgData name="Olasunkanmi Arowolo" userId="b1d4bfef6b4a9739" providerId="LiveId" clId="{B94EA0D5-4A62-4905-A0A5-198FB6972D82}" dt="2026-04-02T05:54:03.739" v="353"/>
        <pc:sldMkLst>
          <pc:docMk/>
          <pc:sldMk cId="3929202352" sldId="305"/>
        </pc:sldMkLst>
      </pc:sldChg>
      <pc:sldChg chg="add del ord">
        <pc:chgData name="Olasunkanmi Arowolo" userId="b1d4bfef6b4a9739" providerId="LiveId" clId="{B94EA0D5-4A62-4905-A0A5-198FB6972D82}" dt="2026-04-02T06:18:50.250" v="1130" actId="47"/>
        <pc:sldMkLst>
          <pc:docMk/>
          <pc:sldMk cId="2219038841" sldId="306"/>
        </pc:sldMkLst>
      </pc:sldChg>
      <pc:sldChg chg="add ord">
        <pc:chgData name="Olasunkanmi Arowolo" userId="b1d4bfef6b4a9739" providerId="LiveId" clId="{B94EA0D5-4A62-4905-A0A5-198FB6972D82}" dt="2026-04-02T06:28:46.047" v="1323"/>
        <pc:sldMkLst>
          <pc:docMk/>
          <pc:sldMk cId="2506181335" sldId="307"/>
        </pc:sldMkLst>
      </pc:sldChg>
      <pc:sldChg chg="delSp modSp add mod ord">
        <pc:chgData name="Olasunkanmi Arowolo" userId="b1d4bfef6b4a9739" providerId="LiveId" clId="{B94EA0D5-4A62-4905-A0A5-198FB6972D82}" dt="2026-04-02T06:29:58.130" v="1329"/>
        <pc:sldMkLst>
          <pc:docMk/>
          <pc:sldMk cId="2227179231" sldId="308"/>
        </pc:sldMkLst>
        <pc:spChg chg="mod">
          <ac:chgData name="Olasunkanmi Arowolo" userId="b1d4bfef6b4a9739" providerId="LiveId" clId="{B94EA0D5-4A62-4905-A0A5-198FB6972D82}" dt="2026-04-02T05:49:51.874" v="250" actId="27636"/>
          <ac:spMkLst>
            <pc:docMk/>
            <pc:sldMk cId="2227179231" sldId="308"/>
            <ac:spMk id="2" creationId="{438BD351-282D-3ED9-40F4-A3D9CC8325D4}"/>
          </ac:spMkLst>
        </pc:spChg>
        <pc:spChg chg="mod">
          <ac:chgData name="Olasunkanmi Arowolo" userId="b1d4bfef6b4a9739" providerId="LiveId" clId="{B94EA0D5-4A62-4905-A0A5-198FB6972D82}" dt="2026-04-02T05:50:00.340" v="259" actId="6549"/>
          <ac:spMkLst>
            <pc:docMk/>
            <pc:sldMk cId="2227179231" sldId="308"/>
            <ac:spMk id="3" creationId="{A040A118-6B94-FB00-3857-B9A2A0ABA31F}"/>
          </ac:spMkLst>
        </pc:spChg>
        <pc:spChg chg="mod">
          <ac:chgData name="Olasunkanmi Arowolo" userId="b1d4bfef6b4a9739" providerId="LiveId" clId="{B94EA0D5-4A62-4905-A0A5-198FB6972D82}" dt="2026-04-02T05:50:07.748" v="268" actId="6549"/>
          <ac:spMkLst>
            <pc:docMk/>
            <pc:sldMk cId="2227179231" sldId="308"/>
            <ac:spMk id="4" creationId="{82770ED2-4857-A965-5DD2-DB326E8E4232}"/>
          </ac:spMkLst>
        </pc:spChg>
        <pc:spChg chg="mod">
          <ac:chgData name="Olasunkanmi Arowolo" userId="b1d4bfef6b4a9739" providerId="LiveId" clId="{B94EA0D5-4A62-4905-A0A5-198FB6972D82}" dt="2026-04-02T05:50:17.036" v="277" actId="6549"/>
          <ac:spMkLst>
            <pc:docMk/>
            <pc:sldMk cId="2227179231" sldId="308"/>
            <ac:spMk id="5" creationId="{C0DE18E4-0945-CBE4-75CB-31E7DAFA110E}"/>
          </ac:spMkLst>
        </pc:spChg>
        <pc:spChg chg="mod">
          <ac:chgData name="Olasunkanmi Arowolo" userId="b1d4bfef6b4a9739" providerId="LiveId" clId="{B94EA0D5-4A62-4905-A0A5-198FB6972D82}" dt="2026-04-02T05:50:22.845" v="284" actId="6549"/>
          <ac:spMkLst>
            <pc:docMk/>
            <pc:sldMk cId="2227179231" sldId="308"/>
            <ac:spMk id="6" creationId="{6A58CBE8-9538-FE48-9508-0BE9F62DCE8D}"/>
          </ac:spMkLst>
        </pc:spChg>
        <pc:grpChg chg="del">
          <ac:chgData name="Olasunkanmi Arowolo" userId="b1d4bfef6b4a9739" providerId="LiveId" clId="{B94EA0D5-4A62-4905-A0A5-198FB6972D82}" dt="2026-04-02T05:50:34.667" v="286" actId="478"/>
          <ac:grpSpMkLst>
            <pc:docMk/>
            <pc:sldMk cId="2227179231" sldId="308"/>
            <ac:grpSpMk id="10" creationId="{551251D8-7E93-D2C5-8646-A1CE1858DD25}"/>
          </ac:grpSpMkLst>
        </pc:grpChg>
      </pc:sldChg>
      <pc:sldChg chg="add ord">
        <pc:chgData name="Olasunkanmi Arowolo" userId="b1d4bfef6b4a9739" providerId="LiveId" clId="{B94EA0D5-4A62-4905-A0A5-198FB6972D82}" dt="2026-04-02T06:29:58.130" v="1329"/>
        <pc:sldMkLst>
          <pc:docMk/>
          <pc:sldMk cId="107059414" sldId="309"/>
        </pc:sldMkLst>
      </pc:sldChg>
      <pc:sldChg chg="delSp modSp add mod">
        <pc:chgData name="Olasunkanmi Arowolo" userId="b1d4bfef6b4a9739" providerId="LiveId" clId="{B94EA0D5-4A62-4905-A0A5-198FB6972D82}" dt="2026-04-02T05:52:04.700" v="346" actId="478"/>
        <pc:sldMkLst>
          <pc:docMk/>
          <pc:sldMk cId="2970258612" sldId="310"/>
        </pc:sldMkLst>
        <pc:spChg chg="mod">
          <ac:chgData name="Olasunkanmi Arowolo" userId="b1d4bfef6b4a9739" providerId="LiveId" clId="{B94EA0D5-4A62-4905-A0A5-198FB6972D82}" dt="2026-04-02T05:51:04.653" v="297" actId="20577"/>
          <ac:spMkLst>
            <pc:docMk/>
            <pc:sldMk cId="2970258612" sldId="310"/>
            <ac:spMk id="2" creationId="{C0532ED8-B34F-3CA5-D62F-743E6A9DD08F}"/>
          </ac:spMkLst>
        </pc:spChg>
        <pc:spChg chg="mod">
          <ac:chgData name="Olasunkanmi Arowolo" userId="b1d4bfef6b4a9739" providerId="LiveId" clId="{B94EA0D5-4A62-4905-A0A5-198FB6972D82}" dt="2026-04-02T05:51:28.264" v="323" actId="20577"/>
          <ac:spMkLst>
            <pc:docMk/>
            <pc:sldMk cId="2970258612" sldId="310"/>
            <ac:spMk id="3" creationId="{12828D92-4171-E656-0E52-CE4D03F906BD}"/>
          </ac:spMkLst>
        </pc:spChg>
        <pc:spChg chg="mod">
          <ac:chgData name="Olasunkanmi Arowolo" userId="b1d4bfef6b4a9739" providerId="LiveId" clId="{B94EA0D5-4A62-4905-A0A5-198FB6972D82}" dt="2026-04-02T05:51:40.951" v="335" actId="27636"/>
          <ac:spMkLst>
            <pc:docMk/>
            <pc:sldMk cId="2970258612" sldId="310"/>
            <ac:spMk id="4" creationId="{9783EB75-225B-B7FF-1360-233302FB2627}"/>
          </ac:spMkLst>
        </pc:spChg>
        <pc:spChg chg="mod">
          <ac:chgData name="Olasunkanmi Arowolo" userId="b1d4bfef6b4a9739" providerId="LiveId" clId="{B94EA0D5-4A62-4905-A0A5-198FB6972D82}" dt="2026-04-02T05:51:47.938" v="343" actId="27636"/>
          <ac:spMkLst>
            <pc:docMk/>
            <pc:sldMk cId="2970258612" sldId="310"/>
            <ac:spMk id="5" creationId="{5D0949A1-F427-6F6C-C7F2-3B832DA7E3C2}"/>
          </ac:spMkLst>
        </pc:spChg>
        <pc:spChg chg="mod">
          <ac:chgData name="Olasunkanmi Arowolo" userId="b1d4bfef6b4a9739" providerId="LiveId" clId="{B94EA0D5-4A62-4905-A0A5-198FB6972D82}" dt="2026-04-02T05:51:52.213" v="344"/>
          <ac:spMkLst>
            <pc:docMk/>
            <pc:sldMk cId="2970258612" sldId="310"/>
            <ac:spMk id="6" creationId="{6777337C-5E52-82F4-E07C-1498CF5FE2F5}"/>
          </ac:spMkLst>
        </pc:spChg>
        <pc:grpChg chg="del">
          <ac:chgData name="Olasunkanmi Arowolo" userId="b1d4bfef6b4a9739" providerId="LiveId" clId="{B94EA0D5-4A62-4905-A0A5-198FB6972D82}" dt="2026-04-02T05:52:04.700" v="346" actId="478"/>
          <ac:grpSpMkLst>
            <pc:docMk/>
            <pc:sldMk cId="2970258612" sldId="310"/>
            <ac:grpSpMk id="10" creationId="{3F7CF90F-5BFD-FA8E-8144-567407E00830}"/>
          </ac:grpSpMkLst>
        </pc:grpChg>
      </pc:sldChg>
      <pc:sldChg chg="modSp add mod">
        <pc:chgData name="Olasunkanmi Arowolo" userId="b1d4bfef6b4a9739" providerId="LiveId" clId="{B94EA0D5-4A62-4905-A0A5-198FB6972D82}" dt="2026-04-02T05:52:15.339" v="347" actId="1076"/>
        <pc:sldMkLst>
          <pc:docMk/>
          <pc:sldMk cId="1869905937" sldId="311"/>
        </pc:sldMkLst>
        <pc:grpChg chg="mod">
          <ac:chgData name="Olasunkanmi Arowolo" userId="b1d4bfef6b4a9739" providerId="LiveId" clId="{B94EA0D5-4A62-4905-A0A5-198FB6972D82}" dt="2026-04-02T05:52:15.339" v="347" actId="1076"/>
          <ac:grpSpMkLst>
            <pc:docMk/>
            <pc:sldMk cId="1869905937" sldId="311"/>
            <ac:grpSpMk id="10" creationId="{55B3F3AF-28A7-A3C8-E8BC-8DA24FBAEEA6}"/>
          </ac:grpSpMkLst>
        </pc:grpChg>
      </pc:sldChg>
      <pc:sldChg chg="modSp new del mod">
        <pc:chgData name="Olasunkanmi Arowolo" userId="b1d4bfef6b4a9739" providerId="LiveId" clId="{B94EA0D5-4A62-4905-A0A5-198FB6972D82}" dt="2026-04-02T05:59:05.721" v="498" actId="47"/>
        <pc:sldMkLst>
          <pc:docMk/>
          <pc:sldMk cId="3744354801" sldId="312"/>
        </pc:sldMkLst>
        <pc:spChg chg="mod">
          <ac:chgData name="Olasunkanmi Arowolo" userId="b1d4bfef6b4a9739" providerId="LiveId" clId="{B94EA0D5-4A62-4905-A0A5-198FB6972D82}" dt="2026-04-02T05:58:55.040" v="494" actId="21"/>
          <ac:spMkLst>
            <pc:docMk/>
            <pc:sldMk cId="3744354801" sldId="312"/>
            <ac:spMk id="2" creationId="{BFE669C5-F61E-CDBB-B37F-A2A05352D513}"/>
          </ac:spMkLst>
        </pc:spChg>
        <pc:spChg chg="mod">
          <ac:chgData name="Olasunkanmi Arowolo" userId="b1d4bfef6b4a9739" providerId="LiveId" clId="{B94EA0D5-4A62-4905-A0A5-198FB6972D82}" dt="2026-04-02T05:59:03.618" v="497" actId="21"/>
          <ac:spMkLst>
            <pc:docMk/>
            <pc:sldMk cId="3744354801" sldId="312"/>
            <ac:spMk id="3" creationId="{E6C98C74-6BDF-D179-A587-E8F1CB4FAD17}"/>
          </ac:spMkLst>
        </pc:spChg>
      </pc:sldChg>
      <pc:sldChg chg="modSp new mod">
        <pc:chgData name="Olasunkanmi Arowolo" userId="b1d4bfef6b4a9739" providerId="LiveId" clId="{B94EA0D5-4A62-4905-A0A5-198FB6972D82}" dt="2026-04-02T06:00:51.987" v="522" actId="113"/>
        <pc:sldMkLst>
          <pc:docMk/>
          <pc:sldMk cId="494808668" sldId="313"/>
        </pc:sldMkLst>
        <pc:spChg chg="mod">
          <ac:chgData name="Olasunkanmi Arowolo" userId="b1d4bfef6b4a9739" providerId="LiveId" clId="{B94EA0D5-4A62-4905-A0A5-198FB6972D82}" dt="2026-04-02T05:58:59.370" v="496" actId="20577"/>
          <ac:spMkLst>
            <pc:docMk/>
            <pc:sldMk cId="494808668" sldId="313"/>
            <ac:spMk id="2" creationId="{E5423B67-622A-3ED2-ED65-FA315D3276BA}"/>
          </ac:spMkLst>
        </pc:spChg>
        <pc:spChg chg="mod">
          <ac:chgData name="Olasunkanmi Arowolo" userId="b1d4bfef6b4a9739" providerId="LiveId" clId="{B94EA0D5-4A62-4905-A0A5-198FB6972D82}" dt="2026-04-02T06:00:51.987" v="522" actId="113"/>
          <ac:spMkLst>
            <pc:docMk/>
            <pc:sldMk cId="494808668" sldId="313"/>
            <ac:spMk id="3" creationId="{114F2FB2-353A-0CE5-853D-57EFE11D0548}"/>
          </ac:spMkLst>
        </pc:spChg>
        <pc:spChg chg="mod">
          <ac:chgData name="Olasunkanmi Arowolo" userId="b1d4bfef6b4a9739" providerId="LiveId" clId="{B94EA0D5-4A62-4905-A0A5-198FB6972D82}" dt="2026-04-02T05:59:10.063" v="500" actId="20577"/>
          <ac:spMkLst>
            <pc:docMk/>
            <pc:sldMk cId="494808668" sldId="313"/>
            <ac:spMk id="4" creationId="{291AE6E1-E664-2747-09D0-802D83CF76FB}"/>
          </ac:spMkLst>
        </pc:spChg>
      </pc:sldChg>
      <pc:sldChg chg="modSp add mod modShow">
        <pc:chgData name="Olasunkanmi Arowolo" userId="b1d4bfef6b4a9739" providerId="LiveId" clId="{B94EA0D5-4A62-4905-A0A5-198FB6972D82}" dt="2026-04-02T14:27:06.260" v="1436" actId="729"/>
        <pc:sldMkLst>
          <pc:docMk/>
          <pc:sldMk cId="1437194129" sldId="314"/>
        </pc:sldMkLst>
        <pc:spChg chg="mod">
          <ac:chgData name="Olasunkanmi Arowolo" userId="b1d4bfef6b4a9739" providerId="LiveId" clId="{B94EA0D5-4A62-4905-A0A5-198FB6972D82}" dt="2026-04-02T06:17:50.888" v="1122" actId="5793"/>
          <ac:spMkLst>
            <pc:docMk/>
            <pc:sldMk cId="1437194129" sldId="314"/>
            <ac:spMk id="3" creationId="{2C4897F0-C715-789A-AADE-7AD58C397307}"/>
          </ac:spMkLst>
        </pc:spChg>
        <pc:spChg chg="mod">
          <ac:chgData name="Olasunkanmi Arowolo" userId="b1d4bfef6b4a9739" providerId="LiveId" clId="{B94EA0D5-4A62-4905-A0A5-198FB6972D82}" dt="2026-04-02T06:17:44.586" v="1120"/>
          <ac:spMkLst>
            <pc:docMk/>
            <pc:sldMk cId="1437194129" sldId="314"/>
            <ac:spMk id="4" creationId="{6968436C-F208-BC1E-7602-F13107ED9013}"/>
          </ac:spMkLst>
        </pc:spChg>
      </pc:sldChg>
      <pc:sldChg chg="modSp add mod">
        <pc:chgData name="Olasunkanmi Arowolo" userId="b1d4bfef6b4a9739" providerId="LiveId" clId="{B94EA0D5-4A62-4905-A0A5-198FB6972D82}" dt="2026-04-02T06:16:20.401" v="1105" actId="113"/>
        <pc:sldMkLst>
          <pc:docMk/>
          <pc:sldMk cId="3618468135" sldId="315"/>
        </pc:sldMkLst>
        <pc:spChg chg="mod">
          <ac:chgData name="Olasunkanmi Arowolo" userId="b1d4bfef6b4a9739" providerId="LiveId" clId="{B94EA0D5-4A62-4905-A0A5-198FB6972D82}" dt="2026-04-02T06:16:20.401" v="1105" actId="113"/>
          <ac:spMkLst>
            <pc:docMk/>
            <pc:sldMk cId="3618468135" sldId="315"/>
            <ac:spMk id="3" creationId="{21C4B91E-5A7F-5F1E-5209-633EA87496D1}"/>
          </ac:spMkLst>
        </pc:spChg>
      </pc:sldChg>
      <pc:sldChg chg="modSp add mod">
        <pc:chgData name="Olasunkanmi Arowolo" userId="b1d4bfef6b4a9739" providerId="LiveId" clId="{B94EA0D5-4A62-4905-A0A5-198FB6972D82}" dt="2026-04-02T06:03:53.945" v="556" actId="403"/>
        <pc:sldMkLst>
          <pc:docMk/>
          <pc:sldMk cId="229572168" sldId="316"/>
        </pc:sldMkLst>
        <pc:spChg chg="mod">
          <ac:chgData name="Olasunkanmi Arowolo" userId="b1d4bfef6b4a9739" providerId="LiveId" clId="{B94EA0D5-4A62-4905-A0A5-198FB6972D82}" dt="2026-04-02T06:03:53.945" v="556" actId="403"/>
          <ac:spMkLst>
            <pc:docMk/>
            <pc:sldMk cId="229572168" sldId="316"/>
            <ac:spMk id="3" creationId="{777DD60B-3F04-343D-C5E8-DEB032CC749F}"/>
          </ac:spMkLst>
        </pc:spChg>
      </pc:sldChg>
      <pc:sldChg chg="modSp add mod ord">
        <pc:chgData name="Olasunkanmi Arowolo" userId="b1d4bfef6b4a9739" providerId="LiveId" clId="{B94EA0D5-4A62-4905-A0A5-198FB6972D82}" dt="2026-04-02T06:17:04.444" v="1113" actId="27636"/>
        <pc:sldMkLst>
          <pc:docMk/>
          <pc:sldMk cId="1964763224" sldId="317"/>
        </pc:sldMkLst>
        <pc:spChg chg="mod">
          <ac:chgData name="Olasunkanmi Arowolo" userId="b1d4bfef6b4a9739" providerId="LiveId" clId="{B94EA0D5-4A62-4905-A0A5-198FB6972D82}" dt="2026-04-02T06:17:04.444" v="1113" actId="27636"/>
          <ac:spMkLst>
            <pc:docMk/>
            <pc:sldMk cId="1964763224" sldId="317"/>
            <ac:spMk id="3" creationId="{5DB26930-B8EA-26E8-C378-111F69D50F65}"/>
          </ac:spMkLst>
        </pc:spChg>
      </pc:sldChg>
      <pc:sldChg chg="add">
        <pc:chgData name="Olasunkanmi Arowolo" userId="b1d4bfef6b4a9739" providerId="LiveId" clId="{B94EA0D5-4A62-4905-A0A5-198FB6972D82}" dt="2026-04-02T06:04:52.188" v="592"/>
        <pc:sldMkLst>
          <pc:docMk/>
          <pc:sldMk cId="1043439250" sldId="318"/>
        </pc:sldMkLst>
      </pc:sldChg>
      <pc:sldChg chg="addSp modSp add mod">
        <pc:chgData name="Olasunkanmi Arowolo" userId="b1d4bfef6b4a9739" providerId="LiveId" clId="{B94EA0D5-4A62-4905-A0A5-198FB6972D82}" dt="2026-04-02T06:10:40.546" v="1037" actId="20577"/>
        <pc:sldMkLst>
          <pc:docMk/>
          <pc:sldMk cId="1653580122" sldId="319"/>
        </pc:sldMkLst>
        <pc:spChg chg="mod">
          <ac:chgData name="Olasunkanmi Arowolo" userId="b1d4bfef6b4a9739" providerId="LiveId" clId="{B94EA0D5-4A62-4905-A0A5-198FB6972D82}" dt="2026-04-02T06:09:39.088" v="932" actId="27636"/>
          <ac:spMkLst>
            <pc:docMk/>
            <pc:sldMk cId="1653580122" sldId="319"/>
            <ac:spMk id="3" creationId="{6EA6F15C-A04F-A3C0-08F7-E79274A56B2B}"/>
          </ac:spMkLst>
        </pc:spChg>
        <pc:spChg chg="add mod">
          <ac:chgData name="Olasunkanmi Arowolo" userId="b1d4bfef6b4a9739" providerId="LiveId" clId="{B94EA0D5-4A62-4905-A0A5-198FB6972D82}" dt="2026-04-02T06:10:40.546" v="1037" actId="20577"/>
          <ac:spMkLst>
            <pc:docMk/>
            <pc:sldMk cId="1653580122" sldId="319"/>
            <ac:spMk id="5" creationId="{8D0E29C5-0336-3CD5-67FA-582D6CBE7522}"/>
          </ac:spMkLst>
        </pc:spChg>
      </pc:sldChg>
      <pc:sldChg chg="add del">
        <pc:chgData name="Olasunkanmi Arowolo" userId="b1d4bfef6b4a9739" providerId="LiveId" clId="{B94EA0D5-4A62-4905-A0A5-198FB6972D82}" dt="2026-04-02T06:04:55.957" v="593" actId="47"/>
        <pc:sldMkLst>
          <pc:docMk/>
          <pc:sldMk cId="2794793816" sldId="319"/>
        </pc:sldMkLst>
      </pc:sldChg>
      <pc:sldChg chg="modSp new mod">
        <pc:chgData name="Olasunkanmi Arowolo" userId="b1d4bfef6b4a9739" providerId="LiveId" clId="{B94EA0D5-4A62-4905-A0A5-198FB6972D82}" dt="2026-04-02T06:15:05.992" v="1099" actId="20577"/>
        <pc:sldMkLst>
          <pc:docMk/>
          <pc:sldMk cId="3503759721" sldId="320"/>
        </pc:sldMkLst>
        <pc:spChg chg="mod">
          <ac:chgData name="Olasunkanmi Arowolo" userId="b1d4bfef6b4a9739" providerId="LiveId" clId="{B94EA0D5-4A62-4905-A0A5-198FB6972D82}" dt="2026-04-02T06:15:05.992" v="1099" actId="20577"/>
          <ac:spMkLst>
            <pc:docMk/>
            <pc:sldMk cId="3503759721" sldId="320"/>
            <ac:spMk id="3" creationId="{D60D5C15-56F1-F143-E0B7-E18A81D39DBF}"/>
          </ac:spMkLst>
        </pc:spChg>
        <pc:spChg chg="mod">
          <ac:chgData name="Olasunkanmi Arowolo" userId="b1d4bfef6b4a9739" providerId="LiveId" clId="{B94EA0D5-4A62-4905-A0A5-198FB6972D82}" dt="2026-04-02T06:15:03.495" v="1098" actId="20577"/>
          <ac:spMkLst>
            <pc:docMk/>
            <pc:sldMk cId="3503759721" sldId="320"/>
            <ac:spMk id="4" creationId="{C3155394-D5F5-E188-C430-36ACD707D6B8}"/>
          </ac:spMkLst>
        </pc:spChg>
      </pc:sldChg>
      <pc:sldChg chg="modSp new mod ord">
        <pc:chgData name="Olasunkanmi Arowolo" userId="b1d4bfef6b4a9739" providerId="LiveId" clId="{B94EA0D5-4A62-4905-A0A5-198FB6972D82}" dt="2026-04-02T06:24:23.759" v="1272" actId="20578"/>
        <pc:sldMkLst>
          <pc:docMk/>
          <pc:sldMk cId="480252222" sldId="321"/>
        </pc:sldMkLst>
        <pc:spChg chg="mod">
          <ac:chgData name="Olasunkanmi Arowolo" userId="b1d4bfef6b4a9739" providerId="LiveId" clId="{B94EA0D5-4A62-4905-A0A5-198FB6972D82}" dt="2026-04-02T06:20:51.229" v="1143" actId="21"/>
          <ac:spMkLst>
            <pc:docMk/>
            <pc:sldMk cId="480252222" sldId="321"/>
            <ac:spMk id="2" creationId="{459DEBDC-9F5F-A386-93F3-89B3BBD4F5E1}"/>
          </ac:spMkLst>
        </pc:spChg>
        <pc:spChg chg="mod">
          <ac:chgData name="Olasunkanmi Arowolo" userId="b1d4bfef6b4a9739" providerId="LiveId" clId="{B94EA0D5-4A62-4905-A0A5-198FB6972D82}" dt="2026-04-02T06:22:00.117" v="1234" actId="20577"/>
          <ac:spMkLst>
            <pc:docMk/>
            <pc:sldMk cId="480252222" sldId="321"/>
            <ac:spMk id="3" creationId="{96CF7585-FB94-F2ED-21EF-629A54377050}"/>
          </ac:spMkLst>
        </pc:spChg>
        <pc:spChg chg="mod">
          <ac:chgData name="Olasunkanmi Arowolo" userId="b1d4bfef6b4a9739" providerId="LiveId" clId="{B94EA0D5-4A62-4905-A0A5-198FB6972D82}" dt="2026-04-02T06:21:36.495" v="1226" actId="20577"/>
          <ac:spMkLst>
            <pc:docMk/>
            <pc:sldMk cId="480252222" sldId="321"/>
            <ac:spMk id="4" creationId="{AE0CED7B-580A-1C98-601D-95E2F697D9DE}"/>
          </ac:spMkLst>
        </pc:spChg>
      </pc:sldChg>
      <pc:sldChg chg="addSp delSp modSp add mod">
        <pc:chgData name="Olasunkanmi Arowolo" userId="b1d4bfef6b4a9739" providerId="LiveId" clId="{B94EA0D5-4A62-4905-A0A5-198FB6972D82}" dt="2026-04-02T13:29:22.652" v="1433" actId="113"/>
        <pc:sldMkLst>
          <pc:docMk/>
          <pc:sldMk cId="394746586" sldId="322"/>
        </pc:sldMkLst>
        <pc:spChg chg="mod">
          <ac:chgData name="Olasunkanmi Arowolo" userId="b1d4bfef6b4a9739" providerId="LiveId" clId="{B94EA0D5-4A62-4905-A0A5-198FB6972D82}" dt="2026-04-02T13:29:22.652" v="1433" actId="113"/>
          <ac:spMkLst>
            <pc:docMk/>
            <pc:sldMk cId="394746586" sldId="322"/>
            <ac:spMk id="3" creationId="{E37B162E-F9E2-71F6-2618-28D600D77ACA}"/>
          </ac:spMkLst>
        </pc:spChg>
        <pc:graphicFrameChg chg="add del modGraphic">
          <ac:chgData name="Olasunkanmi Arowolo" userId="b1d4bfef6b4a9739" providerId="LiveId" clId="{B94EA0D5-4A62-4905-A0A5-198FB6972D82}" dt="2026-04-02T06:22:13.779" v="1237" actId="27309"/>
          <ac:graphicFrameMkLst>
            <pc:docMk/>
            <pc:sldMk cId="394746586" sldId="322"/>
            <ac:graphicFrameMk id="6" creationId="{C3E57EF3-A8FD-62F5-0EC8-C16EC4D45196}"/>
          </ac:graphicFrameMkLst>
        </pc:graphicFrameChg>
      </pc:sldChg>
      <pc:sldChg chg="add del ord">
        <pc:chgData name="Olasunkanmi Arowolo" userId="b1d4bfef6b4a9739" providerId="LiveId" clId="{B94EA0D5-4A62-4905-A0A5-198FB6972D82}" dt="2026-04-02T06:24:41.605" v="1277" actId="47"/>
        <pc:sldMkLst>
          <pc:docMk/>
          <pc:sldMk cId="562854453" sldId="323"/>
        </pc:sldMkLst>
      </pc:sldChg>
      <pc:sldChg chg="modSp add del mod">
        <pc:chgData name="Olasunkanmi Arowolo" userId="b1d4bfef6b4a9739" providerId="LiveId" clId="{B94EA0D5-4A62-4905-A0A5-198FB6972D82}" dt="2026-04-02T06:24:24.119" v="1273" actId="5793"/>
        <pc:sldMkLst>
          <pc:docMk/>
          <pc:sldMk cId="2594842650" sldId="324"/>
        </pc:sldMkLst>
        <pc:spChg chg="mod">
          <ac:chgData name="Olasunkanmi Arowolo" userId="b1d4bfef6b4a9739" providerId="LiveId" clId="{B94EA0D5-4A62-4905-A0A5-198FB6972D82}" dt="2026-04-02T06:24:24.119" v="1273" actId="5793"/>
          <ac:spMkLst>
            <pc:docMk/>
            <pc:sldMk cId="2594842650" sldId="324"/>
            <ac:spMk id="3" creationId="{48B6C704-9F1C-65A3-83D4-407CDE39AF66}"/>
          </ac:spMkLst>
        </pc:spChg>
        <pc:spChg chg="mod">
          <ac:chgData name="Olasunkanmi Arowolo" userId="b1d4bfef6b4a9739" providerId="LiveId" clId="{B94EA0D5-4A62-4905-A0A5-198FB6972D82}" dt="2026-04-02T06:22:59.629" v="1253"/>
          <ac:spMkLst>
            <pc:docMk/>
            <pc:sldMk cId="2594842650" sldId="324"/>
            <ac:spMk id="4" creationId="{0B7D4909-4F52-2D52-D7F9-DC566F63A854}"/>
          </ac:spMkLst>
        </pc:spChg>
      </pc:sldChg>
      <pc:sldChg chg="modSp new mod">
        <pc:chgData name="Olasunkanmi Arowolo" userId="b1d4bfef6b4a9739" providerId="LiveId" clId="{B94EA0D5-4A62-4905-A0A5-198FB6972D82}" dt="2026-04-02T06:25:25.909" v="1296" actId="20577"/>
        <pc:sldMkLst>
          <pc:docMk/>
          <pc:sldMk cId="3642436735" sldId="325"/>
        </pc:sldMkLst>
        <pc:spChg chg="mod">
          <ac:chgData name="Olasunkanmi Arowolo" userId="b1d4bfef6b4a9739" providerId="LiveId" clId="{B94EA0D5-4A62-4905-A0A5-198FB6972D82}" dt="2026-04-02T06:25:23.730" v="1294" actId="21"/>
          <ac:spMkLst>
            <pc:docMk/>
            <pc:sldMk cId="3642436735" sldId="325"/>
            <ac:spMk id="3" creationId="{53F0B08F-421E-068C-DE88-E54A63FE89C5}"/>
          </ac:spMkLst>
        </pc:spChg>
        <pc:spChg chg="mod">
          <ac:chgData name="Olasunkanmi Arowolo" userId="b1d4bfef6b4a9739" providerId="LiveId" clId="{B94EA0D5-4A62-4905-A0A5-198FB6972D82}" dt="2026-04-02T06:25:25.909" v="1296" actId="20577"/>
          <ac:spMkLst>
            <pc:docMk/>
            <pc:sldMk cId="3642436735" sldId="325"/>
            <ac:spMk id="4" creationId="{D235A719-0BD6-3F9F-2317-651DEC51EC32}"/>
          </ac:spMkLst>
        </pc:spChg>
      </pc:sldChg>
      <pc:sldChg chg="modSp add del mod">
        <pc:chgData name="Olasunkanmi Arowolo" userId="b1d4bfef6b4a9739" providerId="LiveId" clId="{B94EA0D5-4A62-4905-A0A5-198FB6972D82}" dt="2026-04-02T06:24:37.810" v="1276" actId="47"/>
        <pc:sldMkLst>
          <pc:docMk/>
          <pc:sldMk cId="3735779924" sldId="325"/>
        </pc:sldMkLst>
        <pc:spChg chg="mod">
          <ac:chgData name="Olasunkanmi Arowolo" userId="b1d4bfef6b4a9739" providerId="LiveId" clId="{B94EA0D5-4A62-4905-A0A5-198FB6972D82}" dt="2026-04-02T06:24:24.492" v="1275" actId="20577"/>
          <ac:spMkLst>
            <pc:docMk/>
            <pc:sldMk cId="3735779924" sldId="325"/>
            <ac:spMk id="3" creationId="{6D254D36-16F1-AFF6-657E-8A217450BC86}"/>
          </ac:spMkLst>
        </pc:spChg>
      </pc:sldChg>
      <pc:sldChg chg="modSp new mod">
        <pc:chgData name="Olasunkanmi Arowolo" userId="b1d4bfef6b4a9739" providerId="LiveId" clId="{B94EA0D5-4A62-4905-A0A5-198FB6972D82}" dt="2026-04-02T06:26:51.532" v="1317" actId="12"/>
        <pc:sldMkLst>
          <pc:docMk/>
          <pc:sldMk cId="1422143060" sldId="326"/>
        </pc:sldMkLst>
        <pc:spChg chg="mod">
          <ac:chgData name="Olasunkanmi Arowolo" userId="b1d4bfef6b4a9739" providerId="LiveId" clId="{B94EA0D5-4A62-4905-A0A5-198FB6972D82}" dt="2026-04-02T06:26:51.532" v="1317" actId="12"/>
          <ac:spMkLst>
            <pc:docMk/>
            <pc:sldMk cId="1422143060" sldId="326"/>
            <ac:spMk id="3" creationId="{6709C0F0-8757-29B5-D5E7-42CE19598DAA}"/>
          </ac:spMkLst>
        </pc:spChg>
        <pc:spChg chg="mod">
          <ac:chgData name="Olasunkanmi Arowolo" userId="b1d4bfef6b4a9739" providerId="LiveId" clId="{B94EA0D5-4A62-4905-A0A5-198FB6972D82}" dt="2026-04-02T06:26:28.304" v="1313" actId="20577"/>
          <ac:spMkLst>
            <pc:docMk/>
            <pc:sldMk cId="1422143060" sldId="326"/>
            <ac:spMk id="4" creationId="{C17E1376-709E-EC17-3D25-865E5A091994}"/>
          </ac:spMkLst>
        </pc:spChg>
      </pc:sldChg>
      <pc:sldChg chg="new del">
        <pc:chgData name="Olasunkanmi Arowolo" userId="b1d4bfef6b4a9739" providerId="LiveId" clId="{B94EA0D5-4A62-4905-A0A5-198FB6972D82}" dt="2026-04-02T06:34:30.365" v="1387" actId="47"/>
        <pc:sldMkLst>
          <pc:docMk/>
          <pc:sldMk cId="151348075" sldId="327"/>
        </pc:sldMkLst>
      </pc:sldChg>
      <pc:sldChg chg="modSp new del mod">
        <pc:chgData name="Olasunkanmi Arowolo" userId="b1d4bfef6b4a9739" providerId="LiveId" clId="{B94EA0D5-4A62-4905-A0A5-198FB6972D82}" dt="2026-04-02T06:32:57.983" v="1369" actId="680"/>
        <pc:sldMkLst>
          <pc:docMk/>
          <pc:sldMk cId="1760915668" sldId="327"/>
        </pc:sldMkLst>
        <pc:spChg chg="mod">
          <ac:chgData name="Olasunkanmi Arowolo" userId="b1d4bfef6b4a9739" providerId="LiveId" clId="{B94EA0D5-4A62-4905-A0A5-198FB6972D82}" dt="2026-04-02T06:32:52.175" v="1367" actId="20577"/>
          <ac:spMkLst>
            <pc:docMk/>
            <pc:sldMk cId="1760915668" sldId="327"/>
            <ac:spMk id="4" creationId="{9A22D65C-201E-9ABC-75F8-8FDF275DA82D}"/>
          </ac:spMkLst>
        </pc:spChg>
      </pc:sldChg>
      <pc:sldChg chg="addSp modSp new mod">
        <pc:chgData name="Olasunkanmi Arowolo" userId="b1d4bfef6b4a9739" providerId="LiveId" clId="{B94EA0D5-4A62-4905-A0A5-198FB6972D82}" dt="2026-04-02T13:27:22.371" v="1416" actId="20577"/>
        <pc:sldMkLst>
          <pc:docMk/>
          <pc:sldMk cId="1205360480" sldId="328"/>
        </pc:sldMkLst>
        <pc:spChg chg="mod">
          <ac:chgData name="Olasunkanmi Arowolo" userId="b1d4bfef6b4a9739" providerId="LiveId" clId="{B94EA0D5-4A62-4905-A0A5-198FB6972D82}" dt="2026-04-02T13:27:22.371" v="1416" actId="20577"/>
          <ac:spMkLst>
            <pc:docMk/>
            <pc:sldMk cId="1205360480" sldId="328"/>
            <ac:spMk id="2" creationId="{69C8C558-B309-F1EE-C60D-84412B222ACF}"/>
          </ac:spMkLst>
        </pc:spChg>
        <pc:picChg chg="add mod">
          <ac:chgData name="Olasunkanmi Arowolo" userId="b1d4bfef6b4a9739" providerId="LiveId" clId="{B94EA0D5-4A62-4905-A0A5-198FB6972D82}" dt="2026-04-02T13:27:12.758" v="1396" actId="1076"/>
          <ac:picMkLst>
            <pc:docMk/>
            <pc:sldMk cId="1205360480" sldId="328"/>
            <ac:picMk id="5" creationId="{6E8FD659-CC82-3E24-8797-F90E997A0E5E}"/>
          </ac:picMkLst>
        </pc:picChg>
      </pc:sldChg>
      <pc:sldMasterChg chg="addSldLayout modSldLayout">
        <pc:chgData name="Olasunkanmi Arowolo" userId="b1d4bfef6b4a9739" providerId="LiveId" clId="{B94EA0D5-4A62-4905-A0A5-198FB6972D82}" dt="2026-04-02T06:34:17.846" v="1385" actId="478"/>
        <pc:sldMasterMkLst>
          <pc:docMk/>
          <pc:sldMasterMk cId="3721191032" sldId="2147483660"/>
        </pc:sldMasterMkLst>
        <pc:sldLayoutChg chg="addSp delSp modSp add mod modTransition">
          <pc:chgData name="Olasunkanmi Arowolo" userId="b1d4bfef6b4a9739" providerId="LiveId" clId="{B94EA0D5-4A62-4905-A0A5-198FB6972D82}" dt="2026-04-02T06:34:17.846" v="1385" actId="478"/>
          <pc:sldLayoutMkLst>
            <pc:docMk/>
            <pc:sldMasterMk cId="3721191032" sldId="2147483660"/>
            <pc:sldLayoutMk cId="1206825526" sldId="2147483674"/>
          </pc:sldLayoutMkLst>
          <pc:spChg chg="del">
            <ac:chgData name="Olasunkanmi Arowolo" userId="b1d4bfef6b4a9739" providerId="LiveId" clId="{B94EA0D5-4A62-4905-A0A5-198FB6972D82}" dt="2026-04-02T06:34:17.846" v="1385" actId="478"/>
            <ac:spMkLst>
              <pc:docMk/>
              <pc:sldMasterMk cId="3721191032" sldId="2147483660"/>
              <pc:sldLayoutMk cId="1206825526" sldId="2147483674"/>
              <ac:spMk id="2" creationId="{00000000-0000-0000-0000-000000000000}"/>
            </ac:spMkLst>
          </pc:spChg>
          <pc:spChg chg="del mod">
            <ac:chgData name="Olasunkanmi Arowolo" userId="b1d4bfef6b4a9739" providerId="LiveId" clId="{B94EA0D5-4A62-4905-A0A5-198FB6972D82}" dt="2026-04-02T06:34:12.111" v="1383" actId="478"/>
            <ac:spMkLst>
              <pc:docMk/>
              <pc:sldMasterMk cId="3721191032" sldId="2147483660"/>
              <pc:sldLayoutMk cId="1206825526" sldId="2147483674"/>
              <ac:spMk id="3" creationId="{00000000-0000-0000-0000-000000000000}"/>
            </ac:spMkLst>
          </pc:spChg>
          <pc:spChg chg="del">
            <ac:chgData name="Olasunkanmi Arowolo" userId="b1d4bfef6b4a9739" providerId="LiveId" clId="{B94EA0D5-4A62-4905-A0A5-198FB6972D82}" dt="2026-04-02T06:34:14.841" v="1384" actId="478"/>
            <ac:spMkLst>
              <pc:docMk/>
              <pc:sldMasterMk cId="3721191032" sldId="2147483660"/>
              <pc:sldLayoutMk cId="1206825526" sldId="2147483674"/>
              <ac:spMk id="5" creationId="{00000000-0000-0000-0000-000000000000}"/>
            </ac:spMkLst>
          </pc:spChg>
          <pc:picChg chg="add del mod">
            <ac:chgData name="Olasunkanmi Arowolo" userId="b1d4bfef6b4a9739" providerId="LiveId" clId="{B94EA0D5-4A62-4905-A0A5-198FB6972D82}" dt="2026-04-02T06:31:42.184" v="1339" actId="478"/>
            <ac:picMkLst>
              <pc:docMk/>
              <pc:sldMasterMk cId="3721191032" sldId="2147483660"/>
              <pc:sldLayoutMk cId="1206825526" sldId="2147483674"/>
              <ac:picMk id="10" creationId="{333E49BD-8AB3-2E79-7647-AF026ED3E43D}"/>
            </ac:picMkLst>
          </pc:picChg>
          <pc:picChg chg="add del mod modCrop">
            <ac:chgData name="Olasunkanmi Arowolo" userId="b1d4bfef6b4a9739" providerId="LiveId" clId="{B94EA0D5-4A62-4905-A0A5-198FB6972D82}" dt="2026-04-02T06:34:07.133" v="1382" actId="1076"/>
            <ac:picMkLst>
              <pc:docMk/>
              <pc:sldMasterMk cId="3721191032" sldId="2147483660"/>
              <pc:sldLayoutMk cId="1206825526" sldId="2147483674"/>
              <ac:picMk id="11" creationId="{7893318B-702C-E6ED-CD03-B178AFFEDBCE}"/>
            </ac:picMkLst>
          </pc:picChg>
        </pc:sldLayoutChg>
      </pc:sldMasterChg>
      <pc:sldMasterChg chg="new del mod addSldLayout delSldLayout">
        <pc:chgData name="Olasunkanmi Arowolo" userId="b1d4bfef6b4a9739" providerId="LiveId" clId="{B94EA0D5-4A62-4905-A0A5-198FB6972D82}" dt="2026-04-02T06:31:14.900" v="1336" actId="6938"/>
        <pc:sldMasterMkLst>
          <pc:docMk/>
          <pc:sldMasterMk cId="3260440719" sldId="2147483674"/>
        </pc:sldMasterMkLst>
        <pc:sldLayoutChg chg="new del replId">
          <pc:chgData name="Olasunkanmi Arowolo" userId="b1d4bfef6b4a9739" providerId="LiveId" clId="{B94EA0D5-4A62-4905-A0A5-198FB6972D82}" dt="2026-04-02T06:31:14.900" v="1336" actId="6938"/>
          <pc:sldLayoutMkLst>
            <pc:docMk/>
            <pc:sldMasterMk cId="3260440719" sldId="2147483674"/>
            <pc:sldLayoutMk cId="251155563" sldId="2147483675"/>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2112599985" sldId="2147483676"/>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3212205108" sldId="2147483677"/>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453516792" sldId="2147483678"/>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1306802056" sldId="2147483679"/>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3495927070" sldId="2147483680"/>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2854555886" sldId="2147483681"/>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2797614597" sldId="2147483682"/>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349465535" sldId="2147483683"/>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2919430655" sldId="2147483684"/>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3794314384" sldId="214748368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C5BF94-82EA-25ED-1C94-5562FF7667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B846D86-7E86-C40D-A9DF-ABC9B7B1126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E9053B-97E6-4F45-93EE-48938139E930}" type="datetimeFigureOut">
              <a:rPr lang="en-GB" smtClean="0"/>
              <a:t>03/04/2026</a:t>
            </a:fld>
            <a:endParaRPr lang="en-GB"/>
          </a:p>
        </p:txBody>
      </p:sp>
      <p:sp>
        <p:nvSpPr>
          <p:cNvPr id="4" name="Footer Placeholder 3">
            <a:extLst>
              <a:ext uri="{FF2B5EF4-FFF2-40B4-BE49-F238E27FC236}">
                <a16:creationId xmlns:a16="http://schemas.microsoft.com/office/drawing/2014/main" id="{0FDEC034-238A-F70D-5C20-C3E3E4B57B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5BE38AA-0BD4-5177-1B0C-9D8EFCAF5B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0CF3D3-E080-442A-9331-627F5BA3DCF0}" type="slidenum">
              <a:rPr lang="en-GB" smtClean="0"/>
              <a:t>‹#›</a:t>
            </a:fld>
            <a:endParaRPr lang="en-GB"/>
          </a:p>
        </p:txBody>
      </p:sp>
    </p:spTree>
    <p:extLst>
      <p:ext uri="{BB962C8B-B14F-4D97-AF65-F5344CB8AC3E}">
        <p14:creationId xmlns:p14="http://schemas.microsoft.com/office/powerpoint/2010/main" val="25345897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A926E-790D-450F-961B-8B6B99E0CD01}" type="datetimeFigureOut">
              <a:rPr lang="en-GB" smtClean="0"/>
              <a:t>03/04/2026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D1FD5-3411-4380-8A9A-C24F3BB8453F}" type="slidenum">
              <a:rPr lang="en-GB" smtClean="0"/>
              <a:t>‹#›</a:t>
            </a:fld>
            <a:endParaRPr lang="en-GB"/>
          </a:p>
        </p:txBody>
      </p:sp>
    </p:spTree>
    <p:extLst>
      <p:ext uri="{BB962C8B-B14F-4D97-AF65-F5344CB8AC3E}">
        <p14:creationId xmlns:p14="http://schemas.microsoft.com/office/powerpoint/2010/main" val="2314653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Frame the lecture as both foundational and professionally relevant.</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4</a:t>
            </a:fld>
            <a:endParaRPr lang="en-GB"/>
          </a:p>
        </p:txBody>
      </p:sp>
    </p:spTree>
    <p:extLst>
      <p:ext uri="{BB962C8B-B14F-4D97-AF65-F5344CB8AC3E}">
        <p14:creationId xmlns:p14="http://schemas.microsoft.com/office/powerpoint/2010/main" val="1057331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Frame the lecture as both foundational and professionally relevant.</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5</a:t>
            </a:fld>
            <a:endParaRPr lang="en-GB"/>
          </a:p>
        </p:txBody>
      </p:sp>
    </p:spTree>
    <p:extLst>
      <p:ext uri="{BB962C8B-B14F-4D97-AF65-F5344CB8AC3E}">
        <p14:creationId xmlns:p14="http://schemas.microsoft.com/office/powerpoint/2010/main" val="1057331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6</a:t>
            </a:fld>
            <a:endParaRPr lang="en-GB"/>
          </a:p>
        </p:txBody>
      </p:sp>
    </p:spTree>
    <p:extLst>
      <p:ext uri="{BB962C8B-B14F-4D97-AF65-F5344CB8AC3E}">
        <p14:creationId xmlns:p14="http://schemas.microsoft.com/office/powerpoint/2010/main" val="1414946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7</a:t>
            </a:fld>
            <a:endParaRPr lang="en-GB"/>
          </a:p>
        </p:txBody>
      </p:sp>
    </p:spTree>
    <p:extLst>
      <p:ext uri="{BB962C8B-B14F-4D97-AF65-F5344CB8AC3E}">
        <p14:creationId xmlns:p14="http://schemas.microsoft.com/office/powerpoint/2010/main" val="1414946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9</a:t>
            </a:fld>
            <a:endParaRPr lang="en-GB"/>
          </a:p>
        </p:txBody>
      </p:sp>
    </p:spTree>
    <p:extLst>
      <p:ext uri="{BB962C8B-B14F-4D97-AF65-F5344CB8AC3E}">
        <p14:creationId xmlns:p14="http://schemas.microsoft.com/office/powerpoint/2010/main" val="4220712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79D62-1E81-D80D-D8BE-4006EF940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3EC8E-C361-0156-F70C-F6F64C91A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F9F57-3498-D7A5-5484-2B745131230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2072571-BAD7-3F4E-7BE4-1528C6A9EB3B}"/>
              </a:ext>
            </a:extLst>
          </p:cNvPr>
          <p:cNvSpPr>
            <a:spLocks noGrp="1"/>
          </p:cNvSpPr>
          <p:nvPr>
            <p:ph type="sldNum" sz="quarter" idx="5"/>
          </p:nvPr>
        </p:nvSpPr>
        <p:spPr/>
        <p:txBody>
          <a:bodyPr/>
          <a:lstStyle/>
          <a:p>
            <a:fld id="{ABBD1FD5-3411-4380-8A9A-C24F3BB8453F}" type="slidenum">
              <a:rPr lang="en-GB" smtClean="0"/>
              <a:t>10</a:t>
            </a:fld>
            <a:endParaRPr lang="en-GB"/>
          </a:p>
        </p:txBody>
      </p:sp>
    </p:spTree>
    <p:extLst>
      <p:ext uri="{BB962C8B-B14F-4D97-AF65-F5344CB8AC3E}">
        <p14:creationId xmlns:p14="http://schemas.microsoft.com/office/powerpoint/2010/main" val="1948018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Emphasise that editing is not limited to text. It applies to all forms of communication.</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11</a:t>
            </a:fld>
            <a:endParaRPr lang="en-GB"/>
          </a:p>
        </p:txBody>
      </p:sp>
    </p:spTree>
    <p:extLst>
      <p:ext uri="{BB962C8B-B14F-4D97-AF65-F5344CB8AC3E}">
        <p14:creationId xmlns:p14="http://schemas.microsoft.com/office/powerpoint/2010/main" val="23024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12</a:t>
            </a:fld>
            <a:endParaRPr lang="en-GB"/>
          </a:p>
        </p:txBody>
      </p:sp>
    </p:spTree>
    <p:extLst>
      <p:ext uri="{BB962C8B-B14F-4D97-AF65-F5344CB8AC3E}">
        <p14:creationId xmlns:p14="http://schemas.microsoft.com/office/powerpoint/2010/main" val="3683064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is a </a:t>
            </a:r>
            <a:r>
              <a:rPr lang="en-US" b="1" dirty="0"/>
              <a:t>fully developed narrative explanation</a:t>
            </a:r>
            <a:r>
              <a:rPr lang="en-US" dirty="0"/>
              <a:t> for Slides 8 and 9, written as a </a:t>
            </a:r>
            <a:r>
              <a:rPr lang="en-US" b="1" dirty="0"/>
              <a:t>memorable, story-driven lecture script</a:t>
            </a:r>
            <a:r>
              <a:rPr lang="en-US" dirty="0"/>
              <a:t>. It is designed to help students </a:t>
            </a:r>
            <a:r>
              <a:rPr lang="en-US" i="1" dirty="0" err="1"/>
              <a:t>visualise</a:t>
            </a:r>
            <a:r>
              <a:rPr lang="en-US" i="1" dirty="0"/>
              <a:t> the evolution of editing</a:t>
            </a:r>
            <a:r>
              <a:rPr lang="en-US" dirty="0"/>
              <a:t> rather than merely </a:t>
            </a:r>
            <a:r>
              <a:rPr lang="en-US" dirty="0" err="1"/>
              <a:t>memorise</a:t>
            </a:r>
            <a:r>
              <a:rPr lang="en-US" dirty="0"/>
              <a:t> timelines.</a:t>
            </a:r>
          </a:p>
          <a:p>
            <a:br>
              <a:rPr lang="en-US" dirty="0"/>
            </a:br>
            <a:endParaRPr lang="en-US" dirty="0"/>
          </a:p>
          <a:p>
            <a:r>
              <a:rPr lang="en-US" b="1" dirty="0"/>
              <a:t>SLIDE 8: Evolution of Editing Globally</a:t>
            </a:r>
          </a:p>
          <a:p>
            <a:r>
              <a:rPr lang="en-US" b="1" dirty="0"/>
              <a:t>Story-Led Explanation</a:t>
            </a:r>
          </a:p>
          <a:p>
            <a:r>
              <a:rPr lang="en-US" dirty="0"/>
              <a:t>Imagine stepping into a printing workshop in the 15th century. The room is dim, the air thick with ink and metal. A printer stands over rows of tiny metal letters, arranging each one by hand. There is no delete key, no spell check, no undo button. Every word must be physically constructed.</a:t>
            </a:r>
          </a:p>
          <a:p>
            <a:r>
              <a:rPr lang="en-US" dirty="0"/>
              <a:t>This is where editing began, not as a sophisticated profession, but as a necessity. If a single letter was misplaced, the entire meaning could collapse. Proofreading, at this stage, was not about style or clarity. It was about survival of meaning. One mistake could mean reprinting an entire page, at great cost.</a:t>
            </a:r>
          </a:p>
          <a:p>
            <a:r>
              <a:rPr lang="en-US" dirty="0"/>
              <a:t>This early print era established the first principle of editing: </a:t>
            </a:r>
            <a:r>
              <a:rPr lang="en-US" b="1" dirty="0"/>
              <a:t>precision matters because errors are expensive</a:t>
            </a:r>
            <a:r>
              <a:rPr lang="en-US" dirty="0"/>
              <a:t>.</a:t>
            </a:r>
          </a:p>
          <a:p>
            <a:br>
              <a:rPr lang="en-US" dirty="0"/>
            </a:br>
            <a:endParaRPr lang="en-US" dirty="0"/>
          </a:p>
          <a:p>
            <a:r>
              <a:rPr lang="en-US" dirty="0"/>
              <a:t>Now move forward to the 18th and 19th centuries. Newspapers begin to emerge as powerful social institutions. Information is no longer static. It is timely, political, and influential. With this shift comes a new need: someone must take responsibility for what is published.</a:t>
            </a:r>
          </a:p>
          <a:p>
            <a:r>
              <a:rPr lang="en-US" dirty="0"/>
              <a:t>This is the birth of the editor as a role.</a:t>
            </a:r>
          </a:p>
          <a:p>
            <a:r>
              <a:rPr lang="en-US" dirty="0"/>
              <a:t>Editors are no longer just correcting errors. They are making decisions:</a:t>
            </a:r>
          </a:p>
          <a:p>
            <a:r>
              <a:rPr lang="en-US" dirty="0"/>
              <a:t>What is newsworthy?</a:t>
            </a:r>
          </a:p>
          <a:p>
            <a:r>
              <a:rPr lang="en-US" dirty="0"/>
              <a:t>What should be published?</a:t>
            </a:r>
          </a:p>
          <a:p>
            <a:r>
              <a:rPr lang="en-US" dirty="0"/>
              <a:t>What should be suppressed?</a:t>
            </a:r>
          </a:p>
          <a:p>
            <a:r>
              <a:rPr lang="en-US" dirty="0"/>
              <a:t>Editing becomes a position of authority. It moves from the printing table into the </a:t>
            </a:r>
            <a:r>
              <a:rPr lang="en-US" dirty="0" err="1"/>
              <a:t>centre</a:t>
            </a:r>
            <a:r>
              <a:rPr lang="en-US" dirty="0"/>
              <a:t> of public life. The editor becomes a gatekeeper of information and, by extension, a shaper of public opinion.</a:t>
            </a:r>
          </a:p>
          <a:p>
            <a:br>
              <a:rPr lang="en-US" dirty="0"/>
            </a:br>
            <a:endParaRPr lang="en-US" dirty="0"/>
          </a:p>
          <a:p>
            <a:r>
              <a:rPr lang="en-US" dirty="0"/>
              <a:t>By the 20th century, journalism evolves into a profession with standards, ethics, and formal training. Newsrooms become structured environments with defined roles: reporters, sub-editors, editors-in-chief.</a:t>
            </a:r>
          </a:p>
          <a:p>
            <a:r>
              <a:rPr lang="en-US" dirty="0"/>
              <a:t>Editing now operates on multiple levels:</a:t>
            </a:r>
          </a:p>
          <a:p>
            <a:r>
              <a:rPr lang="en-US" dirty="0"/>
              <a:t>Ensuring factual accuracy</a:t>
            </a:r>
          </a:p>
          <a:p>
            <a:r>
              <a:rPr lang="en-US" dirty="0"/>
              <a:t>Maintaining </a:t>
            </a:r>
            <a:r>
              <a:rPr lang="en-US" dirty="0" err="1"/>
              <a:t>organisational</a:t>
            </a:r>
            <a:r>
              <a:rPr lang="en-US" dirty="0"/>
              <a:t> style</a:t>
            </a:r>
          </a:p>
          <a:p>
            <a:r>
              <a:rPr lang="en-US" dirty="0"/>
              <a:t>Protecting legal and ethical standards</a:t>
            </a:r>
          </a:p>
          <a:p>
            <a:r>
              <a:rPr lang="en-US" dirty="0"/>
              <a:t>This period introduces the idea that editing is not just technical work. It is </a:t>
            </a:r>
            <a:r>
              <a:rPr lang="en-US" b="1" dirty="0"/>
              <a:t>institutional responsibility</a:t>
            </a:r>
            <a:r>
              <a:rPr lang="en-US" dirty="0"/>
              <a:t>. A poorly edited story is no longer just an error. It is a threat to credibility, and potentially, to public trust.</a:t>
            </a:r>
          </a:p>
          <a:p>
            <a:br>
              <a:rPr lang="en-US" dirty="0"/>
            </a:br>
            <a:endParaRPr lang="en-US" dirty="0"/>
          </a:p>
          <a:p>
            <a:r>
              <a:rPr lang="en-US" dirty="0"/>
              <a:t>Then we arrive at the digital era.</a:t>
            </a:r>
          </a:p>
          <a:p>
            <a:r>
              <a:rPr lang="en-US" dirty="0"/>
              <a:t>The newsroom changes completely. Deadlines shrink from days to hours, then to minutes. News is no longer printed once a day. It is updated continuously.</a:t>
            </a:r>
          </a:p>
          <a:p>
            <a:r>
              <a:rPr lang="en-US" dirty="0"/>
              <a:t>Editing becomes:</a:t>
            </a:r>
          </a:p>
          <a:p>
            <a:r>
              <a:rPr lang="en-US" dirty="0"/>
              <a:t>Real-time</a:t>
            </a:r>
          </a:p>
          <a:p>
            <a:r>
              <a:rPr lang="en-US" dirty="0"/>
              <a:t>Multi-platform</a:t>
            </a:r>
          </a:p>
          <a:p>
            <a:r>
              <a:rPr lang="en-US" dirty="0"/>
              <a:t>Audience-driven</a:t>
            </a:r>
          </a:p>
          <a:p>
            <a:r>
              <a:rPr lang="en-US" dirty="0"/>
              <a:t>A story may be edited several times after publication. Headlines are adjusted for search engines. Images are </a:t>
            </a:r>
            <a:r>
              <a:rPr lang="en-US" dirty="0" err="1"/>
              <a:t>optimised</a:t>
            </a:r>
            <a:r>
              <a:rPr lang="en-US" dirty="0"/>
              <a:t> for engagement. Readers respond instantly through comments and social media.</a:t>
            </a:r>
          </a:p>
          <a:p>
            <a:r>
              <a:rPr lang="en-US" dirty="0"/>
              <a:t>The editor is no longer working in isolation. The editor is working in a live, interactive environment.</a:t>
            </a:r>
          </a:p>
          <a:p>
            <a:br>
              <a:rPr lang="en-US" dirty="0"/>
            </a:br>
            <a:endParaRPr lang="en-US" dirty="0"/>
          </a:p>
          <a:p>
            <a:r>
              <a:rPr lang="en-US" b="1" dirty="0"/>
              <a:t>Key Insight to </a:t>
            </a:r>
            <a:r>
              <a:rPr lang="en-US" b="1" dirty="0" err="1"/>
              <a:t>Emphasise</a:t>
            </a:r>
            <a:endParaRPr lang="en-US" b="1" dirty="0"/>
          </a:p>
          <a:p>
            <a:r>
              <a:rPr lang="en-US" dirty="0"/>
              <a:t>What began as </a:t>
            </a:r>
            <a:r>
              <a:rPr lang="en-US" b="1" dirty="0"/>
              <a:t>manual correction of printed text</a:t>
            </a:r>
            <a:r>
              <a:rPr lang="en-US" dirty="0"/>
              <a:t> has evolved into a system of </a:t>
            </a:r>
            <a:r>
              <a:rPr lang="en-US" b="1" dirty="0"/>
              <a:t>continuous, strategic communication management across platforms</a:t>
            </a:r>
            <a:r>
              <a:rPr lang="en-US" dirty="0"/>
              <a:t>.</a:t>
            </a:r>
          </a:p>
          <a:p>
            <a:r>
              <a:rPr lang="en-US" dirty="0"/>
              <a:t>The tools have changed, but the core responsibility remains:</a:t>
            </a:r>
          </a:p>
          <a:p>
            <a:r>
              <a:rPr lang="en-US" dirty="0"/>
              <a:t>To ensure that what is communicated is accurate, clear, and meaningful.</a:t>
            </a:r>
          </a:p>
          <a:p>
            <a:br>
              <a:rPr lang="en-US" dirty="0"/>
            </a:br>
            <a:endParaRPr lang="en-US" dirty="0"/>
          </a:p>
          <a:p>
            <a:r>
              <a:rPr lang="en-US" b="1" dirty="0"/>
              <a:t>Memory Anchor for Students</a:t>
            </a:r>
          </a:p>
          <a:p>
            <a:r>
              <a:rPr lang="en-US" dirty="0"/>
              <a:t>You may </a:t>
            </a:r>
            <a:r>
              <a:rPr lang="en-US" dirty="0" err="1"/>
              <a:t>summarise</a:t>
            </a:r>
            <a:r>
              <a:rPr lang="en-US" dirty="0"/>
              <a:t> the evolution in four stages:</a:t>
            </a:r>
          </a:p>
          <a:p>
            <a:r>
              <a:rPr lang="en-US" b="1" dirty="0"/>
              <a:t>Craft Stage:</a:t>
            </a:r>
            <a:r>
              <a:rPr lang="en-US" dirty="0"/>
              <a:t> Fixing physical errors</a:t>
            </a:r>
          </a:p>
          <a:p>
            <a:r>
              <a:rPr lang="en-US" b="1" dirty="0"/>
              <a:t>Control Stage:</a:t>
            </a:r>
            <a:r>
              <a:rPr lang="en-US" dirty="0"/>
              <a:t> Deciding what gets published</a:t>
            </a:r>
          </a:p>
          <a:p>
            <a:r>
              <a:rPr lang="en-US" b="1" dirty="0"/>
              <a:t>Professional Stage:</a:t>
            </a:r>
            <a:r>
              <a:rPr lang="en-US" dirty="0"/>
              <a:t> Upholding standards and ethics</a:t>
            </a:r>
          </a:p>
          <a:p>
            <a:r>
              <a:rPr lang="en-US" b="1" dirty="0"/>
              <a:t>Digital Stage:</a:t>
            </a:r>
            <a:r>
              <a:rPr lang="en-US" dirty="0"/>
              <a:t> Managing speed, platforms, and audience interaction</a:t>
            </a:r>
          </a:p>
          <a:p>
            <a:br>
              <a:rPr lang="en-US" dirty="0"/>
            </a:br>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13</a:t>
            </a:fld>
            <a:endParaRPr lang="en-GB"/>
          </a:p>
        </p:txBody>
      </p:sp>
    </p:spTree>
    <p:extLst>
      <p:ext uri="{BB962C8B-B14F-4D97-AF65-F5344CB8AC3E}">
        <p14:creationId xmlns:p14="http://schemas.microsoft.com/office/powerpoint/2010/main" val="751663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CAD4E-20C6-56DB-9BED-BBEA59FDE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00743-E8C5-B897-CFDD-9DC920CE5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4306A-ED19-51A3-8267-29DE6B62E29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7363215-BA90-98ED-94CE-3B7E1FB939B2}"/>
              </a:ext>
            </a:extLst>
          </p:cNvPr>
          <p:cNvSpPr>
            <a:spLocks noGrp="1"/>
          </p:cNvSpPr>
          <p:nvPr>
            <p:ph type="sldNum" sz="quarter" idx="5"/>
          </p:nvPr>
        </p:nvSpPr>
        <p:spPr/>
        <p:txBody>
          <a:bodyPr/>
          <a:lstStyle/>
          <a:p>
            <a:fld id="{ABBD1FD5-3411-4380-8A9A-C24F3BB8453F}" type="slidenum">
              <a:rPr lang="en-GB" smtClean="0"/>
              <a:t>14</a:t>
            </a:fld>
            <a:endParaRPr lang="en-GB"/>
          </a:p>
        </p:txBody>
      </p:sp>
    </p:spTree>
    <p:extLst>
      <p:ext uri="{BB962C8B-B14F-4D97-AF65-F5344CB8AC3E}">
        <p14:creationId xmlns:p14="http://schemas.microsoft.com/office/powerpoint/2010/main" val="2862607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B03A-EBCF-4A3B-7DA1-5F9462DFB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F4E11-ABA9-7C14-5B08-FB92F214B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00BD9-927A-3EE1-0976-A27208B3E8C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B0F0DBF-C986-9DDB-96B1-9CE434A847C7}"/>
              </a:ext>
            </a:extLst>
          </p:cNvPr>
          <p:cNvSpPr>
            <a:spLocks noGrp="1"/>
          </p:cNvSpPr>
          <p:nvPr>
            <p:ph type="sldNum" sz="quarter" idx="5"/>
          </p:nvPr>
        </p:nvSpPr>
        <p:spPr/>
        <p:txBody>
          <a:bodyPr/>
          <a:lstStyle/>
          <a:p>
            <a:fld id="{ABBD1FD5-3411-4380-8A9A-C24F3BB8453F}" type="slidenum">
              <a:rPr lang="en-GB" smtClean="0"/>
              <a:t>15</a:t>
            </a:fld>
            <a:endParaRPr lang="en-GB"/>
          </a:p>
        </p:txBody>
      </p:sp>
    </p:spTree>
    <p:extLst>
      <p:ext uri="{BB962C8B-B14F-4D97-AF65-F5344CB8AC3E}">
        <p14:creationId xmlns:p14="http://schemas.microsoft.com/office/powerpoint/2010/main" val="2569825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Editing in the Nigerian Context</a:t>
            </a:r>
          </a:p>
          <a:p>
            <a:endParaRPr lang="en-US" b="1" dirty="0"/>
          </a:p>
          <a:p>
            <a:r>
              <a:rPr lang="en-US" b="1" dirty="0"/>
              <a:t>Story-Led Explanation</a:t>
            </a:r>
          </a:p>
          <a:p>
            <a:r>
              <a:rPr lang="en-US" dirty="0"/>
              <a:t>Now, bring the story closer to home.</a:t>
            </a:r>
          </a:p>
          <a:p>
            <a:r>
              <a:rPr lang="en-US" dirty="0"/>
              <a:t>Imagine Nigeria in the late 19th century. The printing press arrives not as a neutral tool, but as an instrument of influence. Missionary publications begin to circulate, using print to spread religious ideas and Western education.</a:t>
            </a:r>
          </a:p>
          <a:p>
            <a:r>
              <a:rPr lang="en-US" dirty="0"/>
              <a:t>At this stage, editing serves a very specific purpose: </a:t>
            </a:r>
            <a:r>
              <a:rPr lang="en-US" b="1" dirty="0"/>
              <a:t>preservation of message</a:t>
            </a:r>
            <a:r>
              <a:rPr lang="en-US" dirty="0"/>
              <a:t>. Content is controlled, structured, and aligned with the missionary agenda.</a:t>
            </a:r>
          </a:p>
          <a:p>
            <a:r>
              <a:rPr lang="en-US" dirty="0"/>
              <a:t>But something begins to change.</a:t>
            </a:r>
          </a:p>
          <a:p>
            <a:br>
              <a:rPr lang="en-US" dirty="0"/>
            </a:br>
            <a:endParaRPr lang="en-US" dirty="0"/>
          </a:p>
          <a:p>
            <a:r>
              <a:rPr lang="en-US" dirty="0"/>
              <a:t>As the colonial period progresses, Nigerian voices begin to emerge in print. Newspapers become tools of resistance and political awakening. Editing is no longer just about correctness. It becomes a tool of </a:t>
            </a:r>
            <a:r>
              <a:rPr lang="en-US" b="1" dirty="0"/>
              <a:t>advocacy and nationalism</a:t>
            </a:r>
            <a:r>
              <a:rPr lang="en-US" dirty="0"/>
              <a:t>.</a:t>
            </a:r>
          </a:p>
          <a:p>
            <a:r>
              <a:rPr lang="en-US" dirty="0"/>
              <a:t>Editors are not just professionals. They are activists, intellectuals, and political actors.</a:t>
            </a:r>
          </a:p>
          <a:p>
            <a:r>
              <a:rPr lang="en-US" dirty="0"/>
              <a:t>They ask:</a:t>
            </a:r>
          </a:p>
          <a:p>
            <a:r>
              <a:rPr lang="en-US" dirty="0"/>
              <a:t>How do we frame our reality?</a:t>
            </a:r>
          </a:p>
          <a:p>
            <a:r>
              <a:rPr lang="en-US" dirty="0"/>
              <a:t>How do we challenge colonial narratives?</a:t>
            </a:r>
          </a:p>
          <a:p>
            <a:r>
              <a:rPr lang="en-US" dirty="0"/>
              <a:t>Editing, in this era, becomes a form of power. The way a story is written and presented can influence national consciousness.</a:t>
            </a:r>
          </a:p>
          <a:p>
            <a:br>
              <a:rPr lang="en-US" dirty="0"/>
            </a:br>
            <a:endParaRPr lang="en-US" dirty="0"/>
          </a:p>
          <a:p>
            <a:r>
              <a:rPr lang="en-US" dirty="0"/>
              <a:t>After independence, the Nigerian press expands rapidly. Newspapers multiply. Media houses grow in size and influence.</a:t>
            </a:r>
          </a:p>
          <a:p>
            <a:r>
              <a:rPr lang="en-US" dirty="0"/>
              <a:t>Editing becomes more structured:</a:t>
            </a:r>
          </a:p>
          <a:p>
            <a:r>
              <a:rPr lang="en-US" dirty="0"/>
              <a:t>Newsrooms develop formal processes</a:t>
            </a:r>
          </a:p>
          <a:p>
            <a:r>
              <a:rPr lang="en-US" dirty="0"/>
              <a:t>Sub-editors handle copy refinement</a:t>
            </a:r>
          </a:p>
          <a:p>
            <a:r>
              <a:rPr lang="en-US" dirty="0"/>
              <a:t>Editorial standards begin to </a:t>
            </a:r>
            <a:r>
              <a:rPr lang="en-US" dirty="0" err="1"/>
              <a:t>stabilise</a:t>
            </a:r>
            <a:endParaRPr lang="en-US" dirty="0"/>
          </a:p>
          <a:p>
            <a:r>
              <a:rPr lang="en-US" dirty="0"/>
              <a:t>This period represents </a:t>
            </a:r>
            <a:r>
              <a:rPr lang="en-US" b="1" dirty="0"/>
              <a:t>growth and </a:t>
            </a:r>
            <a:r>
              <a:rPr lang="en-US" b="1" dirty="0" err="1"/>
              <a:t>institutionalisation</a:t>
            </a:r>
            <a:r>
              <a:rPr lang="en-US" dirty="0"/>
              <a:t>. Editing is now part of an </a:t>
            </a:r>
            <a:r>
              <a:rPr lang="en-US" dirty="0" err="1"/>
              <a:t>organised</a:t>
            </a:r>
            <a:r>
              <a:rPr lang="en-US" dirty="0"/>
              <a:t> media system, not just individual effort.</a:t>
            </a:r>
          </a:p>
          <a:p>
            <a:br>
              <a:rPr lang="en-US" dirty="0"/>
            </a:br>
            <a:endParaRPr lang="en-US" dirty="0"/>
          </a:p>
          <a:p>
            <a:r>
              <a:rPr lang="en-US" dirty="0"/>
              <a:t>Then comes the military era.</a:t>
            </a:r>
          </a:p>
          <a:p>
            <a:r>
              <a:rPr lang="en-US" dirty="0"/>
              <a:t>Here, the story takes a more complex turn.</a:t>
            </a:r>
          </a:p>
          <a:p>
            <a:r>
              <a:rPr lang="en-US" dirty="0"/>
              <a:t>Editing operates under pressure. Censorship becomes a reality. Certain stories cannot be published. Certain words cannot be used. Editors must navigate risk carefully.</a:t>
            </a:r>
          </a:p>
          <a:p>
            <a:r>
              <a:rPr lang="en-US" dirty="0"/>
              <a:t>In this context, editing becomes:</a:t>
            </a:r>
          </a:p>
          <a:p>
            <a:r>
              <a:rPr lang="en-US" dirty="0"/>
              <a:t>Strategic</a:t>
            </a:r>
          </a:p>
          <a:p>
            <a:r>
              <a:rPr lang="en-US" dirty="0"/>
              <a:t>Cautious</a:t>
            </a:r>
          </a:p>
          <a:p>
            <a:r>
              <a:rPr lang="en-US" dirty="0"/>
              <a:t>Sometimes coded</a:t>
            </a:r>
          </a:p>
          <a:p>
            <a:r>
              <a:rPr lang="en-US" dirty="0"/>
              <a:t>A headline, a phrase, or even the placement of a story can carry hidden meaning. Editors learn to communicate within constraints.</a:t>
            </a:r>
          </a:p>
          <a:p>
            <a:r>
              <a:rPr lang="en-US" dirty="0"/>
              <a:t>This period teaches an important lesson:</a:t>
            </a:r>
          </a:p>
          <a:p>
            <a:r>
              <a:rPr lang="en-US" dirty="0"/>
              <a:t>Editing is not always free. It is shaped by political and institutional power.</a:t>
            </a:r>
          </a:p>
          <a:p>
            <a:br>
              <a:rPr lang="en-US" dirty="0"/>
            </a:br>
            <a:endParaRPr lang="en-US" dirty="0"/>
          </a:p>
          <a:p>
            <a:r>
              <a:rPr lang="en-US" dirty="0"/>
              <a:t>Now consider the contemporary era.</a:t>
            </a:r>
          </a:p>
          <a:p>
            <a:r>
              <a:rPr lang="en-US" dirty="0"/>
              <a:t>Nigeria’s media landscape has transformed again. Digital platforms have disrupted traditional publishing. Anyone with a smartphone can produce and distribute content.</a:t>
            </a:r>
          </a:p>
          <a:p>
            <a:r>
              <a:rPr lang="en-US" dirty="0"/>
              <a:t>Editing now faces new challenges:</a:t>
            </a:r>
          </a:p>
          <a:p>
            <a:r>
              <a:rPr lang="en-US" dirty="0"/>
              <a:t>Speed over accuracy</a:t>
            </a:r>
          </a:p>
          <a:p>
            <a:r>
              <a:rPr lang="en-US" dirty="0"/>
              <a:t>Viral content over verified information</a:t>
            </a:r>
          </a:p>
          <a:p>
            <a:r>
              <a:rPr lang="en-US" dirty="0"/>
              <a:t>Audience pressure and algorithmic influence</a:t>
            </a:r>
          </a:p>
          <a:p>
            <a:r>
              <a:rPr lang="en-US" dirty="0"/>
              <a:t>At the same time, opportunities have expanded:</a:t>
            </a:r>
          </a:p>
          <a:p>
            <a:r>
              <a:rPr lang="en-US" dirty="0"/>
              <a:t>Independent media platforms are emerging</a:t>
            </a:r>
          </a:p>
          <a:p>
            <a:r>
              <a:rPr lang="en-US" dirty="0"/>
              <a:t>Investigative journalism is gaining visibility</a:t>
            </a:r>
          </a:p>
          <a:p>
            <a:r>
              <a:rPr lang="en-US" dirty="0"/>
              <a:t>Diverse voices are entering public discourse</a:t>
            </a:r>
          </a:p>
          <a:p>
            <a:r>
              <a:rPr lang="en-US" dirty="0"/>
              <a:t>Editing today must balance:</a:t>
            </a:r>
          </a:p>
          <a:p>
            <a:r>
              <a:rPr lang="en-US" dirty="0"/>
              <a:t>Professional standards</a:t>
            </a:r>
          </a:p>
          <a:p>
            <a:r>
              <a:rPr lang="en-US" dirty="0"/>
              <a:t>Technological tools</a:t>
            </a:r>
          </a:p>
          <a:p>
            <a:r>
              <a:rPr lang="en-US" dirty="0"/>
              <a:t>Audience expectations</a:t>
            </a:r>
          </a:p>
          <a:p>
            <a:br>
              <a:rPr lang="en-US" dirty="0"/>
            </a:br>
            <a:endParaRPr lang="en-US" dirty="0"/>
          </a:p>
          <a:p>
            <a:r>
              <a:rPr lang="en-US" b="1" dirty="0"/>
              <a:t>Concrete Examples to Reinforce</a:t>
            </a:r>
          </a:p>
          <a:p>
            <a:r>
              <a:rPr lang="en-US" dirty="0"/>
              <a:t>The growth of national newspapers reflects institutional maturity</a:t>
            </a:r>
          </a:p>
          <a:p>
            <a:r>
              <a:rPr lang="en-US" dirty="0"/>
              <a:t>The rise of independent digital platforms reflects </a:t>
            </a:r>
            <a:r>
              <a:rPr lang="en-US" dirty="0" err="1"/>
              <a:t>democratisation</a:t>
            </a:r>
            <a:r>
              <a:rPr lang="en-US" dirty="0"/>
              <a:t> of media</a:t>
            </a:r>
          </a:p>
          <a:p>
            <a:r>
              <a:rPr lang="en-US" dirty="0"/>
              <a:t>Social media reflects </a:t>
            </a:r>
            <a:r>
              <a:rPr lang="en-US" dirty="0" err="1"/>
              <a:t>decentralisation</a:t>
            </a:r>
            <a:r>
              <a:rPr lang="en-US" dirty="0"/>
              <a:t> of editorial control</a:t>
            </a:r>
          </a:p>
          <a:p>
            <a:br>
              <a:rPr lang="en-US" dirty="0"/>
            </a:br>
            <a:endParaRPr lang="en-US" dirty="0"/>
          </a:p>
          <a:p>
            <a:r>
              <a:rPr lang="en-US" b="1" dirty="0"/>
              <a:t>Engagement Prompt (Critical for Retention)</a:t>
            </a:r>
          </a:p>
          <a:p>
            <a:r>
              <a:rPr lang="en-US" dirty="0"/>
              <a:t>At this point, pause and ask students:</a:t>
            </a:r>
          </a:p>
          <a:p>
            <a:r>
              <a:rPr lang="en-US" dirty="0"/>
              <a:t>Which Nigerian media </a:t>
            </a:r>
            <a:r>
              <a:rPr lang="en-US" dirty="0" err="1"/>
              <a:t>organisations</a:t>
            </a:r>
            <a:r>
              <a:rPr lang="en-US" dirty="0"/>
              <a:t> do you follow?</a:t>
            </a:r>
          </a:p>
          <a:p>
            <a:r>
              <a:rPr lang="en-US" dirty="0"/>
              <a:t>Do you trust them? Why or why not?</a:t>
            </a:r>
          </a:p>
          <a:p>
            <a:r>
              <a:rPr lang="en-US" dirty="0"/>
              <a:t>Have you ever noticed poor editing in a news story?</a:t>
            </a:r>
          </a:p>
          <a:p>
            <a:r>
              <a:rPr lang="en-US" dirty="0"/>
              <a:t>This shifts them from passive listening to </a:t>
            </a:r>
            <a:r>
              <a:rPr lang="en-US" b="1" dirty="0"/>
              <a:t>active reflection</a:t>
            </a:r>
            <a:r>
              <a:rPr lang="en-US" dirty="0"/>
              <a:t>.</a:t>
            </a:r>
          </a:p>
          <a:p>
            <a:br>
              <a:rPr lang="en-US" dirty="0"/>
            </a:br>
            <a:endParaRPr lang="en-US" dirty="0"/>
          </a:p>
          <a:p>
            <a:r>
              <a:rPr lang="en-US" b="1" dirty="0"/>
              <a:t>Key Insight to </a:t>
            </a:r>
            <a:r>
              <a:rPr lang="en-US" b="1" dirty="0" err="1"/>
              <a:t>Emphasise</a:t>
            </a:r>
            <a:endParaRPr lang="en-US" b="1" dirty="0"/>
          </a:p>
          <a:p>
            <a:r>
              <a:rPr lang="en-US" dirty="0"/>
              <a:t>Editing in Nigeria is not just a technical process. It is shaped by:</a:t>
            </a:r>
          </a:p>
          <a:p>
            <a:r>
              <a:rPr lang="en-US" dirty="0"/>
              <a:t>History</a:t>
            </a:r>
          </a:p>
          <a:p>
            <a:r>
              <a:rPr lang="en-US" dirty="0"/>
              <a:t>Politics</a:t>
            </a:r>
          </a:p>
          <a:p>
            <a:r>
              <a:rPr lang="en-US" dirty="0"/>
              <a:t>Technology</a:t>
            </a:r>
          </a:p>
          <a:p>
            <a:r>
              <a:rPr lang="en-US" dirty="0"/>
              <a:t>Society</a:t>
            </a:r>
          </a:p>
          <a:p>
            <a:br>
              <a:rPr lang="en-US" dirty="0"/>
            </a:br>
            <a:endParaRPr lang="en-US" dirty="0"/>
          </a:p>
          <a:p>
            <a:r>
              <a:rPr lang="en-US" b="1" dirty="0"/>
              <a:t>Memory Anchor for Students</a:t>
            </a:r>
          </a:p>
          <a:p>
            <a:r>
              <a:rPr lang="en-US" dirty="0"/>
              <a:t>Frame the Nigerian evolution in four phases:</a:t>
            </a:r>
          </a:p>
          <a:p>
            <a:r>
              <a:rPr lang="en-US" b="1" dirty="0"/>
              <a:t>Missionary Phase:</a:t>
            </a:r>
            <a:r>
              <a:rPr lang="en-US" dirty="0"/>
              <a:t> Controlled messaging</a:t>
            </a:r>
          </a:p>
          <a:p>
            <a:r>
              <a:rPr lang="en-US" b="1" dirty="0"/>
              <a:t>Nationalist Phase:</a:t>
            </a:r>
            <a:r>
              <a:rPr lang="en-US" dirty="0"/>
              <a:t> Advocacy and resistance</a:t>
            </a:r>
          </a:p>
          <a:p>
            <a:r>
              <a:rPr lang="en-US" b="1" dirty="0"/>
              <a:t>Institutional Phase:</a:t>
            </a:r>
            <a:r>
              <a:rPr lang="en-US" dirty="0"/>
              <a:t> Growth and structure</a:t>
            </a:r>
          </a:p>
          <a:p>
            <a:r>
              <a:rPr lang="en-US" b="1" dirty="0"/>
              <a:t>Digital Phase:</a:t>
            </a:r>
            <a:r>
              <a:rPr lang="en-US" dirty="0"/>
              <a:t> Speed, access, and disruption</a:t>
            </a:r>
          </a:p>
          <a:p>
            <a:br>
              <a:rPr lang="en-US" dirty="0"/>
            </a:br>
            <a:endParaRPr lang="en-US" dirty="0"/>
          </a:p>
          <a:p>
            <a:r>
              <a:rPr lang="en-US" b="1" dirty="0"/>
              <a:t>Closing Link Between Slides 8 and 9</a:t>
            </a:r>
          </a:p>
          <a:p>
            <a:r>
              <a:rPr lang="en-US" dirty="0"/>
              <a:t>End with a unifying idea:</a:t>
            </a:r>
          </a:p>
          <a:p>
            <a:r>
              <a:rPr lang="en-US" dirty="0"/>
              <a:t>Whether globally or in Nigeria, editing has always evolved in response to one central question:</a:t>
            </a:r>
            <a:br>
              <a:rPr lang="en-US" dirty="0"/>
            </a:br>
            <a:r>
              <a:rPr lang="en-US" b="1" dirty="0"/>
              <a:t>Who controls information, and how is it presented?</a:t>
            </a:r>
            <a:endParaRPr lang="en-US" dirty="0"/>
          </a:p>
          <a:p>
            <a:r>
              <a:rPr lang="en-US" dirty="0"/>
              <a:t>This reinforces the transition into your next concept:</a:t>
            </a:r>
            <a:br>
              <a:rPr lang="en-US" dirty="0"/>
            </a:br>
            <a:r>
              <a:rPr lang="en-US" b="1" dirty="0"/>
              <a:t>Editing as gatekeeping and meaning construction.</a:t>
            </a:r>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16</a:t>
            </a:fld>
            <a:endParaRPr lang="en-GB"/>
          </a:p>
        </p:txBody>
      </p:sp>
    </p:spTree>
    <p:extLst>
      <p:ext uri="{BB962C8B-B14F-4D97-AF65-F5344CB8AC3E}">
        <p14:creationId xmlns:p14="http://schemas.microsoft.com/office/powerpoint/2010/main" val="3212883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B8A46-FD76-3835-C5C3-11CE5639E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57EBF-C3D7-0201-0B1B-B3BE46AD63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C2793-9CBA-3D3C-7187-EAC1358A0A0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A10A702-EAE8-C350-55F1-ACA7F63F888B}"/>
              </a:ext>
            </a:extLst>
          </p:cNvPr>
          <p:cNvSpPr>
            <a:spLocks noGrp="1"/>
          </p:cNvSpPr>
          <p:nvPr>
            <p:ph type="sldNum" sz="quarter" idx="5"/>
          </p:nvPr>
        </p:nvSpPr>
        <p:spPr/>
        <p:txBody>
          <a:bodyPr/>
          <a:lstStyle/>
          <a:p>
            <a:fld id="{ABBD1FD5-3411-4380-8A9A-C24F3BB8453F}" type="slidenum">
              <a:rPr lang="en-GB" smtClean="0"/>
              <a:t>27</a:t>
            </a:fld>
            <a:endParaRPr lang="en-GB"/>
          </a:p>
        </p:txBody>
      </p:sp>
    </p:spTree>
    <p:extLst>
      <p:ext uri="{BB962C8B-B14F-4D97-AF65-F5344CB8AC3E}">
        <p14:creationId xmlns:p14="http://schemas.microsoft.com/office/powerpoint/2010/main" val="1711640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B110C-4372-C024-838A-2EF612F8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6384F-3460-7A50-CF3C-A682A2480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A8EF36-940C-FD6E-6765-639793E09E8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E145FF-DB79-0A9A-6890-82102352FF19}"/>
              </a:ext>
            </a:extLst>
          </p:cNvPr>
          <p:cNvSpPr>
            <a:spLocks noGrp="1"/>
          </p:cNvSpPr>
          <p:nvPr>
            <p:ph type="sldNum" sz="quarter" idx="5"/>
          </p:nvPr>
        </p:nvSpPr>
        <p:spPr/>
        <p:txBody>
          <a:bodyPr/>
          <a:lstStyle/>
          <a:p>
            <a:fld id="{ABBD1FD5-3411-4380-8A9A-C24F3BB8453F}" type="slidenum">
              <a:rPr lang="en-GB" smtClean="0"/>
              <a:t>28</a:t>
            </a:fld>
            <a:endParaRPr lang="en-GB"/>
          </a:p>
        </p:txBody>
      </p:sp>
    </p:spTree>
    <p:extLst>
      <p:ext uri="{BB962C8B-B14F-4D97-AF65-F5344CB8AC3E}">
        <p14:creationId xmlns:p14="http://schemas.microsoft.com/office/powerpoint/2010/main" val="818320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dirty="0"/>
              <a:t>Lecturer Note:</a:t>
            </a:r>
          </a:p>
          <a:p>
            <a:r>
              <a:rPr lang="en-GB" dirty="0"/>
              <a:t>Use a real Nigerian news example for impact.</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30</a:t>
            </a:fld>
            <a:endParaRPr lang="en-GB"/>
          </a:p>
        </p:txBody>
      </p:sp>
    </p:spTree>
    <p:extLst>
      <p:ext uri="{BB962C8B-B14F-4D97-AF65-F5344CB8AC3E}">
        <p14:creationId xmlns:p14="http://schemas.microsoft.com/office/powerpoint/2010/main" val="2240160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F842-CCAE-091E-0C63-90FC0BE86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C33EE-122A-2F5B-2DB6-FE0A8FEC2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E3053-DEAE-BFAE-3AA2-3ADE70AF749F}"/>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AB73D320-6620-610B-2F16-852921A2A75A}"/>
              </a:ext>
            </a:extLst>
          </p:cNvPr>
          <p:cNvSpPr>
            <a:spLocks noGrp="1"/>
          </p:cNvSpPr>
          <p:nvPr>
            <p:ph type="sldNum" sz="quarter" idx="5"/>
          </p:nvPr>
        </p:nvSpPr>
        <p:spPr/>
        <p:txBody>
          <a:bodyPr/>
          <a:lstStyle/>
          <a:p>
            <a:fld id="{ABBD1FD5-3411-4380-8A9A-C24F3BB8453F}" type="slidenum">
              <a:rPr lang="en-GB" smtClean="0"/>
              <a:t>31</a:t>
            </a:fld>
            <a:endParaRPr lang="en-GB"/>
          </a:p>
        </p:txBody>
      </p:sp>
    </p:spTree>
    <p:extLst>
      <p:ext uri="{BB962C8B-B14F-4D97-AF65-F5344CB8AC3E}">
        <p14:creationId xmlns:p14="http://schemas.microsoft.com/office/powerpoint/2010/main" val="3940002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3D40-B49E-D8E2-9E2D-4ACCF09C0B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3E43E-2425-74FB-50F7-2C057B57A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AAA9E-B4CC-654B-C0FA-27ABDD54200D}"/>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7A96EC4E-92A1-D170-1807-1ED0A94656DB}"/>
              </a:ext>
            </a:extLst>
          </p:cNvPr>
          <p:cNvSpPr>
            <a:spLocks noGrp="1"/>
          </p:cNvSpPr>
          <p:nvPr>
            <p:ph type="sldNum" sz="quarter" idx="5"/>
          </p:nvPr>
        </p:nvSpPr>
        <p:spPr/>
        <p:txBody>
          <a:bodyPr/>
          <a:lstStyle/>
          <a:p>
            <a:fld id="{ABBD1FD5-3411-4380-8A9A-C24F3BB8453F}" type="slidenum">
              <a:rPr lang="en-GB" smtClean="0"/>
              <a:t>32</a:t>
            </a:fld>
            <a:endParaRPr lang="en-GB"/>
          </a:p>
        </p:txBody>
      </p:sp>
    </p:spTree>
    <p:extLst>
      <p:ext uri="{BB962C8B-B14F-4D97-AF65-F5344CB8AC3E}">
        <p14:creationId xmlns:p14="http://schemas.microsoft.com/office/powerpoint/2010/main" val="3432286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39AB-D53F-9B8B-6C04-D7343B266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EC848-2DE6-8F8D-014F-98FBF3C1D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E036E-E314-5961-0E68-1D2318C9C25E}"/>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ED1956CD-4D10-C4F5-51C8-870B1E07CE19}"/>
              </a:ext>
            </a:extLst>
          </p:cNvPr>
          <p:cNvSpPr>
            <a:spLocks noGrp="1"/>
          </p:cNvSpPr>
          <p:nvPr>
            <p:ph type="sldNum" sz="quarter" idx="5"/>
          </p:nvPr>
        </p:nvSpPr>
        <p:spPr/>
        <p:txBody>
          <a:bodyPr/>
          <a:lstStyle/>
          <a:p>
            <a:fld id="{ABBD1FD5-3411-4380-8A9A-C24F3BB8453F}" type="slidenum">
              <a:rPr lang="en-GB" smtClean="0"/>
              <a:t>33</a:t>
            </a:fld>
            <a:endParaRPr lang="en-GB"/>
          </a:p>
        </p:txBody>
      </p:sp>
    </p:spTree>
    <p:extLst>
      <p:ext uri="{BB962C8B-B14F-4D97-AF65-F5344CB8AC3E}">
        <p14:creationId xmlns:p14="http://schemas.microsoft.com/office/powerpoint/2010/main" val="1154719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3BA5F-F21D-28D5-5416-14345CA65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54795-DF93-2C99-9A5E-96E9571D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783B1-4CD8-3523-1D43-3927BA5D8CA3}"/>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1E94357A-5CC7-49C4-4FE1-A59B09B9FA00}"/>
              </a:ext>
            </a:extLst>
          </p:cNvPr>
          <p:cNvSpPr>
            <a:spLocks noGrp="1"/>
          </p:cNvSpPr>
          <p:nvPr>
            <p:ph type="sldNum" sz="quarter" idx="5"/>
          </p:nvPr>
        </p:nvSpPr>
        <p:spPr/>
        <p:txBody>
          <a:bodyPr/>
          <a:lstStyle/>
          <a:p>
            <a:fld id="{ABBD1FD5-3411-4380-8A9A-C24F3BB8453F}" type="slidenum">
              <a:rPr lang="en-GB" smtClean="0"/>
              <a:t>34</a:t>
            </a:fld>
            <a:endParaRPr lang="en-GB"/>
          </a:p>
        </p:txBody>
      </p:sp>
    </p:spTree>
    <p:extLst>
      <p:ext uri="{BB962C8B-B14F-4D97-AF65-F5344CB8AC3E}">
        <p14:creationId xmlns:p14="http://schemas.microsoft.com/office/powerpoint/2010/main" val="42842858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5D335-EDE1-19DA-CB56-AE99E5A25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EE842-7DAE-6D82-3A60-31ED224E0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C8365-DC32-8FC8-C9EC-5F1C6E8200CB}"/>
              </a:ext>
            </a:extLst>
          </p:cNvPr>
          <p:cNvSpPr>
            <a:spLocks noGrp="1"/>
          </p:cNvSpPr>
          <p:nvPr>
            <p:ph type="body" idx="1"/>
          </p:nvPr>
        </p:nvSpPr>
        <p:spPr/>
        <p:txBody>
          <a:bodyPr/>
          <a:lstStyle/>
          <a:p>
            <a:r>
              <a:rPr lang="en-US" b="1" dirty="0"/>
              <a:t>Discussion Prompt</a:t>
            </a:r>
          </a:p>
          <a:p>
            <a:r>
              <a:rPr lang="en-US" b="1" dirty="0"/>
              <a:t>How does editing change audience perception?</a:t>
            </a:r>
            <a:endParaRPr lang="en-US" dirty="0"/>
          </a:p>
          <a:p>
            <a:br>
              <a:rPr lang="en-US" dirty="0"/>
            </a:br>
            <a:endParaRPr lang="en-US" dirty="0"/>
          </a:p>
          <a:p>
            <a:r>
              <a:rPr lang="en-US" b="1" dirty="0"/>
              <a:t>Explainer (For Classroom Delivery)</a:t>
            </a:r>
          </a:p>
          <a:p>
            <a:r>
              <a:rPr lang="en-US" dirty="0"/>
              <a:t>Both headlines are based on the same underlying story. No facts have been changed. Yet, the interpretation shifts significantly.</a:t>
            </a:r>
          </a:p>
          <a:p>
            <a:r>
              <a:rPr lang="en-US" b="1" dirty="0"/>
              <a:t>Version A</a:t>
            </a:r>
            <a:r>
              <a:rPr lang="en-US" dirty="0"/>
              <a:t> presents the policy as progress. It is forward-looking and institutional. </a:t>
            </a:r>
          </a:p>
          <a:p>
            <a:r>
              <a:rPr lang="en-US" b="1" dirty="0"/>
              <a:t>Version B</a:t>
            </a:r>
            <a:r>
              <a:rPr lang="en-US" dirty="0"/>
              <a:t> foregrounds the limitation. It introduces doubt and potential criticism. </a:t>
            </a:r>
          </a:p>
          <a:p>
            <a:r>
              <a:rPr lang="en-US" dirty="0"/>
              <a:t>This demonstrates a critical principle:</a:t>
            </a:r>
          </a:p>
          <a:p>
            <a:r>
              <a:rPr lang="en-US" dirty="0"/>
              <a:t>Editing is not just about correctness. It is about </a:t>
            </a:r>
            <a:r>
              <a:rPr lang="en-US" i="1" dirty="0"/>
              <a:t>framing</a:t>
            </a:r>
            <a:r>
              <a:rPr lang="en-US" dirty="0"/>
              <a:t>.</a:t>
            </a:r>
          </a:p>
          <a:p>
            <a:r>
              <a:rPr lang="en-US" dirty="0"/>
              <a:t>The editor decides:</a:t>
            </a:r>
          </a:p>
          <a:p>
            <a:r>
              <a:rPr lang="en-US" dirty="0"/>
              <a:t>What to </a:t>
            </a:r>
            <a:r>
              <a:rPr lang="en-US" dirty="0" err="1"/>
              <a:t>emphasise</a:t>
            </a:r>
            <a:r>
              <a:rPr lang="en-US" dirty="0"/>
              <a:t> </a:t>
            </a:r>
          </a:p>
          <a:p>
            <a:r>
              <a:rPr lang="en-US" dirty="0"/>
              <a:t>What to downplay </a:t>
            </a:r>
          </a:p>
          <a:p>
            <a:r>
              <a:rPr lang="en-US" dirty="0"/>
              <a:t>What the audience notices first </a:t>
            </a:r>
          </a:p>
          <a:p>
            <a:br>
              <a:rPr lang="en-US" dirty="0"/>
            </a:br>
            <a:endParaRPr lang="en-US" dirty="0"/>
          </a:p>
          <a:p>
            <a:r>
              <a:rPr lang="en-US" b="1" dirty="0"/>
              <a:t>Deeper Analytical Insight</a:t>
            </a:r>
          </a:p>
          <a:p>
            <a:r>
              <a:rPr lang="en-US" b="1" dirty="0"/>
              <a:t>Version A</a:t>
            </a:r>
            <a:r>
              <a:rPr lang="en-US" dirty="0"/>
              <a:t> aligns with </a:t>
            </a:r>
            <a:r>
              <a:rPr lang="en-US" b="1" dirty="0"/>
              <a:t>official narrative framing</a:t>
            </a:r>
            <a:r>
              <a:rPr lang="en-US" dirty="0"/>
              <a:t> </a:t>
            </a:r>
          </a:p>
          <a:p>
            <a:r>
              <a:rPr lang="en-US" b="1" dirty="0"/>
              <a:t>Version B</a:t>
            </a:r>
            <a:r>
              <a:rPr lang="en-US" dirty="0"/>
              <a:t> aligns with </a:t>
            </a:r>
            <a:r>
              <a:rPr lang="en-US" b="1" dirty="0"/>
              <a:t>accountability or critical journalism framing</a:t>
            </a:r>
            <a:r>
              <a:rPr lang="en-US" dirty="0"/>
              <a:t> </a:t>
            </a:r>
          </a:p>
          <a:p>
            <a:r>
              <a:rPr lang="en-US" dirty="0"/>
              <a:t>Both are valid within journalistic practice, but they serve different purposes and shape public reaction differently.</a:t>
            </a:r>
          </a:p>
          <a:p>
            <a:br>
              <a:rPr lang="en-US" dirty="0"/>
            </a:br>
            <a:endParaRPr lang="en-US" dirty="0"/>
          </a:p>
          <a:p>
            <a:r>
              <a:rPr lang="en-US" b="1" dirty="0"/>
              <a:t>Guided Questions for Students</a:t>
            </a:r>
          </a:p>
          <a:p>
            <a:r>
              <a:rPr lang="en-US" dirty="0"/>
              <a:t>Which headline would attract more clicks? Why? </a:t>
            </a:r>
          </a:p>
          <a:p>
            <a:r>
              <a:rPr lang="en-US" dirty="0"/>
              <a:t>Which headline builds more trust? </a:t>
            </a:r>
          </a:p>
          <a:p>
            <a:r>
              <a:rPr lang="en-US" dirty="0"/>
              <a:t>Which headline would a government spokesperson prefer? </a:t>
            </a:r>
          </a:p>
          <a:p>
            <a:r>
              <a:rPr lang="en-US" dirty="0"/>
              <a:t>Which headline would an opposition voice prefer? </a:t>
            </a:r>
          </a:p>
          <a:p>
            <a:br>
              <a:rPr lang="en-US" dirty="0"/>
            </a:br>
            <a:endParaRPr lang="en-US" dirty="0"/>
          </a:p>
          <a:p>
            <a:r>
              <a:rPr lang="en-US" b="1" dirty="0"/>
              <a:t>Lecturer Note (Execution Strategy)</a:t>
            </a:r>
          </a:p>
          <a:p>
            <a:r>
              <a:rPr lang="en-US" dirty="0"/>
              <a:t>To increase impact:</a:t>
            </a:r>
          </a:p>
          <a:p>
            <a:r>
              <a:rPr lang="en-US" dirty="0"/>
              <a:t>Ask students to vote (raise hands): </a:t>
            </a:r>
            <a:r>
              <a:rPr lang="en-US" i="1" dirty="0"/>
              <a:t>Which headline would you click first?</a:t>
            </a:r>
            <a:r>
              <a:rPr lang="en-US" dirty="0"/>
              <a:t> </a:t>
            </a:r>
          </a:p>
          <a:p>
            <a:r>
              <a:rPr lang="en-US" dirty="0"/>
              <a:t>Invite 2–3 students to justify their choice </a:t>
            </a:r>
          </a:p>
          <a:p>
            <a:r>
              <a:rPr lang="en-US" dirty="0"/>
              <a:t>Then reveal the underlying concept of </a:t>
            </a:r>
            <a:r>
              <a:rPr lang="en-US" b="1" dirty="0"/>
              <a:t>editing as meaning construction</a:t>
            </a:r>
            <a:r>
              <a:rPr lang="en-US" dirty="0"/>
              <a:t> </a:t>
            </a:r>
          </a:p>
          <a:p>
            <a:br>
              <a:rPr lang="en-US" dirty="0"/>
            </a:br>
            <a:endParaRPr lang="en-US" dirty="0"/>
          </a:p>
          <a:p>
            <a:r>
              <a:rPr lang="en-US" b="1" dirty="0"/>
              <a:t>Optional Local Reinforcement</a:t>
            </a:r>
          </a:p>
          <a:p>
            <a:r>
              <a:rPr lang="en-US" dirty="0"/>
              <a:t>Ask students to mention:</a:t>
            </a:r>
          </a:p>
          <a:p>
            <a:r>
              <a:rPr lang="en-US" dirty="0"/>
              <a:t>Nigerian news platforms they follow </a:t>
            </a:r>
          </a:p>
          <a:p>
            <a:r>
              <a:rPr lang="en-US" dirty="0"/>
              <a:t>Whether they have seen headlines that feel exaggerated or misleading </a:t>
            </a:r>
          </a:p>
          <a:p>
            <a:r>
              <a:rPr lang="en-US" dirty="0"/>
              <a:t>This grounds the concept in their everyday media consumption.</a:t>
            </a:r>
          </a:p>
          <a:p>
            <a:br>
              <a:rPr lang="en-US" dirty="0"/>
            </a:br>
            <a:endParaRPr lang="en-US" dirty="0"/>
          </a:p>
          <a:p>
            <a:r>
              <a:rPr lang="en-US" b="1" dirty="0"/>
              <a:t>Key Takeaway to </a:t>
            </a:r>
            <a:r>
              <a:rPr lang="en-US" b="1" dirty="0" err="1"/>
              <a:t>Emphasise</a:t>
            </a:r>
            <a:endParaRPr lang="en-US" b="1" dirty="0"/>
          </a:p>
          <a:p>
            <a:r>
              <a:rPr lang="en-US" dirty="0"/>
              <a:t>The editor does not just report reality. The editor shapes how reality is understood.</a:t>
            </a:r>
          </a:p>
        </p:txBody>
      </p:sp>
      <p:sp>
        <p:nvSpPr>
          <p:cNvPr id="4" name="Slide Number Placeholder 3">
            <a:extLst>
              <a:ext uri="{FF2B5EF4-FFF2-40B4-BE49-F238E27FC236}">
                <a16:creationId xmlns:a16="http://schemas.microsoft.com/office/drawing/2014/main" id="{6847EC17-12F6-AFCD-3072-B46416F183C3}"/>
              </a:ext>
            </a:extLst>
          </p:cNvPr>
          <p:cNvSpPr>
            <a:spLocks noGrp="1"/>
          </p:cNvSpPr>
          <p:nvPr>
            <p:ph type="sldNum" sz="quarter" idx="5"/>
          </p:nvPr>
        </p:nvSpPr>
        <p:spPr/>
        <p:txBody>
          <a:bodyPr/>
          <a:lstStyle/>
          <a:p>
            <a:fld id="{ABBD1FD5-3411-4380-8A9A-C24F3BB8453F}" type="slidenum">
              <a:rPr lang="en-GB" smtClean="0"/>
              <a:t>35</a:t>
            </a:fld>
            <a:endParaRPr lang="en-GB"/>
          </a:p>
        </p:txBody>
      </p:sp>
    </p:spTree>
    <p:extLst>
      <p:ext uri="{BB962C8B-B14F-4D97-AF65-F5344CB8AC3E}">
        <p14:creationId xmlns:p14="http://schemas.microsoft.com/office/powerpoint/2010/main" val="38653588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Editing Exercise: News Paragraph</a:t>
            </a:r>
          </a:p>
          <a:p>
            <a:r>
              <a:rPr lang="en-US" b="1" dirty="0"/>
              <a:t>Poorly Written Paragraph</a:t>
            </a:r>
            <a:endParaRPr lang="en-US" dirty="0"/>
          </a:p>
          <a:p>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br>
              <a:rPr lang="en-US" dirty="0"/>
            </a:br>
            <a:endParaRPr lang="en-US" dirty="0"/>
          </a:p>
          <a:p>
            <a:r>
              <a:rPr lang="en-US" b="1" dirty="0"/>
              <a:t>Task 1: Identify Errors</a:t>
            </a:r>
          </a:p>
          <a:p>
            <a:r>
              <a:rPr lang="en-US" dirty="0"/>
              <a:t>Students should be able to identify the following:</a:t>
            </a:r>
          </a:p>
          <a:p>
            <a:r>
              <a:rPr lang="en-US" b="1" dirty="0"/>
              <a:t>1. Grammar and Agreement Errors</a:t>
            </a:r>
          </a:p>
          <a:p>
            <a:r>
              <a:rPr lang="en-US" dirty="0"/>
              <a:t>“announce” → incorrect tense </a:t>
            </a:r>
          </a:p>
          <a:p>
            <a:r>
              <a:rPr lang="en-US" dirty="0"/>
              <a:t>“they is planning” → subject-verb disagreement </a:t>
            </a:r>
          </a:p>
          <a:p>
            <a:r>
              <a:rPr lang="en-US" dirty="0"/>
              <a:t>“policy are focus” → incorrect structure </a:t>
            </a:r>
          </a:p>
          <a:p>
            <a:r>
              <a:rPr lang="en-US" dirty="0"/>
              <a:t>“school does not” → singular/plural mismatch </a:t>
            </a:r>
          </a:p>
          <a:p>
            <a:r>
              <a:rPr lang="en-US" dirty="0"/>
              <a:t>“teachers is” → subject-verb disagreement </a:t>
            </a:r>
          </a:p>
          <a:p>
            <a:r>
              <a:rPr lang="en-US" dirty="0"/>
              <a:t>“area is” → should be plural agreement </a:t>
            </a:r>
          </a:p>
          <a:p>
            <a:r>
              <a:rPr lang="en-US" dirty="0"/>
              <a:t>“this challenges” → incorrect determiner </a:t>
            </a:r>
          </a:p>
          <a:p>
            <a:br>
              <a:rPr lang="en-US" dirty="0"/>
            </a:br>
            <a:endParaRPr lang="en-US" dirty="0"/>
          </a:p>
          <a:p>
            <a:r>
              <a:rPr lang="en-US" b="1" dirty="0"/>
              <a:t>2. </a:t>
            </a:r>
            <a:r>
              <a:rPr lang="en-US" b="1" dirty="0" err="1"/>
              <a:t>Capitalisation</a:t>
            </a:r>
            <a:r>
              <a:rPr lang="en-US" b="1" dirty="0"/>
              <a:t> Errors</a:t>
            </a:r>
          </a:p>
          <a:p>
            <a:r>
              <a:rPr lang="en-US" dirty="0"/>
              <a:t>“</a:t>
            </a:r>
            <a:r>
              <a:rPr lang="en-US" dirty="0" err="1"/>
              <a:t>nigeria</a:t>
            </a:r>
            <a:r>
              <a:rPr lang="en-US" dirty="0"/>
              <a:t>” → should be </a:t>
            </a:r>
            <a:r>
              <a:rPr lang="en-US" b="1" dirty="0"/>
              <a:t>Nigeria</a:t>
            </a:r>
            <a:r>
              <a:rPr lang="en-US" dirty="0"/>
              <a:t> </a:t>
            </a:r>
          </a:p>
          <a:p>
            <a:br>
              <a:rPr lang="en-US" dirty="0"/>
            </a:br>
            <a:endParaRPr lang="en-US" dirty="0"/>
          </a:p>
          <a:p>
            <a:r>
              <a:rPr lang="en-US" b="1" dirty="0"/>
              <a:t>3. Punctuation Issues</a:t>
            </a:r>
          </a:p>
          <a:p>
            <a:r>
              <a:rPr lang="en-US" dirty="0"/>
              <a:t>Entire paragraph is a </a:t>
            </a:r>
            <a:r>
              <a:rPr lang="en-US" b="1" dirty="0"/>
              <a:t>run-on sentence</a:t>
            </a:r>
            <a:r>
              <a:rPr lang="en-US" dirty="0"/>
              <a:t> </a:t>
            </a:r>
          </a:p>
          <a:p>
            <a:r>
              <a:rPr lang="en-US" dirty="0"/>
              <a:t>Missing full stops to separate ideas </a:t>
            </a:r>
          </a:p>
          <a:p>
            <a:br>
              <a:rPr lang="en-US" dirty="0"/>
            </a:br>
            <a:endParaRPr lang="en-US" dirty="0"/>
          </a:p>
          <a:p>
            <a:r>
              <a:rPr lang="en-US" b="1" dirty="0"/>
              <a:t>4. Clarity and Structure Issues</a:t>
            </a:r>
          </a:p>
          <a:p>
            <a:r>
              <a:rPr lang="en-US" dirty="0"/>
              <a:t>Ideas are not logically separated </a:t>
            </a:r>
          </a:p>
          <a:p>
            <a:r>
              <a:rPr lang="en-US" dirty="0"/>
              <a:t>Poor sentence flow </a:t>
            </a:r>
          </a:p>
          <a:p>
            <a:r>
              <a:rPr lang="en-US" dirty="0"/>
              <a:t>Lack of coherence between policy announcement and implementation challenges </a:t>
            </a:r>
          </a:p>
          <a:p>
            <a:br>
              <a:rPr lang="en-US" dirty="0"/>
            </a:br>
            <a:endParaRPr lang="en-US" dirty="0"/>
          </a:p>
          <a:p>
            <a:r>
              <a:rPr lang="en-US" b="1" dirty="0"/>
              <a:t>5. Style Issues (Journalistic Writing)</a:t>
            </a:r>
          </a:p>
          <a:p>
            <a:r>
              <a:rPr lang="en-US" dirty="0"/>
              <a:t>Wordiness and repetition </a:t>
            </a:r>
          </a:p>
          <a:p>
            <a:r>
              <a:rPr lang="en-US" dirty="0"/>
              <a:t>Weak phrasing: “yesterday announce” instead of “announced yesterday” </a:t>
            </a:r>
          </a:p>
          <a:p>
            <a:r>
              <a:rPr lang="en-US" dirty="0"/>
              <a:t>Lack of precision and sharpness expected in news writing </a:t>
            </a:r>
          </a:p>
          <a:p>
            <a:br>
              <a:rPr lang="en-US" dirty="0"/>
            </a:br>
            <a:endParaRPr lang="en-US" dirty="0"/>
          </a:p>
          <a:p>
            <a:r>
              <a:rPr lang="en-US" b="1" dirty="0"/>
              <a:t>Task 2: Improved Version</a:t>
            </a:r>
          </a:p>
          <a:p>
            <a:r>
              <a:rPr lang="en-US" b="1" dirty="0"/>
              <a:t>Edited Paragraph</a:t>
            </a:r>
            <a:endParaRPr lang="en-US" dirty="0"/>
          </a:p>
          <a:p>
            <a:r>
              <a:rPr lang="en-US" dirty="0"/>
              <a:t>The Federal Government yesterday announced plans to introduce a new education policy aimed at improving student performance across Nigeria.</a:t>
            </a:r>
          </a:p>
          <a:p>
            <a:r>
              <a:rPr lang="en-US" dirty="0"/>
              <a:t>The Minister of Education stated that the policy focuses on digital learning and teacher training. However, many schools lack adequate computer facilities, and several teachers are not properly trained, making implementation difficult.</a:t>
            </a:r>
          </a:p>
          <a:p>
            <a:r>
              <a:rPr lang="en-US" dirty="0"/>
              <a:t>Students in rural areas are expected to be the most affected by these challenges.</a:t>
            </a:r>
          </a:p>
          <a:p>
            <a:br>
              <a:rPr lang="en-US" dirty="0"/>
            </a:br>
            <a:endParaRPr lang="en-US" dirty="0"/>
          </a:p>
          <a:p>
            <a:r>
              <a:rPr lang="en-US" b="1" dirty="0"/>
              <a:t>Teaching Note (How to Use This in Class)</a:t>
            </a:r>
          </a:p>
          <a:p>
            <a:r>
              <a:rPr lang="en-US" dirty="0"/>
              <a:t>First, let students attempt corrections individually </a:t>
            </a:r>
          </a:p>
          <a:p>
            <a:r>
              <a:rPr lang="en-US" dirty="0"/>
              <a:t>Then compare responses in pairs or small groups </a:t>
            </a:r>
          </a:p>
          <a:p>
            <a:r>
              <a:rPr lang="en-US" dirty="0"/>
              <a:t>Finally, present the refined version and explain </a:t>
            </a:r>
            <a:r>
              <a:rPr lang="en-US" i="1" dirty="0"/>
              <a:t>why each change matters</a:t>
            </a:r>
            <a:r>
              <a:rPr lang="en-US" dirty="0"/>
              <a:t> </a:t>
            </a:r>
          </a:p>
          <a:p>
            <a:r>
              <a:rPr lang="en-US" b="1" dirty="0"/>
              <a:t>Key Learning Outcome:</a:t>
            </a:r>
            <a:br>
              <a:rPr lang="en-US" dirty="0"/>
            </a:br>
            <a:r>
              <a:rPr lang="en-US" dirty="0"/>
              <a:t>Students begin to see that editing is not just about correcting grammar, but about </a:t>
            </a:r>
            <a:r>
              <a:rPr lang="en-US" b="1" dirty="0"/>
              <a:t>improving clarity, structure, and meaning</a:t>
            </a:r>
            <a:r>
              <a:rPr lang="en-US" dirty="0"/>
              <a:t>.</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37</a:t>
            </a:fld>
            <a:endParaRPr lang="en-GB"/>
          </a:p>
        </p:txBody>
      </p:sp>
    </p:spTree>
    <p:extLst>
      <p:ext uri="{BB962C8B-B14F-4D97-AF65-F5344CB8AC3E}">
        <p14:creationId xmlns:p14="http://schemas.microsoft.com/office/powerpoint/2010/main" val="681295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CC306-B546-4107-7BFE-FE35CC222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47CA5-7971-D2E5-843A-AF7E75EE4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E1A24-C0FB-BAA7-A40F-01E469594DFC}"/>
              </a:ext>
            </a:extLst>
          </p:cNvPr>
          <p:cNvSpPr>
            <a:spLocks noGrp="1"/>
          </p:cNvSpPr>
          <p:nvPr>
            <p:ph type="body" idx="1"/>
          </p:nvPr>
        </p:nvSpPr>
        <p:spPr/>
        <p:txBody>
          <a:bodyPr/>
          <a:lstStyle/>
          <a:p>
            <a:r>
              <a:rPr lang="en-US" b="1" dirty="0"/>
              <a:t>Editing Exercise: News Paragraph</a:t>
            </a:r>
          </a:p>
          <a:p>
            <a:r>
              <a:rPr lang="en-US" b="1" dirty="0"/>
              <a:t>Poorly Written Paragraph</a:t>
            </a:r>
            <a:endParaRPr lang="en-US" dirty="0"/>
          </a:p>
          <a:p>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br>
              <a:rPr lang="en-US" dirty="0"/>
            </a:br>
            <a:endParaRPr lang="en-US" dirty="0"/>
          </a:p>
          <a:p>
            <a:r>
              <a:rPr lang="en-US" b="1" dirty="0"/>
              <a:t>Task 1: Identify Errors</a:t>
            </a:r>
          </a:p>
          <a:p>
            <a:r>
              <a:rPr lang="en-US" dirty="0"/>
              <a:t>Students should be able to identify the following:</a:t>
            </a:r>
          </a:p>
          <a:p>
            <a:r>
              <a:rPr lang="en-US" b="1" dirty="0"/>
              <a:t>1. Grammar and Agreement Errors</a:t>
            </a:r>
          </a:p>
          <a:p>
            <a:r>
              <a:rPr lang="en-US" dirty="0"/>
              <a:t>“announce” → incorrect tense </a:t>
            </a:r>
          </a:p>
          <a:p>
            <a:r>
              <a:rPr lang="en-US" dirty="0"/>
              <a:t>“they is planning” → subject-verb disagreement </a:t>
            </a:r>
          </a:p>
          <a:p>
            <a:r>
              <a:rPr lang="en-US" dirty="0"/>
              <a:t>“policy are focus” → incorrect structure </a:t>
            </a:r>
          </a:p>
          <a:p>
            <a:r>
              <a:rPr lang="en-US" dirty="0"/>
              <a:t>“school does not” → singular/plural mismatch </a:t>
            </a:r>
          </a:p>
          <a:p>
            <a:r>
              <a:rPr lang="en-US" dirty="0"/>
              <a:t>“teachers is” → subject-verb disagreement </a:t>
            </a:r>
          </a:p>
          <a:p>
            <a:r>
              <a:rPr lang="en-US" dirty="0"/>
              <a:t>“area is” → should be plural agreement </a:t>
            </a:r>
          </a:p>
          <a:p>
            <a:r>
              <a:rPr lang="en-US" dirty="0"/>
              <a:t>“this challenges” → incorrect determiner </a:t>
            </a:r>
          </a:p>
          <a:p>
            <a:br>
              <a:rPr lang="en-US" dirty="0"/>
            </a:br>
            <a:endParaRPr lang="en-US" dirty="0"/>
          </a:p>
          <a:p>
            <a:r>
              <a:rPr lang="en-US" b="1" dirty="0"/>
              <a:t>2. </a:t>
            </a:r>
            <a:r>
              <a:rPr lang="en-US" b="1" dirty="0" err="1"/>
              <a:t>Capitalisation</a:t>
            </a:r>
            <a:r>
              <a:rPr lang="en-US" b="1" dirty="0"/>
              <a:t> Errors</a:t>
            </a:r>
          </a:p>
          <a:p>
            <a:r>
              <a:rPr lang="en-US" dirty="0"/>
              <a:t>“</a:t>
            </a:r>
            <a:r>
              <a:rPr lang="en-US" dirty="0" err="1"/>
              <a:t>nigeria</a:t>
            </a:r>
            <a:r>
              <a:rPr lang="en-US" dirty="0"/>
              <a:t>” → should be </a:t>
            </a:r>
            <a:r>
              <a:rPr lang="en-US" b="1" dirty="0"/>
              <a:t>Nigeria</a:t>
            </a:r>
            <a:r>
              <a:rPr lang="en-US" dirty="0"/>
              <a:t> </a:t>
            </a:r>
          </a:p>
          <a:p>
            <a:br>
              <a:rPr lang="en-US" dirty="0"/>
            </a:br>
            <a:endParaRPr lang="en-US" dirty="0"/>
          </a:p>
          <a:p>
            <a:r>
              <a:rPr lang="en-US" b="1" dirty="0"/>
              <a:t>3. Punctuation Issues</a:t>
            </a:r>
          </a:p>
          <a:p>
            <a:r>
              <a:rPr lang="en-US" dirty="0"/>
              <a:t>Entire paragraph is a </a:t>
            </a:r>
            <a:r>
              <a:rPr lang="en-US" b="1" dirty="0"/>
              <a:t>run-on sentence</a:t>
            </a:r>
            <a:r>
              <a:rPr lang="en-US" dirty="0"/>
              <a:t> </a:t>
            </a:r>
          </a:p>
          <a:p>
            <a:r>
              <a:rPr lang="en-US" dirty="0"/>
              <a:t>Missing full stops to separate ideas </a:t>
            </a:r>
          </a:p>
          <a:p>
            <a:br>
              <a:rPr lang="en-US" dirty="0"/>
            </a:br>
            <a:endParaRPr lang="en-US" dirty="0"/>
          </a:p>
          <a:p>
            <a:r>
              <a:rPr lang="en-US" b="1" dirty="0"/>
              <a:t>4. Clarity and Structure Issues</a:t>
            </a:r>
          </a:p>
          <a:p>
            <a:r>
              <a:rPr lang="en-US" dirty="0"/>
              <a:t>Ideas are not logically separated </a:t>
            </a:r>
          </a:p>
          <a:p>
            <a:r>
              <a:rPr lang="en-US" dirty="0"/>
              <a:t>Poor sentence flow </a:t>
            </a:r>
          </a:p>
          <a:p>
            <a:r>
              <a:rPr lang="en-US" dirty="0"/>
              <a:t>Lack of coherence between policy announcement and implementation challenges </a:t>
            </a:r>
          </a:p>
          <a:p>
            <a:br>
              <a:rPr lang="en-US" dirty="0"/>
            </a:br>
            <a:endParaRPr lang="en-US" dirty="0"/>
          </a:p>
          <a:p>
            <a:r>
              <a:rPr lang="en-US" b="1" dirty="0"/>
              <a:t>5. Style Issues (Journalistic Writing)</a:t>
            </a:r>
          </a:p>
          <a:p>
            <a:r>
              <a:rPr lang="en-US" dirty="0"/>
              <a:t>Wordiness and repetition </a:t>
            </a:r>
          </a:p>
          <a:p>
            <a:r>
              <a:rPr lang="en-US" dirty="0"/>
              <a:t>Weak phrasing: “yesterday announce” instead of “announced yesterday” </a:t>
            </a:r>
          </a:p>
          <a:p>
            <a:r>
              <a:rPr lang="en-US" dirty="0"/>
              <a:t>Lack of precision and sharpness expected in news writing </a:t>
            </a:r>
          </a:p>
          <a:p>
            <a:br>
              <a:rPr lang="en-US" dirty="0"/>
            </a:br>
            <a:endParaRPr lang="en-US" dirty="0"/>
          </a:p>
          <a:p>
            <a:r>
              <a:rPr lang="en-US" b="1" dirty="0"/>
              <a:t>Task 2: Improved Version</a:t>
            </a:r>
          </a:p>
          <a:p>
            <a:r>
              <a:rPr lang="en-US" b="1" dirty="0"/>
              <a:t>Edited Paragraph</a:t>
            </a:r>
            <a:endParaRPr lang="en-US" dirty="0"/>
          </a:p>
          <a:p>
            <a:r>
              <a:rPr lang="en-US" dirty="0"/>
              <a:t>The Federal Government yesterday announced plans to introduce a new education policy aimed at improving student performance across Nigeria.</a:t>
            </a:r>
          </a:p>
          <a:p>
            <a:r>
              <a:rPr lang="en-US" dirty="0"/>
              <a:t>The Minister of Education stated that the policy focuses on digital learning and teacher training. However, many schools lack adequate computer facilities, and several teachers are not properly trained, making implementation difficult.</a:t>
            </a:r>
          </a:p>
          <a:p>
            <a:r>
              <a:rPr lang="en-US" dirty="0"/>
              <a:t>Students in rural areas are expected to be the most affected by these challenges.</a:t>
            </a:r>
          </a:p>
          <a:p>
            <a:br>
              <a:rPr lang="en-US" dirty="0"/>
            </a:br>
            <a:endParaRPr lang="en-US" dirty="0"/>
          </a:p>
          <a:p>
            <a:r>
              <a:rPr lang="en-US" b="1" dirty="0"/>
              <a:t>Teaching Note (How to Use This in Class)</a:t>
            </a:r>
          </a:p>
          <a:p>
            <a:r>
              <a:rPr lang="en-US" dirty="0"/>
              <a:t>First, let students attempt corrections individually </a:t>
            </a:r>
          </a:p>
          <a:p>
            <a:r>
              <a:rPr lang="en-US" dirty="0"/>
              <a:t>Then compare responses in pairs or small groups </a:t>
            </a:r>
          </a:p>
          <a:p>
            <a:r>
              <a:rPr lang="en-US" dirty="0"/>
              <a:t>Finally, present the refined version and explain </a:t>
            </a:r>
            <a:r>
              <a:rPr lang="en-US" i="1" dirty="0"/>
              <a:t>why each change matters</a:t>
            </a:r>
            <a:r>
              <a:rPr lang="en-US" dirty="0"/>
              <a:t> </a:t>
            </a:r>
          </a:p>
          <a:p>
            <a:r>
              <a:rPr lang="en-US" b="1" dirty="0"/>
              <a:t>Key Learning Outcome:</a:t>
            </a:r>
            <a:br>
              <a:rPr lang="en-US" dirty="0"/>
            </a:br>
            <a:r>
              <a:rPr lang="en-US" dirty="0"/>
              <a:t>Students begin to see that editing is not just about correcting grammar, but about </a:t>
            </a:r>
            <a:r>
              <a:rPr lang="en-US" b="1" dirty="0"/>
              <a:t>improving clarity, structure, and meaning</a:t>
            </a:r>
            <a:r>
              <a:rPr lang="en-US" dirty="0"/>
              <a:t>.</a:t>
            </a:r>
          </a:p>
          <a:p>
            <a:endParaRPr lang="en-GB" dirty="0"/>
          </a:p>
        </p:txBody>
      </p:sp>
      <p:sp>
        <p:nvSpPr>
          <p:cNvPr id="4" name="Slide Number Placeholder 3">
            <a:extLst>
              <a:ext uri="{FF2B5EF4-FFF2-40B4-BE49-F238E27FC236}">
                <a16:creationId xmlns:a16="http://schemas.microsoft.com/office/drawing/2014/main" id="{9A8E7F9A-4F89-AF93-3DF0-12C8F20F31A6}"/>
              </a:ext>
            </a:extLst>
          </p:cNvPr>
          <p:cNvSpPr>
            <a:spLocks noGrp="1"/>
          </p:cNvSpPr>
          <p:nvPr>
            <p:ph type="sldNum" sz="quarter" idx="5"/>
          </p:nvPr>
        </p:nvSpPr>
        <p:spPr/>
        <p:txBody>
          <a:bodyPr/>
          <a:lstStyle/>
          <a:p>
            <a:fld id="{ABBD1FD5-3411-4380-8A9A-C24F3BB8453F}" type="slidenum">
              <a:rPr lang="en-GB" smtClean="0"/>
              <a:t>38</a:t>
            </a:fld>
            <a:endParaRPr lang="en-GB"/>
          </a:p>
        </p:txBody>
      </p:sp>
    </p:spTree>
    <p:extLst>
      <p:ext uri="{BB962C8B-B14F-4D97-AF65-F5344CB8AC3E}">
        <p14:creationId xmlns:p14="http://schemas.microsoft.com/office/powerpoint/2010/main" val="3920752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improves </a:t>
            </a:r>
            <a:r>
              <a:rPr lang="en-US" b="1" dirty="0"/>
              <a:t>speed and surface-level quality</a:t>
            </a:r>
            <a:r>
              <a:rPr lang="en-US" dirty="0"/>
              <a:t>,</a:t>
            </a:r>
            <a:br>
              <a:rPr lang="en-US" dirty="0"/>
            </a:br>
            <a:r>
              <a:rPr lang="en-US" dirty="0"/>
              <a:t>but human editors ensure </a:t>
            </a:r>
            <a:r>
              <a:rPr lang="en-US" b="1" dirty="0"/>
              <a:t>truth, context, and credibility</a:t>
            </a:r>
            <a:r>
              <a:rPr lang="en-US" dirty="0"/>
              <a:t>.</a:t>
            </a:r>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41</a:t>
            </a:fld>
            <a:endParaRPr lang="en-GB"/>
          </a:p>
        </p:txBody>
      </p:sp>
    </p:spTree>
    <p:extLst>
      <p:ext uri="{BB962C8B-B14F-4D97-AF65-F5344CB8AC3E}">
        <p14:creationId xmlns:p14="http://schemas.microsoft.com/office/powerpoint/2010/main" val="37042872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Lecturer Note</a:t>
            </a:r>
          </a:p>
          <a:p>
            <a:r>
              <a:rPr lang="en-US" dirty="0"/>
              <a:t>Keep this brief and practical:</a:t>
            </a:r>
          </a:p>
          <a:p>
            <a:r>
              <a:rPr lang="en-US" dirty="0"/>
              <a:t>Demonstrate one quick example (before vs AI-edited version) </a:t>
            </a:r>
          </a:p>
          <a:p>
            <a:r>
              <a:rPr lang="en-US" dirty="0"/>
              <a:t>Ask students to identify what AI improved and what it missed</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43</a:t>
            </a:fld>
            <a:endParaRPr lang="en-GB"/>
          </a:p>
        </p:txBody>
      </p:sp>
    </p:spTree>
    <p:extLst>
      <p:ext uri="{BB962C8B-B14F-4D97-AF65-F5344CB8AC3E}">
        <p14:creationId xmlns:p14="http://schemas.microsoft.com/office/powerpoint/2010/main" val="14510822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improves </a:t>
            </a:r>
            <a:r>
              <a:rPr lang="en-US" b="1" dirty="0"/>
              <a:t>speed and surface-level quality</a:t>
            </a:r>
            <a:r>
              <a:rPr lang="en-US" dirty="0"/>
              <a:t>,</a:t>
            </a:r>
            <a:br>
              <a:rPr lang="en-US" dirty="0"/>
            </a:br>
            <a:r>
              <a:rPr lang="en-US" dirty="0"/>
              <a:t>but human editors ensure </a:t>
            </a:r>
            <a:r>
              <a:rPr lang="en-US" b="1" dirty="0"/>
              <a:t>truth, context, and credibility</a:t>
            </a:r>
            <a:r>
              <a:rPr lang="en-US" dirty="0"/>
              <a:t>.</a:t>
            </a:r>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44</a:t>
            </a:fld>
            <a:endParaRPr lang="en-GB"/>
          </a:p>
        </p:txBody>
      </p:sp>
    </p:spTree>
    <p:extLst>
      <p:ext uri="{BB962C8B-B14F-4D97-AF65-F5344CB8AC3E}">
        <p14:creationId xmlns:p14="http://schemas.microsoft.com/office/powerpoint/2010/main" val="1694460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46</a:t>
            </a:fld>
            <a:endParaRPr lang="en-GB"/>
          </a:p>
        </p:txBody>
      </p:sp>
    </p:spTree>
    <p:extLst>
      <p:ext uri="{BB962C8B-B14F-4D97-AF65-F5344CB8AC3E}">
        <p14:creationId xmlns:p14="http://schemas.microsoft.com/office/powerpoint/2010/main" val="3341488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BE3C2-9C6F-EE7D-801F-BD085F622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EED79-5146-CF2F-2791-5BB9E5EB0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482D3-2B90-0547-81B0-04813F7E07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087ED23-86FF-9B79-E0A8-6453F290D8D1}"/>
              </a:ext>
            </a:extLst>
          </p:cNvPr>
          <p:cNvSpPr>
            <a:spLocks noGrp="1"/>
          </p:cNvSpPr>
          <p:nvPr>
            <p:ph type="sldNum" sz="quarter" idx="5"/>
          </p:nvPr>
        </p:nvSpPr>
        <p:spPr/>
        <p:txBody>
          <a:bodyPr/>
          <a:lstStyle/>
          <a:p>
            <a:fld id="{ABBD1FD5-3411-4380-8A9A-C24F3BB8453F}" type="slidenum">
              <a:rPr lang="en-GB" smtClean="0"/>
              <a:t>47</a:t>
            </a:fld>
            <a:endParaRPr lang="en-GB"/>
          </a:p>
        </p:txBody>
      </p:sp>
    </p:spTree>
    <p:extLst>
      <p:ext uri="{BB962C8B-B14F-4D97-AF65-F5344CB8AC3E}">
        <p14:creationId xmlns:p14="http://schemas.microsoft.com/office/powerpoint/2010/main" val="839869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03/04/2026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54676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03/04/2026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27246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1728B06-8F0E-4CD5-AF49-175E74D8141C}" type="datetimeFigureOut">
              <a:rPr lang="en-GB" smtClean="0"/>
              <a:t>03/04/2026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098811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1728B06-8F0E-4CD5-AF49-175E74D8141C}" type="datetimeFigureOut">
              <a:rPr lang="en-GB" smtClean="0"/>
              <a:t>03/04/2026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897757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1728B06-8F0E-4CD5-AF49-175E74D8141C}" type="datetimeFigureOut">
              <a:rPr lang="en-GB" smtClean="0"/>
              <a:t>03/04/2026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26510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839788" y="2505075"/>
            <a:ext cx="5157787" cy="3684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p:cNvSpPr>
            <a:spLocks noGrp="1"/>
          </p:cNvSpPr>
          <p:nvPr>
            <p:ph sz="quarter" idx="4"/>
          </p:nvPr>
        </p:nvSpPr>
        <p:spPr>
          <a:xfrm>
            <a:off x="6172200" y="2505075"/>
            <a:ext cx="5183188" cy="3684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p:cNvSpPr>
            <a:spLocks noGrp="1"/>
          </p:cNvSpPr>
          <p:nvPr>
            <p:ph type="dt" sz="half" idx="10"/>
          </p:nvPr>
        </p:nvSpPr>
        <p:spPr/>
        <p:txBody>
          <a:bodyPr/>
          <a:lstStyle/>
          <a:p>
            <a:fld id="{91728B06-8F0E-4CD5-AF49-175E74D8141C}" type="datetimeFigureOut">
              <a:rPr lang="en-GB" smtClean="0"/>
              <a:t>03/04/2026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50A492-2920-4392-A9E0-F0323530E7FF}" type="slidenum">
              <a:rPr lang="en-GB" smtClean="0"/>
              <a:t>‹#›</a:t>
            </a:fld>
            <a:endParaRPr lang="en-GB"/>
          </a:p>
        </p:txBody>
      </p:sp>
      <p:pic>
        <p:nvPicPr>
          <p:cNvPr id="11" name="Picture 10">
            <a:extLst>
              <a:ext uri="{FF2B5EF4-FFF2-40B4-BE49-F238E27FC236}">
                <a16:creationId xmlns:a16="http://schemas.microsoft.com/office/drawing/2014/main" id="{7893318B-702C-E6ED-CD03-B178AFFEDBCE}"/>
              </a:ext>
            </a:extLst>
          </p:cNvPr>
          <p:cNvPicPr>
            <a:picLocks noChangeAspect="1"/>
          </p:cNvPicPr>
          <p:nvPr userDrawn="1"/>
        </p:nvPicPr>
        <p:blipFill>
          <a:blip r:embed="rId2"/>
          <a:srcRect b="88736"/>
          <a:stretch>
            <a:fillRect/>
          </a:stretch>
        </p:blipFill>
        <p:spPr>
          <a:xfrm>
            <a:off x="0" y="1811484"/>
            <a:ext cx="5749995" cy="647700"/>
          </a:xfrm>
          <a:prstGeom prst="rect">
            <a:avLst/>
          </a:prstGeom>
        </p:spPr>
      </p:pic>
    </p:spTree>
    <p:extLst>
      <p:ext uri="{BB962C8B-B14F-4D97-AF65-F5344CB8AC3E}">
        <p14:creationId xmlns:p14="http://schemas.microsoft.com/office/powerpoint/2010/main" val="1206825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1728B06-8F0E-4CD5-AF49-175E74D8141C}" type="datetimeFigureOut">
              <a:rPr lang="en-GB" smtClean="0"/>
              <a:t>03/04/2026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095910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1" name="Google Shape;171;g37f520df3dc_0_413">
            <a:extLst>
              <a:ext uri="{FF2B5EF4-FFF2-40B4-BE49-F238E27FC236}">
                <a16:creationId xmlns:a16="http://schemas.microsoft.com/office/drawing/2014/main" id="{4E18FB17-AA92-C575-872B-7B866DFCE4EC}"/>
              </a:ext>
            </a:extLst>
          </p:cNvPr>
          <p:cNvSpPr/>
          <p:nvPr userDrawn="1"/>
        </p:nvSpPr>
        <p:spPr>
          <a:xfrm>
            <a:off x="838200" y="4313594"/>
            <a:ext cx="10649504" cy="648400"/>
          </a:xfrm>
          <a:prstGeom prst="rect">
            <a:avLst/>
          </a:prstGeom>
          <a:solidFill>
            <a:srgbClr val="CDD5DC"/>
          </a:solidFill>
          <a:ln>
            <a:noFill/>
          </a:ln>
        </p:spPr>
        <p:txBody>
          <a:bodyPr spcFirstLastPara="1" wrap="square" lIns="121900" tIns="121900" rIns="121900" bIns="121900" anchor="ctr" anchorCtr="0">
            <a:noAutofit/>
          </a:bodyPr>
          <a:lstStyle/>
          <a:p>
            <a:r>
              <a:rPr lang="en" sz="1867" b="1" dirty="0">
                <a:solidFill>
                  <a:srgbClr val="0A3150"/>
                </a:solidFill>
                <a:latin typeface="Afacad Flux"/>
                <a:ea typeface="Afacad Flux"/>
                <a:cs typeface="Afacad Flux"/>
                <a:sym typeface="Afacad Flux"/>
              </a:rPr>
              <a:t>C</a:t>
            </a:r>
            <a:endParaRPr sz="1867" b="1" dirty="0">
              <a:solidFill>
                <a:srgbClr val="0A3150"/>
              </a:solidFill>
              <a:latin typeface="Afacad Flux"/>
              <a:ea typeface="Afacad Flux"/>
              <a:cs typeface="Afacad Flux"/>
              <a:sym typeface="Afacad Flux"/>
            </a:endParaRPr>
          </a:p>
        </p:txBody>
      </p:sp>
      <p:sp>
        <p:nvSpPr>
          <p:cNvPr id="2" name="Date Placeholder 1"/>
          <p:cNvSpPr>
            <a:spLocks noGrp="1"/>
          </p:cNvSpPr>
          <p:nvPr>
            <p:ph type="dt" sz="half" idx="10"/>
          </p:nvPr>
        </p:nvSpPr>
        <p:spPr/>
        <p:txBody>
          <a:bodyPr/>
          <a:lstStyle/>
          <a:p>
            <a:fld id="{91728B06-8F0E-4CD5-AF49-175E74D8141C}" type="datetimeFigureOut">
              <a:rPr lang="en-GB" smtClean="0"/>
              <a:t>03/04/2026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A50A492-2920-4392-A9E0-F0323530E7FF}" type="slidenum">
              <a:rPr lang="en-GB" smtClean="0"/>
              <a:t>‹#›</a:t>
            </a:fld>
            <a:endParaRPr lang="en-GB"/>
          </a:p>
        </p:txBody>
      </p:sp>
      <p:sp>
        <p:nvSpPr>
          <p:cNvPr id="5" name="Google Shape;166;g37f520df3dc_0_413">
            <a:extLst>
              <a:ext uri="{FF2B5EF4-FFF2-40B4-BE49-F238E27FC236}">
                <a16:creationId xmlns:a16="http://schemas.microsoft.com/office/drawing/2014/main" id="{C5826F92-4F7D-07F8-1553-9749E84A6F86}"/>
              </a:ext>
            </a:extLst>
          </p:cNvPr>
          <p:cNvSpPr txBox="1"/>
          <p:nvPr userDrawn="1"/>
        </p:nvSpPr>
        <p:spPr>
          <a:xfrm>
            <a:off x="602289" y="1083486"/>
            <a:ext cx="8444800" cy="823770"/>
          </a:xfrm>
          <a:prstGeom prst="rect">
            <a:avLst/>
          </a:prstGeom>
          <a:noFill/>
          <a:ln>
            <a:noFill/>
          </a:ln>
        </p:spPr>
        <p:txBody>
          <a:bodyPr spcFirstLastPara="1" wrap="square" lIns="204733" tIns="204733" rIns="204733" bIns="204733" anchor="t" anchorCtr="0">
            <a:spAutoFit/>
          </a:bodyPr>
          <a:lstStyle/>
          <a:p>
            <a:pPr>
              <a:lnSpc>
                <a:spcPct val="80000"/>
              </a:lnSpc>
            </a:pPr>
            <a:r>
              <a:rPr lang="en" sz="3333" b="1" dirty="0">
                <a:latin typeface="Afacad Flux"/>
                <a:ea typeface="Afacad Flux"/>
                <a:cs typeface="Afacad Flux"/>
                <a:sym typeface="Afacad Flux"/>
              </a:rPr>
              <a:t>Question</a:t>
            </a:r>
            <a:endParaRPr sz="3333" b="1" dirty="0">
              <a:latin typeface="Afacad Flux"/>
              <a:ea typeface="Afacad Flux"/>
              <a:cs typeface="Afacad Flux"/>
              <a:sym typeface="Afacad Flux"/>
            </a:endParaRPr>
          </a:p>
        </p:txBody>
      </p:sp>
      <p:sp>
        <p:nvSpPr>
          <p:cNvPr id="6" name="Google Shape;167;g37f520df3dc_0_413">
            <a:extLst>
              <a:ext uri="{FF2B5EF4-FFF2-40B4-BE49-F238E27FC236}">
                <a16:creationId xmlns:a16="http://schemas.microsoft.com/office/drawing/2014/main" id="{11B9B0E6-A664-0007-F38A-D94BFB792D5A}"/>
              </a:ext>
            </a:extLst>
          </p:cNvPr>
          <p:cNvSpPr txBox="1"/>
          <p:nvPr userDrawn="1"/>
        </p:nvSpPr>
        <p:spPr>
          <a:xfrm>
            <a:off x="1790477" y="2828046"/>
            <a:ext cx="8728400" cy="689600"/>
          </a:xfrm>
          <a:prstGeom prst="rect">
            <a:avLst/>
          </a:prstGeom>
          <a:noFill/>
          <a:ln>
            <a:noFill/>
          </a:ln>
        </p:spPr>
        <p:txBody>
          <a:bodyPr spcFirstLastPara="1" wrap="square" lIns="91433" tIns="45700" rIns="91433" bIns="45700" anchor="b" anchorCtr="0">
            <a:normAutofit/>
          </a:bodyPr>
          <a:lstStyle/>
          <a:p>
            <a:pPr algn="ctr">
              <a:lnSpc>
                <a:spcPct val="90000"/>
              </a:lnSpc>
            </a:pPr>
            <a:endParaRPr sz="3600" b="1">
              <a:solidFill>
                <a:srgbClr val="000000"/>
              </a:solidFill>
            </a:endParaRPr>
          </a:p>
        </p:txBody>
      </p:sp>
      <p:sp>
        <p:nvSpPr>
          <p:cNvPr id="7" name="Google Shape;168;g37f520df3dc_0_413">
            <a:extLst>
              <a:ext uri="{FF2B5EF4-FFF2-40B4-BE49-F238E27FC236}">
                <a16:creationId xmlns:a16="http://schemas.microsoft.com/office/drawing/2014/main" id="{F6C955BB-6D5F-3E67-DEC9-82DAB3978A1B}"/>
              </a:ext>
            </a:extLst>
          </p:cNvPr>
          <p:cNvSpPr/>
          <p:nvPr userDrawn="1"/>
        </p:nvSpPr>
        <p:spPr>
          <a:xfrm>
            <a:off x="808123" y="2842375"/>
            <a:ext cx="10679582" cy="648400"/>
          </a:xfrm>
          <a:prstGeom prst="rect">
            <a:avLst/>
          </a:prstGeom>
          <a:solidFill>
            <a:srgbClr val="CDD5DC"/>
          </a:solidFill>
          <a:ln>
            <a:noFill/>
          </a:ln>
        </p:spPr>
        <p:txBody>
          <a:bodyPr spcFirstLastPara="1" wrap="square" lIns="121900" tIns="121900" rIns="121900" bIns="121900" anchor="ctr" anchorCtr="0">
            <a:noAutofit/>
          </a:bodyPr>
          <a:lstStyle/>
          <a:p>
            <a:r>
              <a:rPr lang="en" sz="2400" b="1">
                <a:solidFill>
                  <a:srgbClr val="0A3150"/>
                </a:solidFill>
                <a:latin typeface="Afacad Flux"/>
                <a:ea typeface="Afacad Flux"/>
                <a:cs typeface="Afacad Flux"/>
                <a:sym typeface="Afacad Flux"/>
              </a:rPr>
              <a:t> A</a:t>
            </a:r>
            <a:endParaRPr sz="1867" b="1">
              <a:solidFill>
                <a:srgbClr val="0A3150"/>
              </a:solidFill>
              <a:latin typeface="Afacad Flux"/>
              <a:ea typeface="Afacad Flux"/>
              <a:cs typeface="Afacad Flux"/>
              <a:sym typeface="Afacad Flux"/>
            </a:endParaRPr>
          </a:p>
        </p:txBody>
      </p:sp>
      <p:sp>
        <p:nvSpPr>
          <p:cNvPr id="8" name="Google Shape;171;g37f520df3dc_0_413">
            <a:extLst>
              <a:ext uri="{FF2B5EF4-FFF2-40B4-BE49-F238E27FC236}">
                <a16:creationId xmlns:a16="http://schemas.microsoft.com/office/drawing/2014/main" id="{11288AA8-1545-1C64-2A34-CE3C7B76E0E0}"/>
              </a:ext>
            </a:extLst>
          </p:cNvPr>
          <p:cNvSpPr/>
          <p:nvPr userDrawn="1"/>
        </p:nvSpPr>
        <p:spPr>
          <a:xfrm>
            <a:off x="817587" y="3575844"/>
            <a:ext cx="10670117" cy="648400"/>
          </a:xfrm>
          <a:prstGeom prst="rect">
            <a:avLst/>
          </a:prstGeom>
          <a:solidFill>
            <a:srgbClr val="CDD5DC"/>
          </a:solidFill>
          <a:ln>
            <a:noFill/>
          </a:ln>
        </p:spPr>
        <p:txBody>
          <a:bodyPr spcFirstLastPara="1" wrap="square" lIns="121900" tIns="121900" rIns="121900" bIns="121900" anchor="ctr" anchorCtr="0">
            <a:noAutofit/>
          </a:bodyPr>
          <a:lstStyle/>
          <a:p>
            <a:r>
              <a:rPr lang="en" sz="1867" b="1">
                <a:solidFill>
                  <a:srgbClr val="0A3150"/>
                </a:solidFill>
                <a:latin typeface="Afacad Flux"/>
                <a:ea typeface="Afacad Flux"/>
                <a:cs typeface="Afacad Flux"/>
                <a:sym typeface="Afacad Flux"/>
              </a:rPr>
              <a:t>B</a:t>
            </a:r>
            <a:endParaRPr sz="1867" b="1">
              <a:solidFill>
                <a:srgbClr val="0A3150"/>
              </a:solidFill>
              <a:latin typeface="Afacad Flux"/>
              <a:ea typeface="Afacad Flux"/>
              <a:cs typeface="Afacad Flux"/>
              <a:sym typeface="Afacad Flux"/>
            </a:endParaRPr>
          </a:p>
        </p:txBody>
      </p:sp>
      <p:sp>
        <p:nvSpPr>
          <p:cNvPr id="9" name="Google Shape;172;g37f520df3dc_0_413">
            <a:extLst>
              <a:ext uri="{FF2B5EF4-FFF2-40B4-BE49-F238E27FC236}">
                <a16:creationId xmlns:a16="http://schemas.microsoft.com/office/drawing/2014/main" id="{98829B61-4ED6-78CD-51F0-0EAFE0D74823}"/>
              </a:ext>
            </a:extLst>
          </p:cNvPr>
          <p:cNvSpPr/>
          <p:nvPr userDrawn="1"/>
        </p:nvSpPr>
        <p:spPr>
          <a:xfrm>
            <a:off x="808122" y="5091208"/>
            <a:ext cx="10679581" cy="648400"/>
          </a:xfrm>
          <a:prstGeom prst="rect">
            <a:avLst/>
          </a:prstGeom>
          <a:solidFill>
            <a:srgbClr val="CDD5DC"/>
          </a:solidFill>
          <a:ln>
            <a:noFill/>
          </a:ln>
        </p:spPr>
        <p:txBody>
          <a:bodyPr spcFirstLastPara="1" wrap="square" lIns="121900" tIns="121900" rIns="121900" bIns="121900" anchor="ctr" anchorCtr="0">
            <a:noAutofit/>
          </a:bodyPr>
          <a:lstStyle/>
          <a:p>
            <a:r>
              <a:rPr lang="en" sz="2400" b="1">
                <a:solidFill>
                  <a:srgbClr val="0A3150"/>
                </a:solidFill>
                <a:latin typeface="Afacad Flux"/>
                <a:ea typeface="Afacad Flux"/>
                <a:cs typeface="Afacad Flux"/>
                <a:sym typeface="Afacad Flux"/>
              </a:rPr>
              <a:t> D</a:t>
            </a:r>
            <a:endParaRPr sz="1867" b="1">
              <a:solidFill>
                <a:srgbClr val="0A3150"/>
              </a:solidFill>
              <a:latin typeface="Afacad Flux"/>
              <a:ea typeface="Afacad Flux"/>
              <a:cs typeface="Afacad Flux"/>
              <a:sym typeface="Afacad Flux"/>
            </a:endParaRPr>
          </a:p>
        </p:txBody>
      </p:sp>
      <p:sp>
        <p:nvSpPr>
          <p:cNvPr id="11" name="Google Shape;177;g37f520df3dc_0_413">
            <a:extLst>
              <a:ext uri="{FF2B5EF4-FFF2-40B4-BE49-F238E27FC236}">
                <a16:creationId xmlns:a16="http://schemas.microsoft.com/office/drawing/2014/main" id="{6B04FA5D-F53F-060F-AF96-72444D8D80C6}"/>
              </a:ext>
            </a:extLst>
          </p:cNvPr>
          <p:cNvSpPr/>
          <p:nvPr userDrawn="1"/>
        </p:nvSpPr>
        <p:spPr>
          <a:xfrm>
            <a:off x="808123" y="2843104"/>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A</a:t>
            </a:r>
            <a:endParaRPr sz="2267" b="1">
              <a:solidFill>
                <a:schemeClr val="lt1"/>
              </a:solidFill>
              <a:latin typeface="Afacad Flux"/>
              <a:ea typeface="Afacad Flux"/>
              <a:cs typeface="Afacad Flux"/>
              <a:sym typeface="Afacad Flux"/>
            </a:endParaRPr>
          </a:p>
        </p:txBody>
      </p:sp>
      <p:sp>
        <p:nvSpPr>
          <p:cNvPr id="12" name="Google Shape;178;g37f520df3dc_0_413">
            <a:extLst>
              <a:ext uri="{FF2B5EF4-FFF2-40B4-BE49-F238E27FC236}">
                <a16:creationId xmlns:a16="http://schemas.microsoft.com/office/drawing/2014/main" id="{B56D2B04-B9EC-BB56-1CB3-6D854C2E8C50}"/>
              </a:ext>
            </a:extLst>
          </p:cNvPr>
          <p:cNvSpPr/>
          <p:nvPr userDrawn="1"/>
        </p:nvSpPr>
        <p:spPr>
          <a:xfrm>
            <a:off x="808123" y="4321926"/>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dirty="0">
                <a:solidFill>
                  <a:schemeClr val="lt1"/>
                </a:solidFill>
                <a:latin typeface="Afacad Flux"/>
                <a:ea typeface="Afacad Flux"/>
                <a:cs typeface="Afacad Flux"/>
                <a:sym typeface="Afacad Flux"/>
              </a:rPr>
              <a:t>C</a:t>
            </a:r>
            <a:endParaRPr sz="2267" b="1" dirty="0">
              <a:solidFill>
                <a:schemeClr val="lt1"/>
              </a:solidFill>
              <a:latin typeface="Afacad Flux"/>
              <a:ea typeface="Afacad Flux"/>
              <a:cs typeface="Afacad Flux"/>
              <a:sym typeface="Afacad Flux"/>
            </a:endParaRPr>
          </a:p>
        </p:txBody>
      </p:sp>
      <p:sp>
        <p:nvSpPr>
          <p:cNvPr id="13" name="Google Shape;179;g37f520df3dc_0_413">
            <a:extLst>
              <a:ext uri="{FF2B5EF4-FFF2-40B4-BE49-F238E27FC236}">
                <a16:creationId xmlns:a16="http://schemas.microsoft.com/office/drawing/2014/main" id="{E72EA22B-2835-1817-3E09-ACCAE17BC486}"/>
              </a:ext>
            </a:extLst>
          </p:cNvPr>
          <p:cNvSpPr/>
          <p:nvPr userDrawn="1"/>
        </p:nvSpPr>
        <p:spPr>
          <a:xfrm>
            <a:off x="808123" y="3575844"/>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B</a:t>
            </a:r>
            <a:endParaRPr sz="2267" b="1">
              <a:solidFill>
                <a:schemeClr val="lt1"/>
              </a:solidFill>
              <a:latin typeface="Afacad Flux"/>
              <a:ea typeface="Afacad Flux"/>
              <a:cs typeface="Afacad Flux"/>
              <a:sym typeface="Afacad Flux"/>
            </a:endParaRPr>
          </a:p>
        </p:txBody>
      </p:sp>
      <p:sp>
        <p:nvSpPr>
          <p:cNvPr id="14" name="Google Shape;180;g37f520df3dc_0_413">
            <a:extLst>
              <a:ext uri="{FF2B5EF4-FFF2-40B4-BE49-F238E27FC236}">
                <a16:creationId xmlns:a16="http://schemas.microsoft.com/office/drawing/2014/main" id="{F89CF361-FF4E-3E56-6385-82D053570267}"/>
              </a:ext>
            </a:extLst>
          </p:cNvPr>
          <p:cNvSpPr/>
          <p:nvPr userDrawn="1"/>
        </p:nvSpPr>
        <p:spPr>
          <a:xfrm>
            <a:off x="808123" y="5086471"/>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D</a:t>
            </a:r>
            <a:endParaRPr sz="2267" b="1">
              <a:solidFill>
                <a:schemeClr val="lt1"/>
              </a:solidFill>
              <a:latin typeface="Afacad Flux"/>
              <a:ea typeface="Afacad Flux"/>
              <a:cs typeface="Afacad Flux"/>
              <a:sym typeface="Afacad Flux"/>
            </a:endParaRPr>
          </a:p>
        </p:txBody>
      </p:sp>
      <p:sp>
        <p:nvSpPr>
          <p:cNvPr id="15" name="Google Shape;181;g37f520df3dc_0_413">
            <a:extLst>
              <a:ext uri="{FF2B5EF4-FFF2-40B4-BE49-F238E27FC236}">
                <a16:creationId xmlns:a16="http://schemas.microsoft.com/office/drawing/2014/main" id="{4367EBCB-BE39-1417-AE6F-92E4FCC9EDFA}"/>
              </a:ext>
            </a:extLst>
          </p:cNvPr>
          <p:cNvSpPr/>
          <p:nvPr userDrawn="1"/>
        </p:nvSpPr>
        <p:spPr>
          <a:xfrm>
            <a:off x="817588" y="1910943"/>
            <a:ext cx="736000" cy="648400"/>
          </a:xfrm>
          <a:prstGeom prst="rect">
            <a:avLst/>
          </a:prstGeom>
          <a:solidFill>
            <a:srgbClr val="0070C0"/>
          </a:solidFill>
          <a:ln>
            <a:noFill/>
          </a:ln>
        </p:spPr>
        <p:txBody>
          <a:bodyPr spcFirstLastPara="1" wrap="square" lIns="121900" tIns="121900" rIns="121900" bIns="121900" anchor="ctr" anchorCtr="0">
            <a:noAutofit/>
          </a:bodyPr>
          <a:lstStyle/>
          <a:p>
            <a:pPr algn="ctr"/>
            <a:r>
              <a:rPr lang="en" sz="2267" b="1" dirty="0">
                <a:solidFill>
                  <a:schemeClr val="lt1"/>
                </a:solidFill>
                <a:latin typeface="Afacad Flux"/>
                <a:ea typeface="Afacad Flux"/>
                <a:cs typeface="Afacad Flux"/>
                <a:sym typeface="Afacad Flux"/>
              </a:rPr>
              <a:t>1</a:t>
            </a:r>
            <a:endParaRPr sz="2267" b="1" dirty="0">
              <a:solidFill>
                <a:schemeClr val="lt1"/>
              </a:solidFill>
              <a:latin typeface="Afacad Flux"/>
              <a:ea typeface="Afacad Flux"/>
              <a:cs typeface="Afacad Flux"/>
              <a:sym typeface="Afacad Flux"/>
            </a:endParaRPr>
          </a:p>
        </p:txBody>
      </p:sp>
      <p:sp>
        <p:nvSpPr>
          <p:cNvPr id="23" name="Content Placeholder 2">
            <a:extLst>
              <a:ext uri="{FF2B5EF4-FFF2-40B4-BE49-F238E27FC236}">
                <a16:creationId xmlns:a16="http://schemas.microsoft.com/office/drawing/2014/main" id="{336FCC04-B137-6757-0133-DC6C81F43BDF}"/>
              </a:ext>
            </a:extLst>
          </p:cNvPr>
          <p:cNvSpPr>
            <a:spLocks noGrp="1"/>
          </p:cNvSpPr>
          <p:nvPr>
            <p:ph idx="13"/>
          </p:nvPr>
        </p:nvSpPr>
        <p:spPr>
          <a:xfrm>
            <a:off x="1832614" y="1825838"/>
            <a:ext cx="9563323" cy="823770"/>
          </a:xfrm>
        </p:spPr>
        <p:txBody>
          <a:bodyPr/>
          <a:lstStyle>
            <a:lvl1pPr marL="0" indent="0">
              <a:buNone/>
              <a:defRPr b="1"/>
            </a:lvl1pPr>
          </a:lstStyle>
          <a:p>
            <a:pPr lvl="0"/>
            <a:r>
              <a:rPr lang="en-GB" dirty="0"/>
              <a:t>Click to edit Master text styles</a:t>
            </a:r>
          </a:p>
        </p:txBody>
      </p:sp>
      <p:sp>
        <p:nvSpPr>
          <p:cNvPr id="24" name="Content Placeholder 2">
            <a:extLst>
              <a:ext uri="{FF2B5EF4-FFF2-40B4-BE49-F238E27FC236}">
                <a16:creationId xmlns:a16="http://schemas.microsoft.com/office/drawing/2014/main" id="{35952987-4757-82C3-64EF-35A61C54BC0D}"/>
              </a:ext>
            </a:extLst>
          </p:cNvPr>
          <p:cNvSpPr>
            <a:spLocks noGrp="1"/>
          </p:cNvSpPr>
          <p:nvPr>
            <p:ph idx="14"/>
          </p:nvPr>
        </p:nvSpPr>
        <p:spPr>
          <a:xfrm>
            <a:off x="1832614" y="2884167"/>
            <a:ext cx="9563323" cy="569925"/>
          </a:xfrm>
        </p:spPr>
        <p:txBody>
          <a:bodyPr/>
          <a:lstStyle>
            <a:lvl1pPr>
              <a:buNone/>
              <a:defRPr/>
            </a:lvl1pPr>
          </a:lstStyle>
          <a:p>
            <a:pPr lvl="0"/>
            <a:r>
              <a:rPr lang="en-GB" dirty="0"/>
              <a:t>Click to edit Master text styles</a:t>
            </a:r>
          </a:p>
        </p:txBody>
      </p:sp>
      <p:sp>
        <p:nvSpPr>
          <p:cNvPr id="25" name="Content Placeholder 2">
            <a:extLst>
              <a:ext uri="{FF2B5EF4-FFF2-40B4-BE49-F238E27FC236}">
                <a16:creationId xmlns:a16="http://schemas.microsoft.com/office/drawing/2014/main" id="{221AC588-9C94-190D-18B6-497622DC6878}"/>
              </a:ext>
            </a:extLst>
          </p:cNvPr>
          <p:cNvSpPr>
            <a:spLocks noGrp="1"/>
          </p:cNvSpPr>
          <p:nvPr>
            <p:ph idx="15"/>
          </p:nvPr>
        </p:nvSpPr>
        <p:spPr>
          <a:xfrm>
            <a:off x="1832614" y="3646860"/>
            <a:ext cx="9563323" cy="569925"/>
          </a:xfrm>
        </p:spPr>
        <p:txBody>
          <a:bodyPr/>
          <a:lstStyle>
            <a:lvl1pPr>
              <a:buNone/>
              <a:defRPr/>
            </a:lvl1pPr>
          </a:lstStyle>
          <a:p>
            <a:pPr lvl="0"/>
            <a:r>
              <a:rPr lang="en-GB" dirty="0"/>
              <a:t>Click to edit Master text styles</a:t>
            </a:r>
          </a:p>
        </p:txBody>
      </p:sp>
      <p:sp>
        <p:nvSpPr>
          <p:cNvPr id="26" name="Content Placeholder 2">
            <a:extLst>
              <a:ext uri="{FF2B5EF4-FFF2-40B4-BE49-F238E27FC236}">
                <a16:creationId xmlns:a16="http://schemas.microsoft.com/office/drawing/2014/main" id="{79002613-EBE5-2A8F-344C-F641473C0018}"/>
              </a:ext>
            </a:extLst>
          </p:cNvPr>
          <p:cNvSpPr>
            <a:spLocks noGrp="1"/>
          </p:cNvSpPr>
          <p:nvPr>
            <p:ph idx="16"/>
          </p:nvPr>
        </p:nvSpPr>
        <p:spPr>
          <a:xfrm>
            <a:off x="1832614" y="4342754"/>
            <a:ext cx="9563323" cy="569925"/>
          </a:xfrm>
        </p:spPr>
        <p:txBody>
          <a:bodyPr/>
          <a:lstStyle>
            <a:lvl1pPr>
              <a:buNone/>
              <a:defRPr/>
            </a:lvl1pPr>
          </a:lstStyle>
          <a:p>
            <a:pPr lvl="0"/>
            <a:r>
              <a:rPr lang="en-GB" dirty="0"/>
              <a:t>Click to edit Master text styles</a:t>
            </a:r>
          </a:p>
        </p:txBody>
      </p:sp>
      <p:sp>
        <p:nvSpPr>
          <p:cNvPr id="27" name="Content Placeholder 2">
            <a:extLst>
              <a:ext uri="{FF2B5EF4-FFF2-40B4-BE49-F238E27FC236}">
                <a16:creationId xmlns:a16="http://schemas.microsoft.com/office/drawing/2014/main" id="{E2897A00-083C-1A0F-7934-C7CB7C63B90F}"/>
              </a:ext>
            </a:extLst>
          </p:cNvPr>
          <p:cNvSpPr>
            <a:spLocks noGrp="1"/>
          </p:cNvSpPr>
          <p:nvPr>
            <p:ph idx="17"/>
          </p:nvPr>
        </p:nvSpPr>
        <p:spPr>
          <a:xfrm>
            <a:off x="1832614" y="5113904"/>
            <a:ext cx="9563323" cy="569925"/>
          </a:xfrm>
        </p:spPr>
        <p:txBody>
          <a:bodyPr/>
          <a:lstStyle>
            <a:lvl1pPr>
              <a:buNone/>
              <a:defRPr/>
            </a:lvl1pPr>
          </a:lstStyle>
          <a:p>
            <a:pPr lvl="0"/>
            <a:r>
              <a:rPr lang="en-GB" dirty="0"/>
              <a:t>Click to edit Master text styles</a:t>
            </a:r>
          </a:p>
        </p:txBody>
      </p:sp>
    </p:spTree>
    <p:extLst>
      <p:ext uri="{BB962C8B-B14F-4D97-AF65-F5344CB8AC3E}">
        <p14:creationId xmlns:p14="http://schemas.microsoft.com/office/powerpoint/2010/main" val="373689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728B06-8F0E-4CD5-AF49-175E74D8141C}" type="datetimeFigureOut">
              <a:rPr lang="en-GB" smtClean="0"/>
              <a:t>03/04/2026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2161938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28B06-8F0E-4CD5-AF49-175E74D8141C}" type="datetimeFigureOut">
              <a:rPr lang="en-GB" smtClean="0"/>
              <a:t>03/04/2026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14188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28B06-8F0E-4CD5-AF49-175E74D8141C}" type="datetimeFigureOut">
              <a:rPr lang="en-GB" smtClean="0"/>
              <a:t>03/04/2026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3500103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03/04/2026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655799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03/04/2026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735381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D316E-2343-2C51-5281-6623EAF39CA4}"/>
              </a:ext>
            </a:extLst>
          </p:cNvPr>
          <p:cNvSpPr>
            <a:spLocks noGrp="1"/>
          </p:cNvSpPr>
          <p:nvPr>
            <p:ph type="title" hasCustomPrompt="1"/>
          </p:nvPr>
        </p:nvSpPr>
        <p:spPr>
          <a:xfrm>
            <a:off x="838200" y="365125"/>
            <a:ext cx="10515600" cy="1325563"/>
          </a:xfrm>
          <a:prstGeom prst="rect">
            <a:avLst/>
          </a:prstGeom>
        </p:spPr>
        <p:txBody>
          <a:bodyPr/>
          <a:lstStyle>
            <a:lvl1pPr>
              <a:defRPr/>
            </a:lvl1pPr>
          </a:lstStyle>
          <a:p>
            <a:br>
              <a:rPr lang="en-GB" dirty="0"/>
            </a:br>
            <a:r>
              <a:rPr lang="en-GB" dirty="0"/>
              <a:t>Click to edit Master title style</a:t>
            </a:r>
          </a:p>
        </p:txBody>
      </p:sp>
      <p:sp>
        <p:nvSpPr>
          <p:cNvPr id="3" name="Content Placeholder 2">
            <a:extLst>
              <a:ext uri="{FF2B5EF4-FFF2-40B4-BE49-F238E27FC236}">
                <a16:creationId xmlns:a16="http://schemas.microsoft.com/office/drawing/2014/main" id="{65F4304F-9821-1CA2-ADB2-3F177B6BAE79}"/>
              </a:ext>
            </a:extLst>
          </p:cNvPr>
          <p:cNvSpPr>
            <a:spLocks noGrp="1"/>
          </p:cNvSpPr>
          <p:nvPr>
            <p:ph idx="1"/>
          </p:nvPr>
        </p:nvSpPr>
        <p:spPr>
          <a:xfrm>
            <a:off x="838200" y="2547891"/>
            <a:ext cx="10515600" cy="3629072"/>
          </a:xfrm>
        </p:spPr>
        <p:txBody>
          <a:bodyPr/>
          <a:lstStyle>
            <a:lvl1pPr>
              <a:buFont typeface="Wingdings" panose="05000000000000000000" pitchFamily="2" charset="2"/>
              <a:buChar char="q"/>
              <a:defRPr/>
            </a:lvl1pPr>
            <a:lvl2pPr>
              <a:buFont typeface="Wingdings" panose="05000000000000000000" pitchFamily="2" charset="2"/>
              <a:buChar char="q"/>
              <a:defRPr/>
            </a:lvl2pPr>
            <a:lvl3pPr>
              <a:buFont typeface="Wingdings" panose="05000000000000000000" pitchFamily="2" charset="2"/>
              <a:buChar char="q"/>
              <a:defRPr/>
            </a:lvl3pPr>
            <a:lvl4pPr>
              <a:buFont typeface="Wingdings" panose="05000000000000000000" pitchFamily="2" charset="2"/>
              <a:buChar char="q"/>
              <a:defRPr/>
            </a:lvl4pPr>
            <a:lvl5pPr>
              <a:buFont typeface="Wingdings" panose="05000000000000000000" pitchFamily="2" charset="2"/>
              <a:buChar char="q"/>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4AAA4E7D-143D-92CB-8898-509AACB9D1F2}"/>
              </a:ext>
            </a:extLst>
          </p:cNvPr>
          <p:cNvSpPr>
            <a:spLocks noGrp="1"/>
          </p:cNvSpPr>
          <p:nvPr>
            <p:ph type="dt" sz="half" idx="10"/>
          </p:nvPr>
        </p:nvSpPr>
        <p:spPr/>
        <p:txBody>
          <a:bodyPr/>
          <a:lstStyle/>
          <a:p>
            <a:fld id="{91728B06-8F0E-4CD5-AF49-175E74D8141C}" type="datetimeFigureOut">
              <a:rPr lang="en-GB" smtClean="0"/>
              <a:t>03/04/2026</a:t>
            </a:fld>
            <a:endParaRPr lang="en-GB"/>
          </a:p>
        </p:txBody>
      </p:sp>
      <p:sp>
        <p:nvSpPr>
          <p:cNvPr id="5" name="Footer Placeholder 4">
            <a:extLst>
              <a:ext uri="{FF2B5EF4-FFF2-40B4-BE49-F238E27FC236}">
                <a16:creationId xmlns:a16="http://schemas.microsoft.com/office/drawing/2014/main" id="{C7A880BB-5E40-FE5C-A115-236319A107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9AD3E7-79AF-65EB-6599-8D616A384C90}"/>
              </a:ext>
            </a:extLst>
          </p:cNvPr>
          <p:cNvSpPr>
            <a:spLocks noGrp="1"/>
          </p:cNvSpPr>
          <p:nvPr>
            <p:ph type="sldNum" sz="quarter" idx="12"/>
          </p:nvPr>
        </p:nvSpPr>
        <p:spPr/>
        <p:txBody>
          <a:bodyPr/>
          <a:lstStyle/>
          <a:p>
            <a:fld id="{1A50A492-2920-4392-A9E0-F0323530E7FF}" type="slidenum">
              <a:rPr lang="en-GB" smtClean="0"/>
              <a:t>‹#›</a:t>
            </a:fld>
            <a:endParaRPr lang="en-GB"/>
          </a:p>
        </p:txBody>
      </p:sp>
      <p:sp>
        <p:nvSpPr>
          <p:cNvPr id="8" name="Content Placeholder 2">
            <a:extLst>
              <a:ext uri="{FF2B5EF4-FFF2-40B4-BE49-F238E27FC236}">
                <a16:creationId xmlns:a16="http://schemas.microsoft.com/office/drawing/2014/main" id="{9A5BCF20-FEC5-0EB6-C1E7-324F850FDA2A}"/>
              </a:ext>
            </a:extLst>
          </p:cNvPr>
          <p:cNvSpPr>
            <a:spLocks noGrp="1"/>
          </p:cNvSpPr>
          <p:nvPr>
            <p:ph idx="13"/>
          </p:nvPr>
        </p:nvSpPr>
        <p:spPr>
          <a:xfrm>
            <a:off x="838200" y="1798579"/>
            <a:ext cx="10515600" cy="569925"/>
          </a:xfrm>
        </p:spPr>
        <p:txBody>
          <a:bodyPr/>
          <a:lstStyle>
            <a:lvl1pPr>
              <a:buNone/>
              <a:defRPr/>
            </a:lvl1pPr>
          </a:lstStyle>
          <a:p>
            <a:pPr lvl="0"/>
            <a:r>
              <a:rPr lang="en-GB" dirty="0"/>
              <a:t>Click to edit Master text styles</a:t>
            </a:r>
          </a:p>
        </p:txBody>
      </p:sp>
    </p:spTree>
    <p:extLst>
      <p:ext uri="{BB962C8B-B14F-4D97-AF65-F5344CB8AC3E}">
        <p14:creationId xmlns:p14="http://schemas.microsoft.com/office/powerpoint/2010/main" val="3558010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0855B7-7789-7500-1382-63CE0544093A}"/>
              </a:ext>
            </a:extLst>
          </p:cNvPr>
          <p:cNvSpPr>
            <a:spLocks noGrp="1"/>
          </p:cNvSpPr>
          <p:nvPr>
            <p:ph sz="half" idx="1"/>
          </p:nvPr>
        </p:nvSpPr>
        <p:spPr>
          <a:xfrm>
            <a:off x="838200" y="2485748"/>
            <a:ext cx="5181600" cy="36912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16760A44-C430-263D-5BB7-C851118449B7}"/>
              </a:ext>
            </a:extLst>
          </p:cNvPr>
          <p:cNvSpPr>
            <a:spLocks noGrp="1"/>
          </p:cNvSpPr>
          <p:nvPr>
            <p:ph sz="half" idx="2"/>
          </p:nvPr>
        </p:nvSpPr>
        <p:spPr>
          <a:xfrm>
            <a:off x="6172200" y="2485748"/>
            <a:ext cx="5181600" cy="36912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846B776-33EF-D443-6EBB-884F42D148C1}"/>
              </a:ext>
            </a:extLst>
          </p:cNvPr>
          <p:cNvSpPr>
            <a:spLocks noGrp="1"/>
          </p:cNvSpPr>
          <p:nvPr>
            <p:ph type="dt" sz="half" idx="10"/>
          </p:nvPr>
        </p:nvSpPr>
        <p:spPr/>
        <p:txBody>
          <a:bodyPr/>
          <a:lstStyle/>
          <a:p>
            <a:fld id="{91728B06-8F0E-4CD5-AF49-175E74D8141C}" type="datetimeFigureOut">
              <a:rPr lang="en-GB" smtClean="0"/>
              <a:t>03/04/2026</a:t>
            </a:fld>
            <a:endParaRPr lang="en-GB"/>
          </a:p>
        </p:txBody>
      </p:sp>
      <p:sp>
        <p:nvSpPr>
          <p:cNvPr id="6" name="Footer Placeholder 5">
            <a:extLst>
              <a:ext uri="{FF2B5EF4-FFF2-40B4-BE49-F238E27FC236}">
                <a16:creationId xmlns:a16="http://schemas.microsoft.com/office/drawing/2014/main" id="{BD84D6E6-39A3-E250-1D74-7F5625C87D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D2F330-00BE-C0BA-EDD0-99854160C3AB}"/>
              </a:ext>
            </a:extLst>
          </p:cNvPr>
          <p:cNvSpPr>
            <a:spLocks noGrp="1"/>
          </p:cNvSpPr>
          <p:nvPr>
            <p:ph type="sldNum" sz="quarter" idx="12"/>
          </p:nvPr>
        </p:nvSpPr>
        <p:spPr/>
        <p:txBody>
          <a:bodyPr/>
          <a:lstStyle/>
          <a:p>
            <a:fld id="{1A50A492-2920-4392-A9E0-F0323530E7FF}" type="slidenum">
              <a:rPr lang="en-GB" smtClean="0"/>
              <a:t>‹#›</a:t>
            </a:fld>
            <a:endParaRPr lang="en-GB"/>
          </a:p>
        </p:txBody>
      </p:sp>
      <p:sp>
        <p:nvSpPr>
          <p:cNvPr id="8" name="Title 1">
            <a:extLst>
              <a:ext uri="{FF2B5EF4-FFF2-40B4-BE49-F238E27FC236}">
                <a16:creationId xmlns:a16="http://schemas.microsoft.com/office/drawing/2014/main" id="{68390E9B-25CC-A3D2-82BB-2EEEC9B62D11}"/>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p>
        </p:txBody>
      </p:sp>
      <p:sp>
        <p:nvSpPr>
          <p:cNvPr id="9" name="Content Placeholder 2">
            <a:extLst>
              <a:ext uri="{FF2B5EF4-FFF2-40B4-BE49-F238E27FC236}">
                <a16:creationId xmlns:a16="http://schemas.microsoft.com/office/drawing/2014/main" id="{D8F9AE1C-7ECD-C88B-CCC5-8751862FAF0B}"/>
              </a:ext>
            </a:extLst>
          </p:cNvPr>
          <p:cNvSpPr>
            <a:spLocks noGrp="1"/>
          </p:cNvSpPr>
          <p:nvPr>
            <p:ph idx="13"/>
          </p:nvPr>
        </p:nvSpPr>
        <p:spPr>
          <a:xfrm>
            <a:off x="838200" y="1798579"/>
            <a:ext cx="10515600" cy="569925"/>
          </a:xfrm>
        </p:spPr>
        <p:txBody>
          <a:bodyPr/>
          <a:lstStyle/>
          <a:p>
            <a:pPr lvl="0"/>
            <a:r>
              <a:rPr lang="en-GB" dirty="0"/>
              <a:t>Click to edit Master text styles</a:t>
            </a:r>
          </a:p>
        </p:txBody>
      </p:sp>
    </p:spTree>
    <p:extLst>
      <p:ext uri="{BB962C8B-B14F-4D97-AF65-F5344CB8AC3E}">
        <p14:creationId xmlns:p14="http://schemas.microsoft.com/office/powerpoint/2010/main" val="566972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728B06-8F0E-4CD5-AF49-175E74D8141C}" type="datetimeFigureOut">
              <a:rPr lang="en-GB" smtClean="0"/>
              <a:t>03/04/2026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50A492-2920-4392-A9E0-F0323530E7FF}" type="slidenum">
              <a:rPr lang="en-GB" smtClean="0"/>
              <a:t>‹#›</a:t>
            </a:fld>
            <a:endParaRPr lang="en-GB"/>
          </a:p>
        </p:txBody>
      </p:sp>
    </p:spTree>
    <p:extLst>
      <p:ext uri="{BB962C8B-B14F-4D97-AF65-F5344CB8AC3E}">
        <p14:creationId xmlns:p14="http://schemas.microsoft.com/office/powerpoint/2010/main" val="37211910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4" r:id="rId6"/>
    <p:sldLayoutId id="2147483666" r:id="rId7"/>
    <p:sldLayoutId id="2147483673" r:id="rId8"/>
    <p:sldLayoutId id="2147483667" r:id="rId9"/>
    <p:sldLayoutId id="2147483668" r:id="rId10"/>
    <p:sldLayoutId id="2147483669" r:id="rId11"/>
    <p:sldLayoutId id="2147483670" r:id="rId12"/>
    <p:sldLayoutId id="2147483671" r:id="rId13"/>
    <p:sldLayoutId id="2147483672" r:id="rId14"/>
    <p:sldLayoutId id="214748365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8C031-3726-3177-1934-73EA4BEEB3FC}"/>
              </a:ext>
            </a:extLst>
          </p:cNvPr>
          <p:cNvSpPr>
            <a:spLocks noGrp="1"/>
          </p:cNvSpPr>
          <p:nvPr>
            <p:ph type="ctrTitle"/>
          </p:nvPr>
        </p:nvSpPr>
        <p:spPr>
          <a:xfrm>
            <a:off x="1524000" y="1293338"/>
            <a:ext cx="9144000" cy="3274592"/>
          </a:xfrm>
        </p:spPr>
        <p:txBody>
          <a:bodyPr anchor="ctr">
            <a:normAutofit/>
          </a:bodyPr>
          <a:lstStyle/>
          <a:p>
            <a:r>
              <a:rPr lang="en-GB" sz="3600" b="1" dirty="0">
                <a:solidFill>
                  <a:schemeClr val="accent1">
                    <a:lumMod val="60000"/>
                    <a:lumOff val="40000"/>
                  </a:schemeClr>
                </a:solidFill>
              </a:rPr>
              <a:t>Lesson #1 </a:t>
            </a:r>
            <a:br>
              <a:rPr lang="en-GB" sz="5600" b="1" dirty="0"/>
            </a:br>
            <a:r>
              <a:rPr lang="en-GB" sz="5600" b="1" dirty="0"/>
              <a:t>Foundations of Editing </a:t>
            </a:r>
            <a:br>
              <a:rPr lang="en-GB" sz="5600" b="1" dirty="0"/>
            </a:br>
            <a:r>
              <a:rPr lang="en-GB" sz="5600" b="1" dirty="0"/>
              <a:t>and Graphics</a:t>
            </a:r>
          </a:p>
        </p:txBody>
      </p:sp>
      <p:sp>
        <p:nvSpPr>
          <p:cNvPr id="3" name="Subtitle 2">
            <a:extLst>
              <a:ext uri="{FF2B5EF4-FFF2-40B4-BE49-F238E27FC236}">
                <a16:creationId xmlns:a16="http://schemas.microsoft.com/office/drawing/2014/main" id="{0A7D7881-CDB2-D1C7-AD53-BACCA6941D69}"/>
              </a:ext>
            </a:extLst>
          </p:cNvPr>
          <p:cNvSpPr>
            <a:spLocks noGrp="1"/>
          </p:cNvSpPr>
          <p:nvPr>
            <p:ph type="subTitle" idx="1"/>
          </p:nvPr>
        </p:nvSpPr>
        <p:spPr>
          <a:xfrm>
            <a:off x="1524000" y="5514052"/>
            <a:ext cx="9144000" cy="651910"/>
          </a:xfrm>
        </p:spPr>
        <p:txBody>
          <a:bodyPr anchor="ctr">
            <a:normAutofit/>
          </a:bodyPr>
          <a:lstStyle/>
          <a:p>
            <a:r>
              <a:rPr lang="en-US" b="1" dirty="0"/>
              <a:t>Olasunkanmi Arowolo, PhD</a:t>
            </a:r>
          </a:p>
        </p:txBody>
      </p:sp>
      <p:sp>
        <p:nvSpPr>
          <p:cNvPr id="4" name="Subtitle 2">
            <a:extLst>
              <a:ext uri="{FF2B5EF4-FFF2-40B4-BE49-F238E27FC236}">
                <a16:creationId xmlns:a16="http://schemas.microsoft.com/office/drawing/2014/main" id="{CB5683BD-1341-4FA6-8644-F03C0A26C842}"/>
              </a:ext>
            </a:extLst>
          </p:cNvPr>
          <p:cNvSpPr txBox="1">
            <a:spLocks/>
          </p:cNvSpPr>
          <p:nvPr/>
        </p:nvSpPr>
        <p:spPr>
          <a:xfrm>
            <a:off x="1524000" y="863030"/>
            <a:ext cx="9144000" cy="5034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
        <p:nvSpPr>
          <p:cNvPr id="5" name="Subtitle 2">
            <a:extLst>
              <a:ext uri="{FF2B5EF4-FFF2-40B4-BE49-F238E27FC236}">
                <a16:creationId xmlns:a16="http://schemas.microsoft.com/office/drawing/2014/main" id="{93584842-CE17-9940-F1FC-8BEE9C7372A5}"/>
              </a:ext>
            </a:extLst>
          </p:cNvPr>
          <p:cNvSpPr txBox="1">
            <a:spLocks/>
          </p:cNvSpPr>
          <p:nvPr/>
        </p:nvSpPr>
        <p:spPr>
          <a:xfrm>
            <a:off x="1676400" y="375443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
        <p:nvSpPr>
          <p:cNvPr id="6" name="Subtitle 2">
            <a:extLst>
              <a:ext uri="{FF2B5EF4-FFF2-40B4-BE49-F238E27FC236}">
                <a16:creationId xmlns:a16="http://schemas.microsoft.com/office/drawing/2014/main" id="{677D610B-6FBE-82F8-AAFB-B582BA346D88}"/>
              </a:ext>
            </a:extLst>
          </p:cNvPr>
          <p:cNvSpPr txBox="1">
            <a:spLocks/>
          </p:cNvSpPr>
          <p:nvPr/>
        </p:nvSpPr>
        <p:spPr>
          <a:xfrm>
            <a:off x="1450368" y="877675"/>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195931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5459B4-B0E3-8CAE-E73D-874A373C791F}"/>
              </a:ext>
            </a:extLst>
          </p:cNvPr>
          <p:cNvPicPr>
            <a:picLocks noChangeAspect="1"/>
          </p:cNvPicPr>
          <p:nvPr/>
        </p:nvPicPr>
        <p:blipFill>
          <a:blip r:embed="rId2"/>
          <a:stretch>
            <a:fillRect/>
          </a:stretch>
        </p:blipFill>
        <p:spPr>
          <a:xfrm>
            <a:off x="2659837" y="1932508"/>
            <a:ext cx="2743719" cy="2743719"/>
          </a:xfrm>
          <a:prstGeom prst="rect">
            <a:avLst/>
          </a:prstGeom>
        </p:spPr>
      </p:pic>
      <p:pic>
        <p:nvPicPr>
          <p:cNvPr id="2" name="Google Shape;66;g37f520df3dc_0_34">
            <a:extLst>
              <a:ext uri="{FF2B5EF4-FFF2-40B4-BE49-F238E27FC236}">
                <a16:creationId xmlns:a16="http://schemas.microsoft.com/office/drawing/2014/main" id="{F6C5FC03-42AA-B071-D030-78502CFAA017}"/>
              </a:ext>
            </a:extLst>
          </p:cNvPr>
          <p:cNvPicPr preferRelativeResize="0"/>
          <p:nvPr/>
        </p:nvPicPr>
        <p:blipFill>
          <a:blip r:embed="rId3">
            <a:alphaModFix/>
          </a:blip>
          <a:stretch/>
        </p:blipFill>
        <p:spPr>
          <a:xfrm>
            <a:off x="2452318" y="164921"/>
            <a:ext cx="10160000" cy="10160000"/>
          </a:xfrm>
          <a:prstGeom prst="rect">
            <a:avLst/>
          </a:prstGeom>
          <a:noFill/>
          <a:ln>
            <a:noFill/>
          </a:ln>
          <a:effectLst>
            <a:outerShdw blurRad="100013" dist="123825" dir="2940000" algn="bl" rotWithShape="0">
              <a:srgbClr val="000000">
                <a:alpha val="29000"/>
              </a:srgbClr>
            </a:outerShdw>
          </a:effectLst>
        </p:spPr>
      </p:pic>
      <p:sp>
        <p:nvSpPr>
          <p:cNvPr id="3" name="Google Shape;67;g37f520df3dc_0_34">
            <a:extLst>
              <a:ext uri="{FF2B5EF4-FFF2-40B4-BE49-F238E27FC236}">
                <a16:creationId xmlns:a16="http://schemas.microsoft.com/office/drawing/2014/main" id="{DD691878-9CC6-EFC4-B9BC-BF892F7D3896}"/>
              </a:ext>
            </a:extLst>
          </p:cNvPr>
          <p:cNvSpPr txBox="1"/>
          <p:nvPr/>
        </p:nvSpPr>
        <p:spPr>
          <a:xfrm>
            <a:off x="2452318" y="4288491"/>
            <a:ext cx="2743719" cy="956430"/>
          </a:xfrm>
          <a:prstGeom prst="rect">
            <a:avLst/>
          </a:prstGeom>
          <a:noFill/>
          <a:ln>
            <a:noFill/>
          </a:ln>
        </p:spPr>
        <p:txBody>
          <a:bodyPr spcFirstLastPara="1" wrap="square" lIns="153550" tIns="153550" rIns="153550" bIns="153550" anchor="t" anchorCtr="0">
            <a:spAutoFit/>
          </a:bodyPr>
          <a:lstStyle/>
          <a:p>
            <a:pPr marL="0" lvl="0" indent="0" algn="r" rtl="0">
              <a:spcBef>
                <a:spcPts val="0"/>
              </a:spcBef>
              <a:spcAft>
                <a:spcPts val="0"/>
              </a:spcAft>
              <a:buNone/>
            </a:pPr>
            <a:r>
              <a:rPr lang="en" b="1" dirty="0">
                <a:solidFill>
                  <a:srgbClr val="09314F"/>
                </a:solidFill>
                <a:latin typeface="Afacad Flux"/>
                <a:ea typeface="Afacad Flux"/>
                <a:cs typeface="Afacad Flux"/>
                <a:sym typeface="Afacad Flux"/>
              </a:rPr>
              <a:t>Dr. Olasunkanmi Arowolo</a:t>
            </a:r>
          </a:p>
          <a:p>
            <a:pPr algn="r"/>
            <a:r>
              <a:rPr lang="en-GB" sz="1200" b="1" dirty="0">
                <a:solidFill>
                  <a:srgbClr val="FF0000"/>
                </a:solidFill>
                <a:latin typeface="Manrope"/>
                <a:ea typeface="Manrope"/>
                <a:cs typeface="Manrope"/>
                <a:sym typeface="Manrope"/>
              </a:rPr>
              <a:t>Journalism, Political &amp; Development Communications Scholar</a:t>
            </a:r>
          </a:p>
        </p:txBody>
      </p:sp>
    </p:spTree>
    <p:extLst>
      <p:ext uri="{BB962C8B-B14F-4D97-AF65-F5344CB8AC3E}">
        <p14:creationId xmlns:p14="http://schemas.microsoft.com/office/powerpoint/2010/main" val="3681532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ED3CD-960A-FB80-8ABA-836C3DF2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EE50-8042-7B8F-4850-1A51D25B2090}"/>
              </a:ext>
            </a:extLst>
          </p:cNvPr>
          <p:cNvSpPr>
            <a:spLocks noGrp="1"/>
          </p:cNvSpPr>
          <p:nvPr>
            <p:ph type="title"/>
          </p:nvPr>
        </p:nvSpPr>
        <p:spPr>
          <a:xfrm>
            <a:off x="1113810" y="2960716"/>
            <a:ext cx="4036334" cy="2387600"/>
          </a:xfrm>
        </p:spPr>
        <p:txBody>
          <a:bodyPr vert="horz" lIns="91440" tIns="45720" rIns="91440" bIns="45720" rtlCol="0" anchor="t">
            <a:normAutofit/>
          </a:bodyPr>
          <a:lstStyle/>
          <a:p>
            <a:br>
              <a:rPr lang="en-US" sz="5400" kern="1200" dirty="0">
                <a:solidFill>
                  <a:schemeClr val="tx1"/>
                </a:solidFill>
                <a:latin typeface="+mj-lt"/>
                <a:ea typeface="+mj-ea"/>
                <a:cs typeface="+mj-cs"/>
              </a:rPr>
            </a:br>
            <a:r>
              <a:rPr lang="en-GB" sz="4500" kern="1200" dirty="0">
                <a:solidFill>
                  <a:schemeClr val="tx1"/>
                </a:solidFill>
                <a:latin typeface="+mj-lt"/>
                <a:ea typeface="+mj-ea"/>
                <a:cs typeface="+mj-cs"/>
              </a:rPr>
              <a:t>Quick</a:t>
            </a:r>
            <a:r>
              <a:rPr lang="en-US" sz="4500" b="1" kern="1200" dirty="0">
                <a:solidFill>
                  <a:schemeClr val="tx1"/>
                </a:solidFill>
                <a:latin typeface="+mj-lt"/>
                <a:ea typeface="+mj-ea"/>
                <a:cs typeface="+mj-cs"/>
              </a:rPr>
              <a:t>Questions</a:t>
            </a:r>
            <a:endParaRPr lang="en-US" sz="4500"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1BF7CE8-258D-135C-DC5B-A31881A1D614}"/>
              </a:ext>
            </a:extLst>
          </p:cNvPr>
          <p:cNvSpPr>
            <a:spLocks noGrp="1"/>
          </p:cNvSpPr>
          <p:nvPr>
            <p:ph idx="13"/>
          </p:nvPr>
        </p:nvSpPr>
        <p:spPr>
          <a:xfrm>
            <a:off x="1113809" y="953037"/>
            <a:ext cx="4036333" cy="1709849"/>
          </a:xfrm>
        </p:spPr>
        <p:txBody>
          <a:bodyPr vert="horz" lIns="91440" tIns="45720" rIns="91440" bIns="45720" rtlCol="0" anchor="b">
            <a:normAutofit/>
          </a:bodyPr>
          <a:lstStyle/>
          <a:p>
            <a:pPr marL="0" indent="0"/>
            <a:r>
              <a:rPr lang="en-GB" sz="2000" b="1" kern="1200" dirty="0">
                <a:solidFill>
                  <a:schemeClr val="tx1"/>
                </a:solidFill>
                <a:latin typeface="+mn-lt"/>
                <a:ea typeface="+mn-ea"/>
                <a:cs typeface="+mn-cs"/>
              </a:rPr>
              <a:t>Get started here</a:t>
            </a:r>
            <a:endParaRPr lang="en-US" sz="2000" kern="1200" dirty="0">
              <a:solidFill>
                <a:schemeClr val="tx1"/>
              </a:solidFill>
              <a:latin typeface="+mn-lt"/>
              <a:ea typeface="+mn-ea"/>
              <a:cs typeface="+mn-cs"/>
            </a:endParaRPr>
          </a:p>
        </p:txBody>
      </p:sp>
      <p:pic>
        <p:nvPicPr>
          <p:cNvPr id="5" name="Picture 4">
            <a:extLst>
              <a:ext uri="{FF2B5EF4-FFF2-40B4-BE49-F238E27FC236}">
                <a16:creationId xmlns:a16="http://schemas.microsoft.com/office/drawing/2014/main" id="{6D0A3D8A-62EC-7FBD-B46C-D8B5546DF632}"/>
              </a:ext>
            </a:extLst>
          </p:cNvPr>
          <p:cNvPicPr>
            <a:picLocks noChangeAspect="1"/>
          </p:cNvPicPr>
          <p:nvPr/>
        </p:nvPicPr>
        <p:blipFill>
          <a:blip r:embed="rId2"/>
          <a:stretch>
            <a:fillRect/>
          </a:stretch>
        </p:blipFill>
        <p:spPr>
          <a:xfrm>
            <a:off x="6096000" y="980733"/>
            <a:ext cx="5010849" cy="4896533"/>
          </a:xfrm>
          <a:prstGeom prst="rect">
            <a:avLst/>
          </a:prstGeom>
        </p:spPr>
      </p:pic>
    </p:spTree>
    <p:extLst>
      <p:ext uri="{BB962C8B-B14F-4D97-AF65-F5344CB8AC3E}">
        <p14:creationId xmlns:p14="http://schemas.microsoft.com/office/powerpoint/2010/main" val="2565478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13CD-6858-70FE-2901-3A435F641F1B}"/>
              </a:ext>
            </a:extLst>
          </p:cNvPr>
          <p:cNvSpPr>
            <a:spLocks noGrp="1"/>
          </p:cNvSpPr>
          <p:nvPr>
            <p:ph type="title"/>
          </p:nvPr>
        </p:nvSpPr>
        <p:spPr/>
        <p:txBody>
          <a:bodyPr/>
          <a:lstStyle/>
          <a:p>
            <a:br>
              <a:rPr lang="en-GB" b="1" dirty="0"/>
            </a:br>
            <a:r>
              <a:rPr lang="en-GB" b="1" dirty="0"/>
              <a:t>What We Will Cover Today</a:t>
            </a:r>
            <a:endParaRPr lang="en-GB" dirty="0"/>
          </a:p>
        </p:txBody>
      </p:sp>
      <p:sp>
        <p:nvSpPr>
          <p:cNvPr id="3" name="Content Placeholder 2">
            <a:extLst>
              <a:ext uri="{FF2B5EF4-FFF2-40B4-BE49-F238E27FC236}">
                <a16:creationId xmlns:a16="http://schemas.microsoft.com/office/drawing/2014/main" id="{839AD960-211D-3ED0-0849-B1826F768D49}"/>
              </a:ext>
            </a:extLst>
          </p:cNvPr>
          <p:cNvSpPr>
            <a:spLocks noGrp="1"/>
          </p:cNvSpPr>
          <p:nvPr>
            <p:ph idx="1"/>
          </p:nvPr>
        </p:nvSpPr>
        <p:spPr/>
        <p:txBody>
          <a:bodyPr/>
          <a:lstStyle/>
          <a:p>
            <a:pPr lvl="0"/>
            <a:r>
              <a:rPr lang="en-GB" dirty="0"/>
              <a:t>Definitions of Editing and Graphics</a:t>
            </a:r>
          </a:p>
          <a:p>
            <a:pPr lvl="0"/>
            <a:r>
              <a:rPr lang="en-GB" dirty="0"/>
              <a:t>Scope of Editing and Graphics in Media	</a:t>
            </a:r>
          </a:p>
          <a:p>
            <a:pPr lvl="0"/>
            <a:r>
              <a:rPr lang="en-GB" dirty="0"/>
              <a:t>Historical Evolution (Global and Nigerian Context)	</a:t>
            </a:r>
          </a:p>
          <a:p>
            <a:pPr lvl="0"/>
            <a:r>
              <a:rPr lang="en-GB" dirty="0"/>
              <a:t>Role of Editing in Media Credibility	</a:t>
            </a:r>
          </a:p>
          <a:p>
            <a:pPr lvl="0"/>
            <a:r>
              <a:rPr lang="en-GB" dirty="0"/>
              <a:t>Conceptual Insight: Editing as Gatekeeping and Meaning Construction</a:t>
            </a:r>
          </a:p>
        </p:txBody>
      </p:sp>
      <p:sp>
        <p:nvSpPr>
          <p:cNvPr id="4" name="Content Placeholder 3">
            <a:extLst>
              <a:ext uri="{FF2B5EF4-FFF2-40B4-BE49-F238E27FC236}">
                <a16:creationId xmlns:a16="http://schemas.microsoft.com/office/drawing/2014/main" id="{CB699412-692C-D30D-A37F-E0E737163654}"/>
              </a:ext>
            </a:extLst>
          </p:cNvPr>
          <p:cNvSpPr>
            <a:spLocks noGrp="1"/>
          </p:cNvSpPr>
          <p:nvPr>
            <p:ph idx="13"/>
          </p:nvPr>
        </p:nvSpPr>
        <p:spPr/>
        <p:txBody>
          <a:bodyPr/>
          <a:lstStyle/>
          <a:p>
            <a:endParaRPr lang="en-GB"/>
          </a:p>
        </p:txBody>
      </p:sp>
      <p:sp>
        <p:nvSpPr>
          <p:cNvPr id="5" name="TextBox 4">
            <a:extLst>
              <a:ext uri="{FF2B5EF4-FFF2-40B4-BE49-F238E27FC236}">
                <a16:creationId xmlns:a16="http://schemas.microsoft.com/office/drawing/2014/main" id="{D0DC9949-75FA-FD13-B2A5-6B68C3A5B44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82612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13CD-6858-70FE-2901-3A435F641F1B}"/>
              </a:ext>
            </a:extLst>
          </p:cNvPr>
          <p:cNvSpPr>
            <a:spLocks noGrp="1"/>
          </p:cNvSpPr>
          <p:nvPr>
            <p:ph type="title"/>
          </p:nvPr>
        </p:nvSpPr>
        <p:spPr/>
        <p:txBody>
          <a:bodyPr/>
          <a:lstStyle/>
          <a:p>
            <a:r>
              <a:rPr lang="en-GB" b="1" dirty="0"/>
              <a:t>Objectives </a:t>
            </a:r>
            <a:endParaRPr lang="en-GB" dirty="0"/>
          </a:p>
        </p:txBody>
      </p:sp>
      <p:sp>
        <p:nvSpPr>
          <p:cNvPr id="3" name="Content Placeholder 2">
            <a:extLst>
              <a:ext uri="{FF2B5EF4-FFF2-40B4-BE49-F238E27FC236}">
                <a16:creationId xmlns:a16="http://schemas.microsoft.com/office/drawing/2014/main" id="{839AD960-211D-3ED0-0849-B1826F768D49}"/>
              </a:ext>
            </a:extLst>
          </p:cNvPr>
          <p:cNvSpPr>
            <a:spLocks noGrp="1"/>
          </p:cNvSpPr>
          <p:nvPr>
            <p:ph idx="1"/>
          </p:nvPr>
        </p:nvSpPr>
        <p:spPr/>
        <p:txBody>
          <a:bodyPr/>
          <a:lstStyle/>
          <a:p>
            <a:r>
              <a:rPr lang="en-GB" dirty="0"/>
              <a:t>Define editing and graphics in communication contexts</a:t>
            </a:r>
          </a:p>
          <a:p>
            <a:r>
              <a:rPr lang="en-GB" dirty="0"/>
              <a:t>Explain the scope and functions of editing</a:t>
            </a:r>
          </a:p>
          <a:p>
            <a:r>
              <a:rPr lang="en-GB" dirty="0"/>
              <a:t>Trace the development of editing practices globally and in Nigeria</a:t>
            </a:r>
          </a:p>
          <a:p>
            <a:r>
              <a:rPr lang="en-GB" dirty="0"/>
              <a:t>Analyse the role of editing in ensuring media credibility</a:t>
            </a:r>
          </a:p>
          <a:p>
            <a:r>
              <a:rPr lang="en-GB" dirty="0"/>
              <a:t>Understand editing as a process of shaping meaning</a:t>
            </a:r>
          </a:p>
        </p:txBody>
      </p:sp>
      <p:sp>
        <p:nvSpPr>
          <p:cNvPr id="4" name="Content Placeholder 3">
            <a:extLst>
              <a:ext uri="{FF2B5EF4-FFF2-40B4-BE49-F238E27FC236}">
                <a16:creationId xmlns:a16="http://schemas.microsoft.com/office/drawing/2014/main" id="{CB699412-692C-D30D-A37F-E0E737163654}"/>
              </a:ext>
            </a:extLst>
          </p:cNvPr>
          <p:cNvSpPr>
            <a:spLocks noGrp="1"/>
          </p:cNvSpPr>
          <p:nvPr>
            <p:ph idx="13"/>
          </p:nvPr>
        </p:nvSpPr>
        <p:spPr/>
        <p:txBody>
          <a:bodyPr/>
          <a:lstStyle/>
          <a:p>
            <a:r>
              <a:rPr lang="en-GB" dirty="0"/>
              <a:t>By the end of this session, you should be able to:</a:t>
            </a:r>
          </a:p>
        </p:txBody>
      </p:sp>
      <p:sp>
        <p:nvSpPr>
          <p:cNvPr id="5" name="TextBox 4">
            <a:extLst>
              <a:ext uri="{FF2B5EF4-FFF2-40B4-BE49-F238E27FC236}">
                <a16:creationId xmlns:a16="http://schemas.microsoft.com/office/drawing/2014/main" id="{D0DC9949-75FA-FD13-B2A5-6B68C3A5B44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44655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2E2-D2E7-27FD-730B-EE7FD3F7BD28}"/>
              </a:ext>
            </a:extLst>
          </p:cNvPr>
          <p:cNvSpPr>
            <a:spLocks noGrp="1"/>
          </p:cNvSpPr>
          <p:nvPr>
            <p:ph type="title"/>
          </p:nvPr>
        </p:nvSpPr>
        <p:spPr/>
        <p:txBody>
          <a:bodyPr/>
          <a:lstStyle/>
          <a:p>
            <a:br>
              <a:rPr lang="en-US" dirty="0"/>
            </a:br>
            <a:r>
              <a:rPr lang="en-GB" b="1" dirty="0"/>
              <a:t>Introduction</a:t>
            </a:r>
            <a:endParaRPr lang="en-GB" dirty="0"/>
          </a:p>
        </p:txBody>
      </p:sp>
      <p:sp>
        <p:nvSpPr>
          <p:cNvPr id="3" name="Content Placeholder 2">
            <a:extLst>
              <a:ext uri="{FF2B5EF4-FFF2-40B4-BE49-F238E27FC236}">
                <a16:creationId xmlns:a16="http://schemas.microsoft.com/office/drawing/2014/main" id="{4AB0D9CC-3159-FF07-E488-6D99E477D816}"/>
              </a:ext>
            </a:extLst>
          </p:cNvPr>
          <p:cNvSpPr>
            <a:spLocks noGrp="1"/>
          </p:cNvSpPr>
          <p:nvPr>
            <p:ph idx="1"/>
          </p:nvPr>
        </p:nvSpPr>
        <p:spPr>
          <a:xfrm>
            <a:off x="838200" y="2547891"/>
            <a:ext cx="9456506" cy="3629072"/>
          </a:xfrm>
        </p:spPr>
        <p:txBody>
          <a:bodyPr/>
          <a:lstStyle/>
          <a:p>
            <a:r>
              <a:rPr lang="en-GB" dirty="0"/>
              <a:t>Editing is the process of </a:t>
            </a:r>
            <a:r>
              <a:rPr lang="en-GB" b="1" dirty="0"/>
              <a:t>reviewing</a:t>
            </a:r>
            <a:r>
              <a:rPr lang="en-GB" dirty="0"/>
              <a:t>, </a:t>
            </a:r>
            <a:r>
              <a:rPr lang="en-GB" b="1" dirty="0"/>
              <a:t>revising</a:t>
            </a:r>
            <a:r>
              <a:rPr lang="en-GB" dirty="0"/>
              <a:t>, and </a:t>
            </a:r>
            <a:r>
              <a:rPr lang="en-GB" b="1" dirty="0"/>
              <a:t>refining</a:t>
            </a:r>
            <a:r>
              <a:rPr lang="en-GB" dirty="0"/>
              <a:t> content before publication</a:t>
            </a:r>
          </a:p>
          <a:p>
            <a:r>
              <a:rPr lang="en-GB" dirty="0"/>
              <a:t>It involves </a:t>
            </a:r>
            <a:r>
              <a:rPr lang="en-GB" b="1" dirty="0"/>
              <a:t>correcting errors</a:t>
            </a:r>
            <a:r>
              <a:rPr lang="en-GB" dirty="0"/>
              <a:t>, </a:t>
            </a:r>
            <a:r>
              <a:rPr lang="en-GB" b="1" dirty="0"/>
              <a:t>improving clarity</a:t>
            </a:r>
            <a:r>
              <a:rPr lang="en-GB" dirty="0"/>
              <a:t>, and </a:t>
            </a:r>
            <a:r>
              <a:rPr lang="en-GB" b="1" dirty="0"/>
              <a:t>ensuring accuracy</a:t>
            </a:r>
          </a:p>
          <a:p>
            <a:r>
              <a:rPr lang="en-GB" dirty="0"/>
              <a:t>Editing ensures </a:t>
            </a:r>
            <a:r>
              <a:rPr lang="en-GB" b="1" dirty="0"/>
              <a:t>content aligns with editorial standards</a:t>
            </a:r>
            <a:r>
              <a:rPr lang="en-GB" dirty="0"/>
              <a:t> and </a:t>
            </a:r>
            <a:r>
              <a:rPr lang="en-GB" b="1" dirty="0"/>
              <a:t>audience expectations</a:t>
            </a:r>
          </a:p>
        </p:txBody>
      </p:sp>
      <p:sp>
        <p:nvSpPr>
          <p:cNvPr id="4" name="Content Placeholder 3">
            <a:extLst>
              <a:ext uri="{FF2B5EF4-FFF2-40B4-BE49-F238E27FC236}">
                <a16:creationId xmlns:a16="http://schemas.microsoft.com/office/drawing/2014/main" id="{3D9AC6F8-C187-0B3A-8BBE-599DA3D68400}"/>
              </a:ext>
            </a:extLst>
          </p:cNvPr>
          <p:cNvSpPr>
            <a:spLocks noGrp="1"/>
          </p:cNvSpPr>
          <p:nvPr>
            <p:ph idx="13"/>
          </p:nvPr>
        </p:nvSpPr>
        <p:spPr/>
        <p:txBody>
          <a:bodyPr/>
          <a:lstStyle/>
          <a:p>
            <a:r>
              <a:rPr lang="en-GB" b="1"/>
              <a:t>What is Editing?</a:t>
            </a:r>
          </a:p>
        </p:txBody>
      </p:sp>
      <p:sp>
        <p:nvSpPr>
          <p:cNvPr id="6" name="TextBox 5">
            <a:extLst>
              <a:ext uri="{FF2B5EF4-FFF2-40B4-BE49-F238E27FC236}">
                <a16:creationId xmlns:a16="http://schemas.microsoft.com/office/drawing/2014/main" id="{862CAC9B-D645-4E29-7546-3CB353BD8C8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51912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2E2-D2E7-27FD-730B-EE7FD3F7BD28}"/>
              </a:ext>
            </a:extLst>
          </p:cNvPr>
          <p:cNvSpPr>
            <a:spLocks noGrp="1"/>
          </p:cNvSpPr>
          <p:nvPr>
            <p:ph type="title"/>
          </p:nvPr>
        </p:nvSpPr>
        <p:spPr/>
        <p:txBody>
          <a:bodyPr/>
          <a:lstStyle/>
          <a:p>
            <a:br>
              <a:rPr lang="en-US" dirty="0"/>
            </a:br>
            <a:r>
              <a:rPr lang="en-GB" b="1" dirty="0"/>
              <a:t>Introduction</a:t>
            </a:r>
            <a:endParaRPr lang="en-GB" dirty="0"/>
          </a:p>
        </p:txBody>
      </p:sp>
      <p:sp>
        <p:nvSpPr>
          <p:cNvPr id="3" name="Content Placeholder 2">
            <a:extLst>
              <a:ext uri="{FF2B5EF4-FFF2-40B4-BE49-F238E27FC236}">
                <a16:creationId xmlns:a16="http://schemas.microsoft.com/office/drawing/2014/main" id="{4AB0D9CC-3159-FF07-E488-6D99E477D816}"/>
              </a:ext>
            </a:extLst>
          </p:cNvPr>
          <p:cNvSpPr>
            <a:spLocks noGrp="1"/>
          </p:cNvSpPr>
          <p:nvPr>
            <p:ph idx="1"/>
          </p:nvPr>
        </p:nvSpPr>
        <p:spPr>
          <a:xfrm>
            <a:off x="838200" y="2547891"/>
            <a:ext cx="9456506" cy="3629072"/>
          </a:xfrm>
        </p:spPr>
        <p:txBody>
          <a:bodyPr/>
          <a:lstStyle/>
          <a:p>
            <a:pPr marL="0" indent="0">
              <a:buNone/>
            </a:pPr>
            <a:endParaRPr lang="en-GB" dirty="0"/>
          </a:p>
          <a:p>
            <a:r>
              <a:rPr lang="en-GB" dirty="0"/>
              <a:t>Correction (grammar, spelling, syntax)</a:t>
            </a:r>
          </a:p>
          <a:p>
            <a:r>
              <a:rPr lang="en-GB" dirty="0"/>
              <a:t>Clarification (meaning and structure)</a:t>
            </a:r>
          </a:p>
          <a:p>
            <a:r>
              <a:rPr lang="en-GB" dirty="0"/>
              <a:t>Verification (facts and accuracy)</a:t>
            </a:r>
          </a:p>
          <a:p>
            <a:r>
              <a:rPr lang="en-GB" dirty="0"/>
              <a:t>Standardisation (style and format)</a:t>
            </a:r>
          </a:p>
        </p:txBody>
      </p:sp>
      <p:sp>
        <p:nvSpPr>
          <p:cNvPr id="4" name="Content Placeholder 3">
            <a:extLst>
              <a:ext uri="{FF2B5EF4-FFF2-40B4-BE49-F238E27FC236}">
                <a16:creationId xmlns:a16="http://schemas.microsoft.com/office/drawing/2014/main" id="{3D9AC6F8-C187-0B3A-8BBE-599DA3D68400}"/>
              </a:ext>
            </a:extLst>
          </p:cNvPr>
          <p:cNvSpPr>
            <a:spLocks noGrp="1"/>
          </p:cNvSpPr>
          <p:nvPr>
            <p:ph idx="13"/>
          </p:nvPr>
        </p:nvSpPr>
        <p:spPr/>
        <p:txBody>
          <a:bodyPr/>
          <a:lstStyle/>
          <a:p>
            <a:r>
              <a:rPr lang="en-GB" b="1" dirty="0"/>
              <a:t>Key Functions of Editing?</a:t>
            </a:r>
          </a:p>
        </p:txBody>
      </p:sp>
      <p:sp>
        <p:nvSpPr>
          <p:cNvPr id="6" name="TextBox 5">
            <a:extLst>
              <a:ext uri="{FF2B5EF4-FFF2-40B4-BE49-F238E27FC236}">
                <a16:creationId xmlns:a16="http://schemas.microsoft.com/office/drawing/2014/main" id="{862CAC9B-D645-4E29-7546-3CB353BD8C8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63597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216B-81DA-09F9-7A47-22BC2921C5A4}"/>
              </a:ext>
            </a:extLst>
          </p:cNvPr>
          <p:cNvSpPr>
            <a:spLocks noGrp="1"/>
          </p:cNvSpPr>
          <p:nvPr>
            <p:ph type="title"/>
          </p:nvPr>
        </p:nvSpPr>
        <p:spPr/>
        <p:txBody>
          <a:bodyPr/>
          <a:lstStyle/>
          <a:p>
            <a:r>
              <a:rPr lang="en-GB" b="1"/>
              <a:t>What are Graphics?</a:t>
            </a:r>
          </a:p>
        </p:txBody>
      </p:sp>
      <p:sp>
        <p:nvSpPr>
          <p:cNvPr id="3" name="Content Placeholder 2">
            <a:extLst>
              <a:ext uri="{FF2B5EF4-FFF2-40B4-BE49-F238E27FC236}">
                <a16:creationId xmlns:a16="http://schemas.microsoft.com/office/drawing/2014/main" id="{CFFB85CC-F198-8877-59DB-88418F9BFA49}"/>
              </a:ext>
            </a:extLst>
          </p:cNvPr>
          <p:cNvSpPr>
            <a:spLocks noGrp="1"/>
          </p:cNvSpPr>
          <p:nvPr>
            <p:ph idx="1"/>
          </p:nvPr>
        </p:nvSpPr>
        <p:spPr>
          <a:xfrm>
            <a:off x="838200" y="2547891"/>
            <a:ext cx="9929117" cy="3629072"/>
          </a:xfrm>
        </p:spPr>
        <p:txBody>
          <a:bodyPr>
            <a:normAutofit fontScale="92500"/>
          </a:bodyPr>
          <a:lstStyle/>
          <a:p>
            <a:pPr marL="0" indent="0">
              <a:buNone/>
            </a:pPr>
            <a:r>
              <a:rPr lang="en-GB" dirty="0"/>
              <a:t>Graphics refer to visual elements used to communicate information.  Includes </a:t>
            </a:r>
            <a:r>
              <a:rPr lang="en-GB" b="1" dirty="0"/>
              <a:t>images</a:t>
            </a:r>
            <a:r>
              <a:rPr lang="en-GB" dirty="0"/>
              <a:t>, </a:t>
            </a:r>
            <a:r>
              <a:rPr lang="en-GB" b="1" dirty="0"/>
              <a:t>illustrations</a:t>
            </a:r>
            <a:r>
              <a:rPr lang="en-GB" dirty="0"/>
              <a:t>, </a:t>
            </a:r>
            <a:r>
              <a:rPr lang="en-GB" b="1" dirty="0"/>
              <a:t>charts</a:t>
            </a:r>
            <a:r>
              <a:rPr lang="en-GB" dirty="0"/>
              <a:t>, </a:t>
            </a:r>
            <a:r>
              <a:rPr lang="en-GB" b="1" dirty="0"/>
              <a:t>diagrams</a:t>
            </a:r>
            <a:r>
              <a:rPr lang="en-GB" dirty="0"/>
              <a:t>, and </a:t>
            </a:r>
            <a:r>
              <a:rPr lang="en-GB" b="1" dirty="0"/>
              <a:t>layouts</a:t>
            </a:r>
            <a:br>
              <a:rPr lang="en-GB" dirty="0"/>
            </a:br>
            <a:endParaRPr lang="en-GB" dirty="0"/>
          </a:p>
          <a:p>
            <a:pPr marL="0" indent="0">
              <a:buNone/>
            </a:pPr>
            <a:r>
              <a:rPr lang="en-GB" b="1" dirty="0"/>
              <a:t>Functions of Graphics:</a:t>
            </a:r>
          </a:p>
          <a:p>
            <a:r>
              <a:rPr lang="en-GB" dirty="0"/>
              <a:t>Enhance understanding</a:t>
            </a:r>
          </a:p>
          <a:p>
            <a:r>
              <a:rPr lang="en-GB" dirty="0"/>
              <a:t>Attract audience attention</a:t>
            </a:r>
          </a:p>
          <a:p>
            <a:r>
              <a:rPr lang="en-GB" dirty="0"/>
              <a:t>Simplify complex information</a:t>
            </a:r>
          </a:p>
          <a:p>
            <a:r>
              <a:rPr lang="en-GB" dirty="0"/>
              <a:t>Support storytelling</a:t>
            </a:r>
          </a:p>
        </p:txBody>
      </p:sp>
      <p:sp>
        <p:nvSpPr>
          <p:cNvPr id="4" name="Content Placeholder 3">
            <a:extLst>
              <a:ext uri="{FF2B5EF4-FFF2-40B4-BE49-F238E27FC236}">
                <a16:creationId xmlns:a16="http://schemas.microsoft.com/office/drawing/2014/main" id="{3A6CD5CD-F8F2-86E0-83D1-C61C535B2D47}"/>
              </a:ext>
            </a:extLst>
          </p:cNvPr>
          <p:cNvSpPr>
            <a:spLocks noGrp="1"/>
          </p:cNvSpPr>
          <p:nvPr>
            <p:ph idx="13"/>
          </p:nvPr>
        </p:nvSpPr>
        <p:spPr/>
        <p:txBody>
          <a:bodyPr/>
          <a:lstStyle/>
          <a:p>
            <a:r>
              <a:rPr lang="en-GB" b="1"/>
              <a:t>Definition of Graphics</a:t>
            </a:r>
          </a:p>
        </p:txBody>
      </p:sp>
      <p:sp>
        <p:nvSpPr>
          <p:cNvPr id="6" name="TextBox 5">
            <a:extLst>
              <a:ext uri="{FF2B5EF4-FFF2-40B4-BE49-F238E27FC236}">
                <a16:creationId xmlns:a16="http://schemas.microsoft.com/office/drawing/2014/main" id="{FBF14E6A-3718-B3C2-C750-C91F6E5BFB9D}"/>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96703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D9B3BF-A2DC-A9FD-B425-F334ADA1F0D5}"/>
              </a:ext>
            </a:extLst>
          </p:cNvPr>
          <p:cNvSpPr>
            <a:spLocks noGrp="1"/>
          </p:cNvSpPr>
          <p:nvPr>
            <p:ph idx="13"/>
          </p:nvPr>
        </p:nvSpPr>
        <p:spPr/>
        <p:txBody>
          <a:bodyPr>
            <a:normAutofit lnSpcReduction="10000"/>
          </a:bodyPr>
          <a:lstStyle/>
          <a:p>
            <a:r>
              <a:rPr lang="en-US" dirty="0"/>
              <a:t>In the early print era, the primary purpose of editing was to:</a:t>
            </a:r>
          </a:p>
        </p:txBody>
      </p:sp>
      <p:sp>
        <p:nvSpPr>
          <p:cNvPr id="3" name="Content Placeholder 2">
            <a:extLst>
              <a:ext uri="{FF2B5EF4-FFF2-40B4-BE49-F238E27FC236}">
                <a16:creationId xmlns:a16="http://schemas.microsoft.com/office/drawing/2014/main" id="{E29986E3-329A-97BD-AECA-274DDE141162}"/>
              </a:ext>
            </a:extLst>
          </p:cNvPr>
          <p:cNvSpPr>
            <a:spLocks noGrp="1"/>
          </p:cNvSpPr>
          <p:nvPr>
            <p:ph idx="14"/>
          </p:nvPr>
        </p:nvSpPr>
        <p:spPr>
          <a:xfrm>
            <a:off x="1832615" y="2884167"/>
            <a:ext cx="5349022" cy="569925"/>
          </a:xfrm>
        </p:spPr>
        <p:txBody>
          <a:bodyPr>
            <a:normAutofit/>
          </a:bodyPr>
          <a:lstStyle/>
          <a:p>
            <a:r>
              <a:rPr lang="en-US" dirty="0"/>
              <a:t>Entertain readers</a:t>
            </a:r>
            <a:endParaRPr lang="en-US" dirty="0">
              <a:latin typeface="Manrope"/>
              <a:ea typeface="Manrope"/>
              <a:cs typeface="Manrope"/>
              <a:sym typeface="Manrope"/>
            </a:endParaRPr>
          </a:p>
        </p:txBody>
      </p:sp>
      <p:sp>
        <p:nvSpPr>
          <p:cNvPr id="4" name="Content Placeholder 3">
            <a:extLst>
              <a:ext uri="{FF2B5EF4-FFF2-40B4-BE49-F238E27FC236}">
                <a16:creationId xmlns:a16="http://schemas.microsoft.com/office/drawing/2014/main" id="{192BE3EB-D08E-C156-C601-0D2867BD96E5}"/>
              </a:ext>
            </a:extLst>
          </p:cNvPr>
          <p:cNvSpPr>
            <a:spLocks noGrp="1"/>
          </p:cNvSpPr>
          <p:nvPr>
            <p:ph idx="15"/>
          </p:nvPr>
        </p:nvSpPr>
        <p:spPr/>
        <p:txBody>
          <a:bodyPr>
            <a:normAutofit/>
          </a:bodyPr>
          <a:lstStyle/>
          <a:p>
            <a:r>
              <a:rPr lang="en-US" dirty="0"/>
              <a:t>Correct physical and textual errors</a:t>
            </a:r>
            <a:endParaRPr lang="en-US" dirty="0">
              <a:latin typeface="Manrope"/>
              <a:ea typeface="Manrope"/>
              <a:cs typeface="Manrope"/>
              <a:sym typeface="Manrope"/>
            </a:endParaRPr>
          </a:p>
        </p:txBody>
      </p:sp>
      <p:sp>
        <p:nvSpPr>
          <p:cNvPr id="5" name="Content Placeholder 4">
            <a:extLst>
              <a:ext uri="{FF2B5EF4-FFF2-40B4-BE49-F238E27FC236}">
                <a16:creationId xmlns:a16="http://schemas.microsoft.com/office/drawing/2014/main" id="{5D64DA62-7AC1-A9F7-BEAF-AA59A81EF0EF}"/>
              </a:ext>
            </a:extLst>
          </p:cNvPr>
          <p:cNvSpPr>
            <a:spLocks noGrp="1"/>
          </p:cNvSpPr>
          <p:nvPr>
            <p:ph idx="16"/>
          </p:nvPr>
        </p:nvSpPr>
        <p:spPr>
          <a:xfrm>
            <a:off x="1832615" y="4342754"/>
            <a:ext cx="4588734" cy="569925"/>
          </a:xfrm>
        </p:spPr>
        <p:txBody>
          <a:bodyPr>
            <a:normAutofit/>
          </a:bodyPr>
          <a:lstStyle/>
          <a:p>
            <a:pPr lvl="0"/>
            <a:r>
              <a:rPr lang="en-US" dirty="0"/>
              <a:t>Promote political ideas</a:t>
            </a:r>
            <a:endParaRPr lang="en-US" dirty="0">
              <a:solidFill>
                <a:schemeClr val="bg1"/>
              </a:solidFill>
              <a:latin typeface="Manrope"/>
              <a:ea typeface="Manrope"/>
              <a:cs typeface="Manrope"/>
              <a:sym typeface="Manrope"/>
            </a:endParaRPr>
          </a:p>
        </p:txBody>
      </p:sp>
      <p:sp>
        <p:nvSpPr>
          <p:cNvPr id="6" name="Content Placeholder 5">
            <a:extLst>
              <a:ext uri="{FF2B5EF4-FFF2-40B4-BE49-F238E27FC236}">
                <a16:creationId xmlns:a16="http://schemas.microsoft.com/office/drawing/2014/main" id="{C43E8A5F-D21D-59AB-5D82-E42E566DAF36}"/>
              </a:ext>
            </a:extLst>
          </p:cNvPr>
          <p:cNvSpPr>
            <a:spLocks noGrp="1"/>
          </p:cNvSpPr>
          <p:nvPr>
            <p:ph idx="17"/>
          </p:nvPr>
        </p:nvSpPr>
        <p:spPr/>
        <p:txBody>
          <a:bodyPr/>
          <a:lstStyle/>
          <a:p>
            <a:r>
              <a:rPr lang="en-US" dirty="0"/>
              <a:t>Design page layouts</a:t>
            </a:r>
            <a:endParaRPr lang="en-GB" dirty="0"/>
          </a:p>
        </p:txBody>
      </p:sp>
      <p:sp>
        <p:nvSpPr>
          <p:cNvPr id="8" name="TextBox 7">
            <a:extLst>
              <a:ext uri="{FF2B5EF4-FFF2-40B4-BE49-F238E27FC236}">
                <a16:creationId xmlns:a16="http://schemas.microsoft.com/office/drawing/2014/main" id="{E457A207-ED62-C6E9-E4F7-60E83E9C3FF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601421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20D3E-BE3E-CED1-8585-B9EDEC363A9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EBDF801-9C8F-7E2D-3A5B-F3F3EC475191}"/>
              </a:ext>
            </a:extLst>
          </p:cNvPr>
          <p:cNvGrpSpPr/>
          <p:nvPr/>
        </p:nvGrpSpPr>
        <p:grpSpPr>
          <a:xfrm>
            <a:off x="838200" y="3558222"/>
            <a:ext cx="10653551" cy="648400"/>
            <a:chOff x="853505" y="4313522"/>
            <a:chExt cx="10653551" cy="648400"/>
          </a:xfrm>
        </p:grpSpPr>
        <p:sp>
          <p:nvSpPr>
            <p:cNvPr id="12" name="Google Shape;179;g37f520df3dc_0_413">
              <a:extLst>
                <a:ext uri="{FF2B5EF4-FFF2-40B4-BE49-F238E27FC236}">
                  <a16:creationId xmlns:a16="http://schemas.microsoft.com/office/drawing/2014/main" id="{7060093D-9544-8152-F806-8E0D726068C7}"/>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nvGrpSpPr>
            <p:cNvPr id="15" name="Group 14">
              <a:extLst>
                <a:ext uri="{FF2B5EF4-FFF2-40B4-BE49-F238E27FC236}">
                  <a16:creationId xmlns:a16="http://schemas.microsoft.com/office/drawing/2014/main" id="{D1499532-8466-E985-6072-C42ABB44E0AB}"/>
                </a:ext>
              </a:extLst>
            </p:cNvPr>
            <p:cNvGrpSpPr/>
            <p:nvPr/>
          </p:nvGrpSpPr>
          <p:grpSpPr>
            <a:xfrm>
              <a:off x="1561672" y="4313522"/>
              <a:ext cx="9945384" cy="648400"/>
              <a:chOff x="1510301" y="4313522"/>
              <a:chExt cx="7205215" cy="648400"/>
            </a:xfrm>
          </p:grpSpPr>
          <p:sp>
            <p:nvSpPr>
              <p:cNvPr id="16" name="Google Shape;171;g37f520df3dc_0_413">
                <a:extLst>
                  <a:ext uri="{FF2B5EF4-FFF2-40B4-BE49-F238E27FC236}">
                    <a16:creationId xmlns:a16="http://schemas.microsoft.com/office/drawing/2014/main" id="{2D01FB6D-E4BB-386B-5C6B-3DFE21ADADE7}"/>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1867" b="1" dirty="0">
                  <a:solidFill>
                    <a:srgbClr val="0A3150"/>
                  </a:solidFill>
                  <a:latin typeface="Afacad Flux"/>
                  <a:ea typeface="Afacad Flux"/>
                  <a:cs typeface="Afacad Flux"/>
                  <a:sym typeface="Afacad Flux"/>
                </a:endParaRPr>
              </a:p>
            </p:txBody>
          </p:sp>
          <p:sp>
            <p:nvSpPr>
              <p:cNvPr id="17" name="Google Shape;179;g37f520df3dc_0_413">
                <a:extLst>
                  <a:ext uri="{FF2B5EF4-FFF2-40B4-BE49-F238E27FC236}">
                    <a16:creationId xmlns:a16="http://schemas.microsoft.com/office/drawing/2014/main" id="{CF675870-DD37-26BB-7270-5F33B087586A}"/>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048C7679-1C13-1460-BA8C-4E1EE1F47BB3}"/>
              </a:ext>
            </a:extLst>
          </p:cNvPr>
          <p:cNvSpPr>
            <a:spLocks noGrp="1"/>
          </p:cNvSpPr>
          <p:nvPr>
            <p:ph idx="13"/>
          </p:nvPr>
        </p:nvSpPr>
        <p:spPr/>
        <p:txBody>
          <a:bodyPr>
            <a:normAutofit lnSpcReduction="10000"/>
          </a:bodyPr>
          <a:lstStyle/>
          <a:p>
            <a:r>
              <a:rPr lang="en-US" dirty="0"/>
              <a:t>In the early print era, the primary purpose of editing was to:</a:t>
            </a:r>
          </a:p>
        </p:txBody>
      </p:sp>
      <p:sp>
        <p:nvSpPr>
          <p:cNvPr id="3" name="Content Placeholder 2">
            <a:extLst>
              <a:ext uri="{FF2B5EF4-FFF2-40B4-BE49-F238E27FC236}">
                <a16:creationId xmlns:a16="http://schemas.microsoft.com/office/drawing/2014/main" id="{6753AEC4-1D9D-74C1-04DE-B94A1DA68F64}"/>
              </a:ext>
            </a:extLst>
          </p:cNvPr>
          <p:cNvSpPr>
            <a:spLocks noGrp="1"/>
          </p:cNvSpPr>
          <p:nvPr>
            <p:ph idx="14"/>
          </p:nvPr>
        </p:nvSpPr>
        <p:spPr>
          <a:xfrm>
            <a:off x="1832615" y="2884167"/>
            <a:ext cx="5349022" cy="569925"/>
          </a:xfrm>
        </p:spPr>
        <p:txBody>
          <a:bodyPr>
            <a:normAutofit/>
          </a:bodyPr>
          <a:lstStyle/>
          <a:p>
            <a:r>
              <a:rPr lang="en-US" dirty="0"/>
              <a:t>Entertain readers</a:t>
            </a:r>
            <a:endParaRPr lang="en-US" dirty="0">
              <a:latin typeface="Manrope"/>
              <a:ea typeface="Manrope"/>
              <a:cs typeface="Manrope"/>
              <a:sym typeface="Manrope"/>
            </a:endParaRPr>
          </a:p>
        </p:txBody>
      </p:sp>
      <p:sp>
        <p:nvSpPr>
          <p:cNvPr id="4" name="Content Placeholder 3">
            <a:extLst>
              <a:ext uri="{FF2B5EF4-FFF2-40B4-BE49-F238E27FC236}">
                <a16:creationId xmlns:a16="http://schemas.microsoft.com/office/drawing/2014/main" id="{B362C76E-5B38-14B9-CD80-A6D5586A0F21}"/>
              </a:ext>
            </a:extLst>
          </p:cNvPr>
          <p:cNvSpPr>
            <a:spLocks noGrp="1"/>
          </p:cNvSpPr>
          <p:nvPr>
            <p:ph idx="15"/>
          </p:nvPr>
        </p:nvSpPr>
        <p:spPr/>
        <p:txBody>
          <a:bodyPr>
            <a:normAutofit/>
          </a:bodyPr>
          <a:lstStyle/>
          <a:p>
            <a:r>
              <a:rPr lang="en-US" dirty="0"/>
              <a:t>Correct physical and textual errors</a:t>
            </a:r>
            <a:endParaRPr lang="en-US" dirty="0">
              <a:latin typeface="Manrope"/>
              <a:ea typeface="Manrope"/>
              <a:cs typeface="Manrope"/>
              <a:sym typeface="Manrope"/>
            </a:endParaRPr>
          </a:p>
        </p:txBody>
      </p:sp>
      <p:sp>
        <p:nvSpPr>
          <p:cNvPr id="5" name="Content Placeholder 4">
            <a:extLst>
              <a:ext uri="{FF2B5EF4-FFF2-40B4-BE49-F238E27FC236}">
                <a16:creationId xmlns:a16="http://schemas.microsoft.com/office/drawing/2014/main" id="{AA84298A-4DBF-6C02-B446-12AC4A085220}"/>
              </a:ext>
            </a:extLst>
          </p:cNvPr>
          <p:cNvSpPr>
            <a:spLocks noGrp="1"/>
          </p:cNvSpPr>
          <p:nvPr>
            <p:ph idx="16"/>
          </p:nvPr>
        </p:nvSpPr>
        <p:spPr>
          <a:xfrm>
            <a:off x="1832615" y="4342754"/>
            <a:ext cx="4588734" cy="569925"/>
          </a:xfrm>
        </p:spPr>
        <p:txBody>
          <a:bodyPr>
            <a:normAutofit/>
          </a:bodyPr>
          <a:lstStyle/>
          <a:p>
            <a:pPr lvl="0"/>
            <a:r>
              <a:rPr lang="en-US" dirty="0"/>
              <a:t>Promote political ideas</a:t>
            </a:r>
            <a:endParaRPr lang="en-US" dirty="0">
              <a:solidFill>
                <a:schemeClr val="bg1"/>
              </a:solidFill>
              <a:latin typeface="Manrope"/>
              <a:ea typeface="Manrope"/>
              <a:cs typeface="Manrope"/>
              <a:sym typeface="Manrope"/>
            </a:endParaRPr>
          </a:p>
        </p:txBody>
      </p:sp>
      <p:sp>
        <p:nvSpPr>
          <p:cNvPr id="6" name="Content Placeholder 5">
            <a:extLst>
              <a:ext uri="{FF2B5EF4-FFF2-40B4-BE49-F238E27FC236}">
                <a16:creationId xmlns:a16="http://schemas.microsoft.com/office/drawing/2014/main" id="{75741D54-2D68-0E1F-5730-F08FA60043C8}"/>
              </a:ext>
            </a:extLst>
          </p:cNvPr>
          <p:cNvSpPr>
            <a:spLocks noGrp="1"/>
          </p:cNvSpPr>
          <p:nvPr>
            <p:ph idx="17"/>
          </p:nvPr>
        </p:nvSpPr>
        <p:spPr/>
        <p:txBody>
          <a:bodyPr/>
          <a:lstStyle/>
          <a:p>
            <a:r>
              <a:rPr lang="en-US" dirty="0"/>
              <a:t>Design page layouts</a:t>
            </a:r>
            <a:endParaRPr lang="en-GB" dirty="0"/>
          </a:p>
        </p:txBody>
      </p:sp>
      <p:sp>
        <p:nvSpPr>
          <p:cNvPr id="8" name="TextBox 7">
            <a:extLst>
              <a:ext uri="{FF2B5EF4-FFF2-40B4-BE49-F238E27FC236}">
                <a16:creationId xmlns:a16="http://schemas.microsoft.com/office/drawing/2014/main" id="{EA542298-3E7F-EBE6-2ED9-7950CA92EC9D}"/>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659473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0854-DC82-BCA4-5C8D-6F46A9F03999}"/>
              </a:ext>
            </a:extLst>
          </p:cNvPr>
          <p:cNvSpPr>
            <a:spLocks noGrp="1"/>
          </p:cNvSpPr>
          <p:nvPr>
            <p:ph type="title"/>
          </p:nvPr>
        </p:nvSpPr>
        <p:spPr/>
        <p:txBody>
          <a:bodyPr/>
          <a:lstStyle/>
          <a:p>
            <a:r>
              <a:rPr lang="en-GB" b="1"/>
              <a:t>Scope of Editing in Media</a:t>
            </a:r>
          </a:p>
        </p:txBody>
      </p:sp>
      <p:sp>
        <p:nvSpPr>
          <p:cNvPr id="3" name="Content Placeholder 2">
            <a:extLst>
              <a:ext uri="{FF2B5EF4-FFF2-40B4-BE49-F238E27FC236}">
                <a16:creationId xmlns:a16="http://schemas.microsoft.com/office/drawing/2014/main" id="{1D921AE2-D4D5-77A5-DE43-C0EAEA18162A}"/>
              </a:ext>
            </a:extLst>
          </p:cNvPr>
          <p:cNvSpPr>
            <a:spLocks noGrp="1"/>
          </p:cNvSpPr>
          <p:nvPr>
            <p:ph idx="1"/>
          </p:nvPr>
        </p:nvSpPr>
        <p:spPr/>
        <p:txBody>
          <a:bodyPr>
            <a:normAutofit/>
          </a:bodyPr>
          <a:lstStyle/>
          <a:p>
            <a:pPr marL="0" indent="0">
              <a:buNone/>
            </a:pPr>
            <a:r>
              <a:rPr lang="en-GB" dirty="0"/>
              <a:t>Editing operates across multiple domains:</a:t>
            </a:r>
          </a:p>
          <a:p>
            <a:r>
              <a:rPr lang="en-GB" b="1" dirty="0"/>
              <a:t>Print Media: </a:t>
            </a:r>
            <a:r>
              <a:rPr lang="en-GB" dirty="0"/>
              <a:t>Newspapers, magazines, books</a:t>
            </a:r>
          </a:p>
          <a:p>
            <a:r>
              <a:rPr lang="en-GB" b="1" dirty="0"/>
              <a:t>Broadcast Media</a:t>
            </a:r>
            <a:r>
              <a:rPr lang="en-GB" dirty="0"/>
              <a:t>: Television, radio scripts</a:t>
            </a:r>
          </a:p>
          <a:p>
            <a:r>
              <a:rPr lang="en-GB" b="1" dirty="0"/>
              <a:t>Digital Media: </a:t>
            </a:r>
            <a:r>
              <a:rPr lang="en-GB" dirty="0"/>
              <a:t>Websites, blogs, social media</a:t>
            </a:r>
          </a:p>
          <a:p>
            <a:r>
              <a:rPr lang="en-GB" b="1" dirty="0"/>
              <a:t>Advertising and PR: </a:t>
            </a:r>
            <a:r>
              <a:rPr lang="en-GB" dirty="0"/>
              <a:t>Campaign materials, branded content</a:t>
            </a:r>
          </a:p>
        </p:txBody>
      </p:sp>
      <p:sp>
        <p:nvSpPr>
          <p:cNvPr id="4" name="Content Placeholder 3">
            <a:extLst>
              <a:ext uri="{FF2B5EF4-FFF2-40B4-BE49-F238E27FC236}">
                <a16:creationId xmlns:a16="http://schemas.microsoft.com/office/drawing/2014/main" id="{92911057-6FA5-3193-1AF3-7CEC50B6569D}"/>
              </a:ext>
            </a:extLst>
          </p:cNvPr>
          <p:cNvSpPr>
            <a:spLocks noGrp="1"/>
          </p:cNvSpPr>
          <p:nvPr>
            <p:ph idx="13"/>
          </p:nvPr>
        </p:nvSpPr>
        <p:spPr/>
        <p:txBody>
          <a:bodyPr/>
          <a:lstStyle/>
          <a:p>
            <a:r>
              <a:rPr lang="en-GB" b="1"/>
              <a:t>Scope of Editing</a:t>
            </a:r>
          </a:p>
        </p:txBody>
      </p:sp>
      <p:sp>
        <p:nvSpPr>
          <p:cNvPr id="6" name="TextBox 5">
            <a:extLst>
              <a:ext uri="{FF2B5EF4-FFF2-40B4-BE49-F238E27FC236}">
                <a16:creationId xmlns:a16="http://schemas.microsoft.com/office/drawing/2014/main" id="{8B3EE7C7-C5BE-75AD-5F25-65C58A244D33}"/>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60640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EB5C-2F4D-C28A-B052-F4F2EAF8B2FD}"/>
              </a:ext>
            </a:extLst>
          </p:cNvPr>
          <p:cNvSpPr>
            <a:spLocks noGrp="1"/>
          </p:cNvSpPr>
          <p:nvPr>
            <p:ph type="title"/>
          </p:nvPr>
        </p:nvSpPr>
        <p:spPr/>
        <p:txBody>
          <a:bodyPr/>
          <a:lstStyle/>
          <a:p>
            <a:r>
              <a:rPr lang="en-GB" b="1"/>
              <a:t>Types of Editing</a:t>
            </a:r>
          </a:p>
        </p:txBody>
      </p:sp>
      <p:sp>
        <p:nvSpPr>
          <p:cNvPr id="3" name="Content Placeholder 2">
            <a:extLst>
              <a:ext uri="{FF2B5EF4-FFF2-40B4-BE49-F238E27FC236}">
                <a16:creationId xmlns:a16="http://schemas.microsoft.com/office/drawing/2014/main" id="{C805374E-6A9A-232E-3BA3-CBEA8D0A9B4C}"/>
              </a:ext>
            </a:extLst>
          </p:cNvPr>
          <p:cNvSpPr>
            <a:spLocks noGrp="1"/>
          </p:cNvSpPr>
          <p:nvPr>
            <p:ph idx="1"/>
          </p:nvPr>
        </p:nvSpPr>
        <p:spPr>
          <a:xfrm>
            <a:off x="838200" y="2547891"/>
            <a:ext cx="9661989" cy="3629072"/>
          </a:xfrm>
        </p:spPr>
        <p:txBody>
          <a:bodyPr>
            <a:normAutofit/>
          </a:bodyPr>
          <a:lstStyle/>
          <a:p>
            <a:r>
              <a:rPr lang="en-GB" b="1" dirty="0"/>
              <a:t>Copy Editing: </a:t>
            </a:r>
            <a:r>
              <a:rPr lang="en-GB" dirty="0"/>
              <a:t>Grammar, punctuation, style</a:t>
            </a:r>
          </a:p>
          <a:p>
            <a:r>
              <a:rPr lang="en-GB" b="1" dirty="0"/>
              <a:t>Substantive Editing: </a:t>
            </a:r>
            <a:r>
              <a:rPr lang="en-GB" dirty="0"/>
              <a:t>Structure and content organisation</a:t>
            </a:r>
          </a:p>
          <a:p>
            <a:r>
              <a:rPr lang="en-GB" b="1" dirty="0"/>
              <a:t>Proofreading: </a:t>
            </a:r>
            <a:r>
              <a:rPr lang="en-GB" dirty="0"/>
              <a:t>Final error checking before publication</a:t>
            </a:r>
          </a:p>
          <a:p>
            <a:r>
              <a:rPr lang="en-GB" b="1" dirty="0"/>
              <a:t>Visual Editing: </a:t>
            </a:r>
            <a:r>
              <a:rPr lang="en-GB" dirty="0"/>
              <a:t>Selection and refinement of images</a:t>
            </a:r>
          </a:p>
        </p:txBody>
      </p:sp>
      <p:sp>
        <p:nvSpPr>
          <p:cNvPr id="4" name="Content Placeholder 3">
            <a:extLst>
              <a:ext uri="{FF2B5EF4-FFF2-40B4-BE49-F238E27FC236}">
                <a16:creationId xmlns:a16="http://schemas.microsoft.com/office/drawing/2014/main" id="{3A7B58D1-DA9B-C131-4980-C948F0EC51D6}"/>
              </a:ext>
            </a:extLst>
          </p:cNvPr>
          <p:cNvSpPr>
            <a:spLocks noGrp="1"/>
          </p:cNvSpPr>
          <p:nvPr>
            <p:ph idx="13"/>
          </p:nvPr>
        </p:nvSpPr>
        <p:spPr/>
        <p:txBody>
          <a:bodyPr/>
          <a:lstStyle/>
          <a:p>
            <a:endParaRPr lang="en-GB" dirty="0"/>
          </a:p>
        </p:txBody>
      </p:sp>
      <p:sp>
        <p:nvSpPr>
          <p:cNvPr id="6" name="TextBox 5">
            <a:extLst>
              <a:ext uri="{FF2B5EF4-FFF2-40B4-BE49-F238E27FC236}">
                <a16:creationId xmlns:a16="http://schemas.microsoft.com/office/drawing/2014/main" id="{114F72A5-220E-37E4-877A-A596B087EEA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02566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C6A1-DF16-9CDB-3BBB-FF71496FCFE9}"/>
              </a:ext>
            </a:extLst>
          </p:cNvPr>
          <p:cNvSpPr>
            <a:spLocks noGrp="1"/>
          </p:cNvSpPr>
          <p:nvPr>
            <p:ph type="title"/>
          </p:nvPr>
        </p:nvSpPr>
        <p:spPr/>
        <p:txBody>
          <a:bodyPr/>
          <a:lstStyle/>
          <a:p>
            <a:r>
              <a:rPr lang="en-GB" b="1"/>
              <a:t>Historical Evolution (Global Context)</a:t>
            </a:r>
          </a:p>
        </p:txBody>
      </p:sp>
      <p:sp>
        <p:nvSpPr>
          <p:cNvPr id="3" name="Content Placeholder 2">
            <a:extLst>
              <a:ext uri="{FF2B5EF4-FFF2-40B4-BE49-F238E27FC236}">
                <a16:creationId xmlns:a16="http://schemas.microsoft.com/office/drawing/2014/main" id="{A6F1171F-2DD2-96B7-C404-A99E4B78A159}"/>
              </a:ext>
            </a:extLst>
          </p:cNvPr>
          <p:cNvSpPr>
            <a:spLocks noGrp="1"/>
          </p:cNvSpPr>
          <p:nvPr>
            <p:ph idx="1"/>
          </p:nvPr>
        </p:nvSpPr>
        <p:spPr/>
        <p:txBody>
          <a:bodyPr>
            <a:normAutofit/>
          </a:bodyPr>
          <a:lstStyle/>
          <a:p>
            <a:r>
              <a:rPr lang="en-GB" b="1" dirty="0"/>
              <a:t>Early print era: </a:t>
            </a:r>
            <a:r>
              <a:rPr lang="en-GB" dirty="0"/>
              <a:t>Manual typesetting and proofreading</a:t>
            </a:r>
          </a:p>
          <a:p>
            <a:r>
              <a:rPr lang="en-GB" b="1" dirty="0"/>
              <a:t>Rise of newspapers: </a:t>
            </a:r>
            <a:r>
              <a:rPr lang="en-GB" dirty="0"/>
              <a:t>Formalisation of editorial roles</a:t>
            </a:r>
          </a:p>
          <a:p>
            <a:r>
              <a:rPr lang="en-GB" b="1" dirty="0"/>
              <a:t>20th century: </a:t>
            </a:r>
            <a:r>
              <a:rPr lang="en-GB" dirty="0"/>
              <a:t>Professionalisation of journalism</a:t>
            </a:r>
          </a:p>
          <a:p>
            <a:r>
              <a:rPr lang="en-GB" b="1" dirty="0"/>
              <a:t>Digital era: </a:t>
            </a:r>
            <a:r>
              <a:rPr lang="en-GB" dirty="0"/>
              <a:t>Real-time editing and online publishing</a:t>
            </a:r>
          </a:p>
        </p:txBody>
      </p:sp>
      <p:sp>
        <p:nvSpPr>
          <p:cNvPr id="4" name="Content Placeholder 3">
            <a:extLst>
              <a:ext uri="{FF2B5EF4-FFF2-40B4-BE49-F238E27FC236}">
                <a16:creationId xmlns:a16="http://schemas.microsoft.com/office/drawing/2014/main" id="{53AAEB9B-5EA9-CDB8-FA8F-5910DD85F32C}"/>
              </a:ext>
            </a:extLst>
          </p:cNvPr>
          <p:cNvSpPr>
            <a:spLocks noGrp="1"/>
          </p:cNvSpPr>
          <p:nvPr>
            <p:ph idx="13"/>
          </p:nvPr>
        </p:nvSpPr>
        <p:spPr/>
        <p:txBody>
          <a:bodyPr/>
          <a:lstStyle/>
          <a:p>
            <a:r>
              <a:rPr lang="en-GB" b="1"/>
              <a:t>Evolution of Editing Globally</a:t>
            </a:r>
          </a:p>
        </p:txBody>
      </p:sp>
      <p:sp>
        <p:nvSpPr>
          <p:cNvPr id="6" name="TextBox 5">
            <a:extLst>
              <a:ext uri="{FF2B5EF4-FFF2-40B4-BE49-F238E27FC236}">
                <a16:creationId xmlns:a16="http://schemas.microsoft.com/office/drawing/2014/main" id="{BFE96384-5FC1-D3AD-3939-890DC3CF2ED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06121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E028-8B77-8671-A4BA-906888BF88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0002D4-1C2D-EBE9-C9E7-A77D833D6D1B}"/>
              </a:ext>
            </a:extLst>
          </p:cNvPr>
          <p:cNvSpPr>
            <a:spLocks noGrp="1"/>
          </p:cNvSpPr>
          <p:nvPr>
            <p:ph idx="13"/>
          </p:nvPr>
        </p:nvSpPr>
        <p:spPr/>
        <p:txBody>
          <a:bodyPr>
            <a:normAutofit lnSpcReduction="10000"/>
          </a:bodyPr>
          <a:lstStyle/>
          <a:p>
            <a:r>
              <a:rPr lang="en-US" dirty="0"/>
              <a:t>What major development led to the </a:t>
            </a:r>
            <a:r>
              <a:rPr lang="en-US" dirty="0" err="1"/>
              <a:t>formalisation</a:t>
            </a:r>
            <a:r>
              <a:rPr lang="en-US" dirty="0"/>
              <a:t> of editorial roles?</a:t>
            </a:r>
          </a:p>
        </p:txBody>
      </p:sp>
      <p:sp>
        <p:nvSpPr>
          <p:cNvPr id="3" name="Content Placeholder 2">
            <a:extLst>
              <a:ext uri="{FF2B5EF4-FFF2-40B4-BE49-F238E27FC236}">
                <a16:creationId xmlns:a16="http://schemas.microsoft.com/office/drawing/2014/main" id="{52197BFF-09DD-30EE-8795-45C22DE3BD7F}"/>
              </a:ext>
            </a:extLst>
          </p:cNvPr>
          <p:cNvSpPr>
            <a:spLocks noGrp="1"/>
          </p:cNvSpPr>
          <p:nvPr>
            <p:ph idx="14"/>
          </p:nvPr>
        </p:nvSpPr>
        <p:spPr>
          <a:xfrm>
            <a:off x="1832615" y="2884167"/>
            <a:ext cx="5349022" cy="569925"/>
          </a:xfrm>
        </p:spPr>
        <p:txBody>
          <a:bodyPr>
            <a:normAutofit/>
          </a:bodyPr>
          <a:lstStyle/>
          <a:p>
            <a:r>
              <a:rPr lang="en-US" dirty="0"/>
              <a:t>The invention of radio</a:t>
            </a:r>
            <a:endParaRPr lang="en-US" dirty="0">
              <a:latin typeface="Manrope"/>
              <a:ea typeface="Manrope"/>
              <a:cs typeface="Manrope"/>
              <a:sym typeface="Manrope"/>
            </a:endParaRPr>
          </a:p>
        </p:txBody>
      </p:sp>
      <p:sp>
        <p:nvSpPr>
          <p:cNvPr id="4" name="Content Placeholder 3">
            <a:extLst>
              <a:ext uri="{FF2B5EF4-FFF2-40B4-BE49-F238E27FC236}">
                <a16:creationId xmlns:a16="http://schemas.microsoft.com/office/drawing/2014/main" id="{6CC38E25-5A68-8821-5359-440600AFA5C8}"/>
              </a:ext>
            </a:extLst>
          </p:cNvPr>
          <p:cNvSpPr>
            <a:spLocks noGrp="1"/>
          </p:cNvSpPr>
          <p:nvPr>
            <p:ph idx="15"/>
          </p:nvPr>
        </p:nvSpPr>
        <p:spPr/>
        <p:txBody>
          <a:bodyPr/>
          <a:lstStyle/>
          <a:p>
            <a:r>
              <a:rPr lang="en-US" dirty="0"/>
              <a:t>The use of social media</a:t>
            </a:r>
            <a:endParaRPr lang="en-GB" dirty="0"/>
          </a:p>
          <a:p>
            <a:endParaRPr lang="en-US" dirty="0">
              <a:latin typeface="Manrope"/>
              <a:ea typeface="Manrope"/>
              <a:cs typeface="Manrope"/>
              <a:sym typeface="Manrope"/>
            </a:endParaRPr>
          </a:p>
        </p:txBody>
      </p:sp>
      <p:sp>
        <p:nvSpPr>
          <p:cNvPr id="5" name="Content Placeholder 4">
            <a:extLst>
              <a:ext uri="{FF2B5EF4-FFF2-40B4-BE49-F238E27FC236}">
                <a16:creationId xmlns:a16="http://schemas.microsoft.com/office/drawing/2014/main" id="{063258F2-4E1A-2535-4FF2-CA64E6400F9E}"/>
              </a:ext>
            </a:extLst>
          </p:cNvPr>
          <p:cNvSpPr>
            <a:spLocks noGrp="1"/>
          </p:cNvSpPr>
          <p:nvPr>
            <p:ph idx="16"/>
          </p:nvPr>
        </p:nvSpPr>
        <p:spPr>
          <a:xfrm>
            <a:off x="1832615" y="4342754"/>
            <a:ext cx="4588734" cy="569925"/>
          </a:xfrm>
        </p:spPr>
        <p:txBody>
          <a:bodyPr>
            <a:normAutofit/>
          </a:bodyPr>
          <a:lstStyle/>
          <a:p>
            <a:r>
              <a:rPr lang="en-US" dirty="0"/>
              <a:t>The rise of newspapers</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0A81F67F-B9CE-EDDB-416D-A155D362D175}"/>
              </a:ext>
            </a:extLst>
          </p:cNvPr>
          <p:cNvSpPr>
            <a:spLocks noGrp="1"/>
          </p:cNvSpPr>
          <p:nvPr>
            <p:ph idx="17"/>
          </p:nvPr>
        </p:nvSpPr>
        <p:spPr/>
        <p:txBody>
          <a:bodyPr/>
          <a:lstStyle/>
          <a:p>
            <a:r>
              <a:rPr lang="en-US" dirty="0"/>
              <a:t>The development of photography</a:t>
            </a:r>
            <a:endParaRPr lang="en-GB" dirty="0"/>
          </a:p>
        </p:txBody>
      </p:sp>
      <p:sp>
        <p:nvSpPr>
          <p:cNvPr id="8" name="TextBox 7">
            <a:extLst>
              <a:ext uri="{FF2B5EF4-FFF2-40B4-BE49-F238E27FC236}">
                <a16:creationId xmlns:a16="http://schemas.microsoft.com/office/drawing/2014/main" id="{8D357902-0285-4EB1-9DD4-08916FFD032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4010741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DC049-8BAA-87E6-0287-9E9CC240B895}"/>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5771CCDA-9897-FD68-88A0-199E05EA613E}"/>
              </a:ext>
            </a:extLst>
          </p:cNvPr>
          <p:cNvGrpSpPr/>
          <p:nvPr/>
        </p:nvGrpSpPr>
        <p:grpSpPr>
          <a:xfrm>
            <a:off x="853505" y="4313522"/>
            <a:ext cx="10653551" cy="648400"/>
            <a:chOff x="853505" y="4313522"/>
            <a:chExt cx="10653551" cy="648400"/>
          </a:xfrm>
        </p:grpSpPr>
        <p:sp>
          <p:nvSpPr>
            <p:cNvPr id="13" name="Google Shape;179;g37f520df3dc_0_413">
              <a:extLst>
                <a:ext uri="{FF2B5EF4-FFF2-40B4-BE49-F238E27FC236}">
                  <a16:creationId xmlns:a16="http://schemas.microsoft.com/office/drawing/2014/main" id="{283E56EE-8CF2-E0A5-F7C5-A9F5F91A76F4}"/>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4" name="Group 13">
              <a:extLst>
                <a:ext uri="{FF2B5EF4-FFF2-40B4-BE49-F238E27FC236}">
                  <a16:creationId xmlns:a16="http://schemas.microsoft.com/office/drawing/2014/main" id="{6A91A527-24D3-E492-63B7-F19526C6AB2A}"/>
                </a:ext>
              </a:extLst>
            </p:cNvPr>
            <p:cNvGrpSpPr/>
            <p:nvPr/>
          </p:nvGrpSpPr>
          <p:grpSpPr>
            <a:xfrm>
              <a:off x="1561672" y="4313522"/>
              <a:ext cx="9945384" cy="648400"/>
              <a:chOff x="1510301" y="4313522"/>
              <a:chExt cx="7205215" cy="648400"/>
            </a:xfrm>
          </p:grpSpPr>
          <p:sp>
            <p:nvSpPr>
              <p:cNvPr id="15" name="Google Shape;171;g37f520df3dc_0_413">
                <a:extLst>
                  <a:ext uri="{FF2B5EF4-FFF2-40B4-BE49-F238E27FC236}">
                    <a16:creationId xmlns:a16="http://schemas.microsoft.com/office/drawing/2014/main" id="{9C1B7AB1-CB73-31C2-B59F-FA924ED2F530}"/>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6" name="Google Shape;179;g37f520df3dc_0_413">
                <a:extLst>
                  <a:ext uri="{FF2B5EF4-FFF2-40B4-BE49-F238E27FC236}">
                    <a16:creationId xmlns:a16="http://schemas.microsoft.com/office/drawing/2014/main" id="{9A349E8C-CF25-0EBC-5C3D-C94557DB8860}"/>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15A9DA9D-D36D-ACA1-F402-F23C3A4F00E6}"/>
              </a:ext>
            </a:extLst>
          </p:cNvPr>
          <p:cNvSpPr>
            <a:spLocks noGrp="1"/>
          </p:cNvSpPr>
          <p:nvPr>
            <p:ph idx="13"/>
          </p:nvPr>
        </p:nvSpPr>
        <p:spPr/>
        <p:txBody>
          <a:bodyPr>
            <a:normAutofit lnSpcReduction="10000"/>
          </a:bodyPr>
          <a:lstStyle/>
          <a:p>
            <a:r>
              <a:rPr lang="en-US" dirty="0"/>
              <a:t>What major development led to the </a:t>
            </a:r>
            <a:r>
              <a:rPr lang="en-US" dirty="0" err="1"/>
              <a:t>formalisation</a:t>
            </a:r>
            <a:r>
              <a:rPr lang="en-US" dirty="0"/>
              <a:t> of editorial roles?</a:t>
            </a:r>
          </a:p>
        </p:txBody>
      </p:sp>
      <p:sp>
        <p:nvSpPr>
          <p:cNvPr id="3" name="Content Placeholder 2">
            <a:extLst>
              <a:ext uri="{FF2B5EF4-FFF2-40B4-BE49-F238E27FC236}">
                <a16:creationId xmlns:a16="http://schemas.microsoft.com/office/drawing/2014/main" id="{ED085D2B-DD86-6D1A-8108-815EC54E01D2}"/>
              </a:ext>
            </a:extLst>
          </p:cNvPr>
          <p:cNvSpPr>
            <a:spLocks noGrp="1"/>
          </p:cNvSpPr>
          <p:nvPr>
            <p:ph idx="14"/>
          </p:nvPr>
        </p:nvSpPr>
        <p:spPr>
          <a:xfrm>
            <a:off x="1832615" y="2884167"/>
            <a:ext cx="5349022" cy="569925"/>
          </a:xfrm>
        </p:spPr>
        <p:txBody>
          <a:bodyPr>
            <a:normAutofit/>
          </a:bodyPr>
          <a:lstStyle/>
          <a:p>
            <a:r>
              <a:rPr lang="en-US" dirty="0"/>
              <a:t>The invention of radio</a:t>
            </a:r>
            <a:endParaRPr lang="en-US" dirty="0">
              <a:latin typeface="Manrope"/>
              <a:ea typeface="Manrope"/>
              <a:cs typeface="Manrope"/>
              <a:sym typeface="Manrope"/>
            </a:endParaRPr>
          </a:p>
        </p:txBody>
      </p:sp>
      <p:sp>
        <p:nvSpPr>
          <p:cNvPr id="4" name="Content Placeholder 3">
            <a:extLst>
              <a:ext uri="{FF2B5EF4-FFF2-40B4-BE49-F238E27FC236}">
                <a16:creationId xmlns:a16="http://schemas.microsoft.com/office/drawing/2014/main" id="{BE44F165-6E2B-D9AB-AD05-F204122D1DBD}"/>
              </a:ext>
            </a:extLst>
          </p:cNvPr>
          <p:cNvSpPr>
            <a:spLocks noGrp="1"/>
          </p:cNvSpPr>
          <p:nvPr>
            <p:ph idx="15"/>
          </p:nvPr>
        </p:nvSpPr>
        <p:spPr/>
        <p:txBody>
          <a:bodyPr/>
          <a:lstStyle/>
          <a:p>
            <a:r>
              <a:rPr lang="en-US" dirty="0"/>
              <a:t>The use of social media</a:t>
            </a:r>
            <a:endParaRPr lang="en-GB" dirty="0"/>
          </a:p>
          <a:p>
            <a:endParaRPr lang="en-US" dirty="0">
              <a:latin typeface="Manrope"/>
              <a:ea typeface="Manrope"/>
              <a:cs typeface="Manrope"/>
              <a:sym typeface="Manrope"/>
            </a:endParaRPr>
          </a:p>
        </p:txBody>
      </p:sp>
      <p:sp>
        <p:nvSpPr>
          <p:cNvPr id="5" name="Content Placeholder 4">
            <a:extLst>
              <a:ext uri="{FF2B5EF4-FFF2-40B4-BE49-F238E27FC236}">
                <a16:creationId xmlns:a16="http://schemas.microsoft.com/office/drawing/2014/main" id="{9FA53351-B8DC-5A63-B964-FCBE7F052FAE}"/>
              </a:ext>
            </a:extLst>
          </p:cNvPr>
          <p:cNvSpPr>
            <a:spLocks noGrp="1"/>
          </p:cNvSpPr>
          <p:nvPr>
            <p:ph idx="16"/>
          </p:nvPr>
        </p:nvSpPr>
        <p:spPr>
          <a:xfrm>
            <a:off x="1832615" y="4342754"/>
            <a:ext cx="4588734" cy="569925"/>
          </a:xfrm>
        </p:spPr>
        <p:txBody>
          <a:bodyPr>
            <a:normAutofit/>
          </a:bodyPr>
          <a:lstStyle/>
          <a:p>
            <a:r>
              <a:rPr lang="en-US" dirty="0"/>
              <a:t>The rise of newspapers</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0B6B1F7B-4148-6958-D141-07A6AEFF3D38}"/>
              </a:ext>
            </a:extLst>
          </p:cNvPr>
          <p:cNvSpPr>
            <a:spLocks noGrp="1"/>
          </p:cNvSpPr>
          <p:nvPr>
            <p:ph idx="17"/>
          </p:nvPr>
        </p:nvSpPr>
        <p:spPr/>
        <p:txBody>
          <a:bodyPr/>
          <a:lstStyle/>
          <a:p>
            <a:r>
              <a:rPr lang="en-US" dirty="0"/>
              <a:t>The development of photography</a:t>
            </a:r>
            <a:endParaRPr lang="en-GB" dirty="0"/>
          </a:p>
        </p:txBody>
      </p:sp>
      <p:sp>
        <p:nvSpPr>
          <p:cNvPr id="8" name="TextBox 7">
            <a:extLst>
              <a:ext uri="{FF2B5EF4-FFF2-40B4-BE49-F238E27FC236}">
                <a16:creationId xmlns:a16="http://schemas.microsoft.com/office/drawing/2014/main" id="{9264507A-2DEA-8BC8-5718-6A4F759B599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175442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23B10-7BAF-4630-5960-32F597C1768B}"/>
              </a:ext>
            </a:extLst>
          </p:cNvPr>
          <p:cNvSpPr>
            <a:spLocks noGrp="1"/>
          </p:cNvSpPr>
          <p:nvPr>
            <p:ph type="title"/>
          </p:nvPr>
        </p:nvSpPr>
        <p:spPr/>
        <p:txBody>
          <a:bodyPr/>
          <a:lstStyle/>
          <a:p>
            <a:r>
              <a:rPr lang="en-GB" b="1"/>
              <a:t>Historical Evolution (Nigeria)</a:t>
            </a:r>
          </a:p>
        </p:txBody>
      </p:sp>
      <p:sp>
        <p:nvSpPr>
          <p:cNvPr id="3" name="Content Placeholder 2">
            <a:extLst>
              <a:ext uri="{FF2B5EF4-FFF2-40B4-BE49-F238E27FC236}">
                <a16:creationId xmlns:a16="http://schemas.microsoft.com/office/drawing/2014/main" id="{F8290C08-3586-9A4C-48EC-EDEBDF04CEB0}"/>
              </a:ext>
            </a:extLst>
          </p:cNvPr>
          <p:cNvSpPr>
            <a:spLocks noGrp="1"/>
          </p:cNvSpPr>
          <p:nvPr>
            <p:ph idx="1"/>
          </p:nvPr>
        </p:nvSpPr>
        <p:spPr/>
        <p:txBody>
          <a:bodyPr>
            <a:normAutofit fontScale="92500" lnSpcReduction="10000"/>
          </a:bodyPr>
          <a:lstStyle/>
          <a:p>
            <a:r>
              <a:rPr lang="en-GB" b="1" dirty="0"/>
              <a:t>Colonial press era: </a:t>
            </a:r>
            <a:r>
              <a:rPr lang="en-GB" dirty="0"/>
              <a:t>Missionary and nationalist publications</a:t>
            </a:r>
          </a:p>
          <a:p>
            <a:r>
              <a:rPr lang="en-GB" b="1" dirty="0"/>
              <a:t>Post-independence: </a:t>
            </a:r>
            <a:r>
              <a:rPr lang="en-GB" dirty="0"/>
              <a:t>Expansion of newspaper industry</a:t>
            </a:r>
          </a:p>
          <a:p>
            <a:r>
              <a:rPr lang="en-GB" b="1" dirty="0"/>
              <a:t>Military era:</a:t>
            </a:r>
            <a:r>
              <a:rPr lang="en-GB" dirty="0"/>
              <a:t> Editorial control and censorship</a:t>
            </a:r>
          </a:p>
          <a:p>
            <a:r>
              <a:rPr lang="en-GB" b="1" dirty="0"/>
              <a:t>Contemporary era: </a:t>
            </a:r>
            <a:r>
              <a:rPr lang="en-GB" dirty="0"/>
              <a:t>Digital journalism and online media platforms</a:t>
            </a:r>
            <a:br>
              <a:rPr lang="en-GB" dirty="0"/>
            </a:br>
            <a:endParaRPr lang="en-GB" dirty="0"/>
          </a:p>
          <a:p>
            <a:pPr marL="0" indent="0">
              <a:buNone/>
            </a:pPr>
            <a:r>
              <a:rPr lang="en-GB" b="1" dirty="0"/>
              <a:t>Examples:</a:t>
            </a:r>
          </a:p>
          <a:p>
            <a:r>
              <a:rPr lang="en-GB" dirty="0"/>
              <a:t>Growth of national dailies</a:t>
            </a:r>
          </a:p>
          <a:p>
            <a:r>
              <a:rPr lang="en-GB" dirty="0"/>
              <a:t>Rise of independent media voices</a:t>
            </a:r>
          </a:p>
        </p:txBody>
      </p:sp>
      <p:sp>
        <p:nvSpPr>
          <p:cNvPr id="4" name="Content Placeholder 3">
            <a:extLst>
              <a:ext uri="{FF2B5EF4-FFF2-40B4-BE49-F238E27FC236}">
                <a16:creationId xmlns:a16="http://schemas.microsoft.com/office/drawing/2014/main" id="{675F909F-540C-B869-A977-BE79EA6D359F}"/>
              </a:ext>
            </a:extLst>
          </p:cNvPr>
          <p:cNvSpPr>
            <a:spLocks noGrp="1"/>
          </p:cNvSpPr>
          <p:nvPr>
            <p:ph idx="13"/>
          </p:nvPr>
        </p:nvSpPr>
        <p:spPr/>
        <p:txBody>
          <a:bodyPr/>
          <a:lstStyle/>
          <a:p>
            <a:r>
              <a:rPr lang="en-GB" b="1"/>
              <a:t>Editing in the Nigerian Context</a:t>
            </a:r>
          </a:p>
        </p:txBody>
      </p:sp>
      <p:sp>
        <p:nvSpPr>
          <p:cNvPr id="6" name="TextBox 5">
            <a:extLst>
              <a:ext uri="{FF2B5EF4-FFF2-40B4-BE49-F238E27FC236}">
                <a16:creationId xmlns:a16="http://schemas.microsoft.com/office/drawing/2014/main" id="{9DCF8937-D1A4-6D75-366F-562C6098C36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29669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CE4917-60DF-E3F5-F461-270930F3C777}"/>
              </a:ext>
            </a:extLst>
          </p:cNvPr>
          <p:cNvSpPr>
            <a:spLocks noGrp="1"/>
          </p:cNvSpPr>
          <p:nvPr>
            <p:ph idx="13"/>
          </p:nvPr>
        </p:nvSpPr>
        <p:spPr/>
        <p:txBody>
          <a:bodyPr>
            <a:normAutofit lnSpcReduction="10000"/>
          </a:bodyPr>
          <a:lstStyle/>
          <a:p>
            <a:r>
              <a:rPr lang="en-US" dirty="0"/>
              <a:t>During Nigeria’s nationalist phase, editors were best described as:</a:t>
            </a:r>
          </a:p>
        </p:txBody>
      </p:sp>
      <p:sp>
        <p:nvSpPr>
          <p:cNvPr id="3" name="Content Placeholder 2">
            <a:extLst>
              <a:ext uri="{FF2B5EF4-FFF2-40B4-BE49-F238E27FC236}">
                <a16:creationId xmlns:a16="http://schemas.microsoft.com/office/drawing/2014/main" id="{95E118A7-30DF-8076-8976-B30CEDB96C3C}"/>
              </a:ext>
            </a:extLst>
          </p:cNvPr>
          <p:cNvSpPr>
            <a:spLocks noGrp="1"/>
          </p:cNvSpPr>
          <p:nvPr>
            <p:ph idx="14"/>
          </p:nvPr>
        </p:nvSpPr>
        <p:spPr/>
        <p:txBody>
          <a:bodyPr>
            <a:normAutofit/>
          </a:bodyPr>
          <a:lstStyle/>
          <a:p>
            <a:r>
              <a:rPr lang="en-US" dirty="0"/>
              <a:t>Neutral observers</a:t>
            </a:r>
            <a:endParaRPr lang="en-GB" dirty="0"/>
          </a:p>
        </p:txBody>
      </p:sp>
      <p:sp>
        <p:nvSpPr>
          <p:cNvPr id="4" name="Content Placeholder 3">
            <a:extLst>
              <a:ext uri="{FF2B5EF4-FFF2-40B4-BE49-F238E27FC236}">
                <a16:creationId xmlns:a16="http://schemas.microsoft.com/office/drawing/2014/main" id="{8129CE3D-7C3C-26E9-4274-63AB507387DF}"/>
              </a:ext>
            </a:extLst>
          </p:cNvPr>
          <p:cNvSpPr>
            <a:spLocks noGrp="1"/>
          </p:cNvSpPr>
          <p:nvPr>
            <p:ph idx="15"/>
          </p:nvPr>
        </p:nvSpPr>
        <p:spPr/>
        <p:txBody>
          <a:bodyPr>
            <a:normAutofit/>
          </a:bodyPr>
          <a:lstStyle/>
          <a:p>
            <a:r>
              <a:rPr lang="en-US" dirty="0"/>
              <a:t>Technical assistants</a:t>
            </a:r>
            <a:endParaRPr lang="en-GB" dirty="0"/>
          </a:p>
        </p:txBody>
      </p:sp>
      <p:sp>
        <p:nvSpPr>
          <p:cNvPr id="5" name="Content Placeholder 4">
            <a:extLst>
              <a:ext uri="{FF2B5EF4-FFF2-40B4-BE49-F238E27FC236}">
                <a16:creationId xmlns:a16="http://schemas.microsoft.com/office/drawing/2014/main" id="{17F07A89-5060-FBF9-8F20-C066B2481799}"/>
              </a:ext>
            </a:extLst>
          </p:cNvPr>
          <p:cNvSpPr>
            <a:spLocks noGrp="1"/>
          </p:cNvSpPr>
          <p:nvPr>
            <p:ph idx="16"/>
          </p:nvPr>
        </p:nvSpPr>
        <p:spPr/>
        <p:txBody>
          <a:bodyPr>
            <a:normAutofit/>
          </a:bodyPr>
          <a:lstStyle/>
          <a:p>
            <a:r>
              <a:rPr lang="en-US" dirty="0"/>
              <a:t>Political actors and advocates</a:t>
            </a:r>
            <a:endParaRPr lang="en-GB" dirty="0"/>
          </a:p>
        </p:txBody>
      </p:sp>
      <p:sp>
        <p:nvSpPr>
          <p:cNvPr id="6" name="Content Placeholder 5">
            <a:extLst>
              <a:ext uri="{FF2B5EF4-FFF2-40B4-BE49-F238E27FC236}">
                <a16:creationId xmlns:a16="http://schemas.microsoft.com/office/drawing/2014/main" id="{8EC68FCF-BC2D-BD0F-AAC1-81D750FFD956}"/>
              </a:ext>
            </a:extLst>
          </p:cNvPr>
          <p:cNvSpPr>
            <a:spLocks noGrp="1"/>
          </p:cNvSpPr>
          <p:nvPr>
            <p:ph idx="17"/>
          </p:nvPr>
        </p:nvSpPr>
        <p:spPr/>
        <p:txBody>
          <a:bodyPr/>
          <a:lstStyle/>
          <a:p>
            <a:r>
              <a:rPr lang="en-US" dirty="0"/>
              <a:t>Graphic designers</a:t>
            </a:r>
          </a:p>
        </p:txBody>
      </p:sp>
      <p:sp>
        <p:nvSpPr>
          <p:cNvPr id="8" name="TextBox 7">
            <a:extLst>
              <a:ext uri="{FF2B5EF4-FFF2-40B4-BE49-F238E27FC236}">
                <a16:creationId xmlns:a16="http://schemas.microsoft.com/office/drawing/2014/main" id="{75F99D0A-301B-4C36-5018-8EB5F3054129}"/>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729147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8509E-3C4B-3D27-945B-F3F12FCDA8E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72730CCC-9754-5C09-D027-66F48D1DA8BD}"/>
              </a:ext>
            </a:extLst>
          </p:cNvPr>
          <p:cNvGrpSpPr/>
          <p:nvPr/>
        </p:nvGrpSpPr>
        <p:grpSpPr>
          <a:xfrm>
            <a:off x="838200" y="4303516"/>
            <a:ext cx="10653551" cy="648400"/>
            <a:chOff x="853505" y="4313522"/>
            <a:chExt cx="10653551" cy="648400"/>
          </a:xfrm>
        </p:grpSpPr>
        <p:sp>
          <p:nvSpPr>
            <p:cNvPr id="11" name="Google Shape;179;g37f520df3dc_0_413">
              <a:extLst>
                <a:ext uri="{FF2B5EF4-FFF2-40B4-BE49-F238E27FC236}">
                  <a16:creationId xmlns:a16="http://schemas.microsoft.com/office/drawing/2014/main" id="{19FDA53B-FF4D-0D1B-0C86-81B645C0A72A}"/>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nvGrpSpPr>
            <p:cNvPr id="12" name="Group 11">
              <a:extLst>
                <a:ext uri="{FF2B5EF4-FFF2-40B4-BE49-F238E27FC236}">
                  <a16:creationId xmlns:a16="http://schemas.microsoft.com/office/drawing/2014/main" id="{604B3BC7-F6DD-074F-B297-6FE37556B181}"/>
                </a:ext>
              </a:extLst>
            </p:cNvPr>
            <p:cNvGrpSpPr/>
            <p:nvPr/>
          </p:nvGrpSpPr>
          <p:grpSpPr>
            <a:xfrm>
              <a:off x="1561672" y="4313522"/>
              <a:ext cx="9945384" cy="648400"/>
              <a:chOff x="1510301" y="4313522"/>
              <a:chExt cx="7205215" cy="648400"/>
            </a:xfrm>
          </p:grpSpPr>
          <p:sp>
            <p:nvSpPr>
              <p:cNvPr id="13" name="Google Shape;171;g37f520df3dc_0_413">
                <a:extLst>
                  <a:ext uri="{FF2B5EF4-FFF2-40B4-BE49-F238E27FC236}">
                    <a16:creationId xmlns:a16="http://schemas.microsoft.com/office/drawing/2014/main" id="{299A47F7-D7E9-A116-20F4-83528FED5877}"/>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1867" b="1" dirty="0">
                  <a:solidFill>
                    <a:srgbClr val="0A3150"/>
                  </a:solidFill>
                  <a:latin typeface="Afacad Flux"/>
                  <a:ea typeface="Afacad Flux"/>
                  <a:cs typeface="Afacad Flux"/>
                  <a:sym typeface="Afacad Flux"/>
                </a:endParaRPr>
              </a:p>
            </p:txBody>
          </p:sp>
          <p:sp>
            <p:nvSpPr>
              <p:cNvPr id="14" name="Google Shape;179;g37f520df3dc_0_413">
                <a:extLst>
                  <a:ext uri="{FF2B5EF4-FFF2-40B4-BE49-F238E27FC236}">
                    <a16:creationId xmlns:a16="http://schemas.microsoft.com/office/drawing/2014/main" id="{696B6D0B-0406-693A-B3B3-85049E2A000D}"/>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8A44C382-CC49-1CF1-91EC-A0C9DF2D7B7D}"/>
              </a:ext>
            </a:extLst>
          </p:cNvPr>
          <p:cNvSpPr>
            <a:spLocks noGrp="1"/>
          </p:cNvSpPr>
          <p:nvPr>
            <p:ph idx="13"/>
          </p:nvPr>
        </p:nvSpPr>
        <p:spPr/>
        <p:txBody>
          <a:bodyPr>
            <a:normAutofit lnSpcReduction="10000"/>
          </a:bodyPr>
          <a:lstStyle/>
          <a:p>
            <a:r>
              <a:rPr lang="en-US" dirty="0"/>
              <a:t>During Nigeria’s nationalist phase, editors were best described as:</a:t>
            </a:r>
          </a:p>
        </p:txBody>
      </p:sp>
      <p:sp>
        <p:nvSpPr>
          <p:cNvPr id="3" name="Content Placeholder 2">
            <a:extLst>
              <a:ext uri="{FF2B5EF4-FFF2-40B4-BE49-F238E27FC236}">
                <a16:creationId xmlns:a16="http://schemas.microsoft.com/office/drawing/2014/main" id="{2E61D451-48A2-FB45-A4AA-DD6523DB5BA4}"/>
              </a:ext>
            </a:extLst>
          </p:cNvPr>
          <p:cNvSpPr>
            <a:spLocks noGrp="1"/>
          </p:cNvSpPr>
          <p:nvPr>
            <p:ph idx="14"/>
          </p:nvPr>
        </p:nvSpPr>
        <p:spPr/>
        <p:txBody>
          <a:bodyPr>
            <a:normAutofit/>
          </a:bodyPr>
          <a:lstStyle/>
          <a:p>
            <a:r>
              <a:rPr lang="en-US" dirty="0"/>
              <a:t>Neutral observers</a:t>
            </a:r>
            <a:endParaRPr lang="en-GB" dirty="0"/>
          </a:p>
        </p:txBody>
      </p:sp>
      <p:sp>
        <p:nvSpPr>
          <p:cNvPr id="4" name="Content Placeholder 3">
            <a:extLst>
              <a:ext uri="{FF2B5EF4-FFF2-40B4-BE49-F238E27FC236}">
                <a16:creationId xmlns:a16="http://schemas.microsoft.com/office/drawing/2014/main" id="{92C9D894-772F-8AF2-0FAF-78D1ECA7AFCE}"/>
              </a:ext>
            </a:extLst>
          </p:cNvPr>
          <p:cNvSpPr>
            <a:spLocks noGrp="1"/>
          </p:cNvSpPr>
          <p:nvPr>
            <p:ph idx="15"/>
          </p:nvPr>
        </p:nvSpPr>
        <p:spPr/>
        <p:txBody>
          <a:bodyPr>
            <a:normAutofit/>
          </a:bodyPr>
          <a:lstStyle/>
          <a:p>
            <a:r>
              <a:rPr lang="en-US" dirty="0"/>
              <a:t>Technical assistants</a:t>
            </a:r>
            <a:endParaRPr lang="en-GB" dirty="0"/>
          </a:p>
        </p:txBody>
      </p:sp>
      <p:sp>
        <p:nvSpPr>
          <p:cNvPr id="5" name="Content Placeholder 4">
            <a:extLst>
              <a:ext uri="{FF2B5EF4-FFF2-40B4-BE49-F238E27FC236}">
                <a16:creationId xmlns:a16="http://schemas.microsoft.com/office/drawing/2014/main" id="{0B0FCF9F-2B94-22E9-0093-FFF874CA508C}"/>
              </a:ext>
            </a:extLst>
          </p:cNvPr>
          <p:cNvSpPr>
            <a:spLocks noGrp="1"/>
          </p:cNvSpPr>
          <p:nvPr>
            <p:ph idx="16"/>
          </p:nvPr>
        </p:nvSpPr>
        <p:spPr/>
        <p:txBody>
          <a:bodyPr>
            <a:normAutofit/>
          </a:bodyPr>
          <a:lstStyle/>
          <a:p>
            <a:r>
              <a:rPr lang="en-US" dirty="0"/>
              <a:t>Political actors and advocates</a:t>
            </a:r>
            <a:endParaRPr lang="en-GB" dirty="0"/>
          </a:p>
        </p:txBody>
      </p:sp>
      <p:sp>
        <p:nvSpPr>
          <p:cNvPr id="6" name="Content Placeholder 5">
            <a:extLst>
              <a:ext uri="{FF2B5EF4-FFF2-40B4-BE49-F238E27FC236}">
                <a16:creationId xmlns:a16="http://schemas.microsoft.com/office/drawing/2014/main" id="{1A3A9A0E-1629-3936-12F7-A664EF067919}"/>
              </a:ext>
            </a:extLst>
          </p:cNvPr>
          <p:cNvSpPr>
            <a:spLocks noGrp="1"/>
          </p:cNvSpPr>
          <p:nvPr>
            <p:ph idx="17"/>
          </p:nvPr>
        </p:nvSpPr>
        <p:spPr/>
        <p:txBody>
          <a:bodyPr/>
          <a:lstStyle/>
          <a:p>
            <a:r>
              <a:rPr lang="en-US" dirty="0"/>
              <a:t>Graphic designers</a:t>
            </a:r>
          </a:p>
        </p:txBody>
      </p:sp>
      <p:sp>
        <p:nvSpPr>
          <p:cNvPr id="8" name="TextBox 7">
            <a:extLst>
              <a:ext uri="{FF2B5EF4-FFF2-40B4-BE49-F238E27FC236}">
                <a16:creationId xmlns:a16="http://schemas.microsoft.com/office/drawing/2014/main" id="{1FCFA909-7B12-7F6D-A9DB-509A0FA37B6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506181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70EA-9778-F61D-3050-2527D361A5B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D60D5C15-56F1-F143-E0B7-E18A81D39DBF}"/>
              </a:ext>
            </a:extLst>
          </p:cNvPr>
          <p:cNvSpPr>
            <a:spLocks noGrp="1"/>
          </p:cNvSpPr>
          <p:nvPr>
            <p:ph idx="1"/>
          </p:nvPr>
        </p:nvSpPr>
        <p:spPr/>
        <p:txBody>
          <a:bodyPr/>
          <a:lstStyle/>
          <a:p>
            <a:r>
              <a:rPr lang="en-US" b="1" dirty="0"/>
              <a:t>Missionary Phase:</a:t>
            </a:r>
            <a:r>
              <a:rPr lang="en-US" dirty="0"/>
              <a:t> Controlled messaging</a:t>
            </a:r>
          </a:p>
          <a:p>
            <a:r>
              <a:rPr lang="en-US" b="1" dirty="0"/>
              <a:t>Nationalist Phase:</a:t>
            </a:r>
            <a:r>
              <a:rPr lang="en-US" dirty="0"/>
              <a:t> Advocacy and resistance</a:t>
            </a:r>
          </a:p>
          <a:p>
            <a:r>
              <a:rPr lang="en-US" b="1" dirty="0"/>
              <a:t>Institutional Phase:</a:t>
            </a:r>
            <a:r>
              <a:rPr lang="en-US" dirty="0"/>
              <a:t> Growth and structure</a:t>
            </a:r>
          </a:p>
          <a:p>
            <a:r>
              <a:rPr lang="en-US" b="1" dirty="0"/>
              <a:t>Digital Phase:</a:t>
            </a:r>
            <a:r>
              <a:rPr lang="en-US" dirty="0"/>
              <a:t> Speed, access, and disruption</a:t>
            </a:r>
          </a:p>
          <a:p>
            <a:endParaRPr lang="en-GB" dirty="0"/>
          </a:p>
        </p:txBody>
      </p:sp>
      <p:sp>
        <p:nvSpPr>
          <p:cNvPr id="4" name="Content Placeholder 3">
            <a:extLst>
              <a:ext uri="{FF2B5EF4-FFF2-40B4-BE49-F238E27FC236}">
                <a16:creationId xmlns:a16="http://schemas.microsoft.com/office/drawing/2014/main" id="{C3155394-D5F5-E188-C430-36ACD707D6B8}"/>
              </a:ext>
            </a:extLst>
          </p:cNvPr>
          <p:cNvSpPr>
            <a:spLocks noGrp="1"/>
          </p:cNvSpPr>
          <p:nvPr>
            <p:ph idx="13"/>
          </p:nvPr>
        </p:nvSpPr>
        <p:spPr/>
        <p:txBody>
          <a:bodyPr/>
          <a:lstStyle/>
          <a:p>
            <a:r>
              <a:rPr lang="en-US" b="1" dirty="0"/>
              <a:t>Memory Anchor</a:t>
            </a:r>
          </a:p>
          <a:p>
            <a:endParaRPr lang="en-GB" dirty="0"/>
          </a:p>
        </p:txBody>
      </p:sp>
    </p:spTree>
    <p:extLst>
      <p:ext uri="{BB962C8B-B14F-4D97-AF65-F5344CB8AC3E}">
        <p14:creationId xmlns:p14="http://schemas.microsoft.com/office/powerpoint/2010/main" val="3503759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CB242-4D3E-C6E9-A084-F997C98210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8BD351-282D-3ED9-40F4-A3D9CC8325D4}"/>
              </a:ext>
            </a:extLst>
          </p:cNvPr>
          <p:cNvSpPr>
            <a:spLocks noGrp="1"/>
          </p:cNvSpPr>
          <p:nvPr>
            <p:ph idx="13"/>
          </p:nvPr>
        </p:nvSpPr>
        <p:spPr/>
        <p:txBody>
          <a:bodyPr>
            <a:normAutofit lnSpcReduction="10000"/>
          </a:bodyPr>
          <a:lstStyle/>
          <a:p>
            <a:r>
              <a:rPr lang="en-US" dirty="0"/>
              <a:t>What was a defining feature of editing during Nigeria’s military era?</a:t>
            </a:r>
          </a:p>
        </p:txBody>
      </p:sp>
      <p:sp>
        <p:nvSpPr>
          <p:cNvPr id="3" name="Content Placeholder 2">
            <a:extLst>
              <a:ext uri="{FF2B5EF4-FFF2-40B4-BE49-F238E27FC236}">
                <a16:creationId xmlns:a16="http://schemas.microsoft.com/office/drawing/2014/main" id="{A040A118-6B94-FB00-3857-B9A2A0ABA31F}"/>
              </a:ext>
            </a:extLst>
          </p:cNvPr>
          <p:cNvSpPr>
            <a:spLocks noGrp="1"/>
          </p:cNvSpPr>
          <p:nvPr>
            <p:ph idx="14"/>
          </p:nvPr>
        </p:nvSpPr>
        <p:spPr/>
        <p:txBody>
          <a:bodyPr>
            <a:normAutofit/>
          </a:bodyPr>
          <a:lstStyle/>
          <a:p>
            <a:r>
              <a:rPr lang="en-US" dirty="0"/>
              <a:t>Complete freedom of expression</a:t>
            </a:r>
            <a:endParaRPr lang="en-GB" dirty="0"/>
          </a:p>
        </p:txBody>
      </p:sp>
      <p:sp>
        <p:nvSpPr>
          <p:cNvPr id="4" name="Content Placeholder 3">
            <a:extLst>
              <a:ext uri="{FF2B5EF4-FFF2-40B4-BE49-F238E27FC236}">
                <a16:creationId xmlns:a16="http://schemas.microsoft.com/office/drawing/2014/main" id="{82770ED2-4857-A965-5DD2-DB326E8E4232}"/>
              </a:ext>
            </a:extLst>
          </p:cNvPr>
          <p:cNvSpPr>
            <a:spLocks noGrp="1"/>
          </p:cNvSpPr>
          <p:nvPr>
            <p:ph idx="15"/>
          </p:nvPr>
        </p:nvSpPr>
        <p:spPr/>
        <p:txBody>
          <a:bodyPr>
            <a:normAutofit/>
          </a:bodyPr>
          <a:lstStyle/>
          <a:p>
            <a:r>
              <a:rPr lang="en-US" dirty="0"/>
              <a:t>Absence of newspapers</a:t>
            </a:r>
            <a:endParaRPr lang="en-GB" dirty="0"/>
          </a:p>
        </p:txBody>
      </p:sp>
      <p:sp>
        <p:nvSpPr>
          <p:cNvPr id="5" name="Content Placeholder 4">
            <a:extLst>
              <a:ext uri="{FF2B5EF4-FFF2-40B4-BE49-F238E27FC236}">
                <a16:creationId xmlns:a16="http://schemas.microsoft.com/office/drawing/2014/main" id="{C0DE18E4-0945-CBE4-75CB-31E7DAFA110E}"/>
              </a:ext>
            </a:extLst>
          </p:cNvPr>
          <p:cNvSpPr>
            <a:spLocks noGrp="1"/>
          </p:cNvSpPr>
          <p:nvPr>
            <p:ph idx="16"/>
          </p:nvPr>
        </p:nvSpPr>
        <p:spPr/>
        <p:txBody>
          <a:bodyPr>
            <a:normAutofit/>
          </a:bodyPr>
          <a:lstStyle/>
          <a:p>
            <a:r>
              <a:rPr lang="en-US" dirty="0"/>
              <a:t>Editorial control and censorship</a:t>
            </a:r>
            <a:endParaRPr lang="en-GB" dirty="0"/>
          </a:p>
        </p:txBody>
      </p:sp>
      <p:sp>
        <p:nvSpPr>
          <p:cNvPr id="6" name="Content Placeholder 5">
            <a:extLst>
              <a:ext uri="{FF2B5EF4-FFF2-40B4-BE49-F238E27FC236}">
                <a16:creationId xmlns:a16="http://schemas.microsoft.com/office/drawing/2014/main" id="{6A58CBE8-9538-FE48-9508-0BE9F62DCE8D}"/>
              </a:ext>
            </a:extLst>
          </p:cNvPr>
          <p:cNvSpPr>
            <a:spLocks noGrp="1"/>
          </p:cNvSpPr>
          <p:nvPr>
            <p:ph idx="17"/>
          </p:nvPr>
        </p:nvSpPr>
        <p:spPr/>
        <p:txBody>
          <a:bodyPr>
            <a:normAutofit/>
          </a:bodyPr>
          <a:lstStyle/>
          <a:p>
            <a:r>
              <a:rPr lang="en-US" dirty="0"/>
              <a:t>Focus on entertainment content</a:t>
            </a:r>
          </a:p>
        </p:txBody>
      </p:sp>
      <p:sp>
        <p:nvSpPr>
          <p:cNvPr id="8" name="TextBox 7">
            <a:extLst>
              <a:ext uri="{FF2B5EF4-FFF2-40B4-BE49-F238E27FC236}">
                <a16:creationId xmlns:a16="http://schemas.microsoft.com/office/drawing/2014/main" id="{76E61AD5-C7B1-E0ED-0774-879967B6E31B}"/>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227179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A16FC-7275-5660-AC6A-01D05C1DA7B5}"/>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BF62C7CC-9965-9483-46C5-2D415BD31303}"/>
              </a:ext>
            </a:extLst>
          </p:cNvPr>
          <p:cNvGrpSpPr/>
          <p:nvPr/>
        </p:nvGrpSpPr>
        <p:grpSpPr>
          <a:xfrm>
            <a:off x="838200" y="4303516"/>
            <a:ext cx="10653551" cy="648400"/>
            <a:chOff x="853505" y="4313522"/>
            <a:chExt cx="10653551" cy="648400"/>
          </a:xfrm>
        </p:grpSpPr>
        <p:sp>
          <p:nvSpPr>
            <p:cNvPr id="11" name="Google Shape;179;g37f520df3dc_0_413">
              <a:extLst>
                <a:ext uri="{FF2B5EF4-FFF2-40B4-BE49-F238E27FC236}">
                  <a16:creationId xmlns:a16="http://schemas.microsoft.com/office/drawing/2014/main" id="{8077A944-553A-701C-A9DD-8693F69EF747}"/>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nvGrpSpPr>
            <p:cNvPr id="12" name="Group 11">
              <a:extLst>
                <a:ext uri="{FF2B5EF4-FFF2-40B4-BE49-F238E27FC236}">
                  <a16:creationId xmlns:a16="http://schemas.microsoft.com/office/drawing/2014/main" id="{61667E2D-041C-D509-031F-3D25F052D668}"/>
                </a:ext>
              </a:extLst>
            </p:cNvPr>
            <p:cNvGrpSpPr/>
            <p:nvPr/>
          </p:nvGrpSpPr>
          <p:grpSpPr>
            <a:xfrm>
              <a:off x="1561672" y="4313522"/>
              <a:ext cx="9945384" cy="648400"/>
              <a:chOff x="1510301" y="4313522"/>
              <a:chExt cx="7205215" cy="648400"/>
            </a:xfrm>
          </p:grpSpPr>
          <p:sp>
            <p:nvSpPr>
              <p:cNvPr id="13" name="Google Shape;171;g37f520df3dc_0_413">
                <a:extLst>
                  <a:ext uri="{FF2B5EF4-FFF2-40B4-BE49-F238E27FC236}">
                    <a16:creationId xmlns:a16="http://schemas.microsoft.com/office/drawing/2014/main" id="{1F9167E6-FB37-6512-6A91-44488905CE26}"/>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1867" b="1" dirty="0">
                  <a:solidFill>
                    <a:srgbClr val="0A3150"/>
                  </a:solidFill>
                  <a:latin typeface="Afacad Flux"/>
                  <a:ea typeface="Afacad Flux"/>
                  <a:cs typeface="Afacad Flux"/>
                  <a:sym typeface="Afacad Flux"/>
                </a:endParaRPr>
              </a:p>
            </p:txBody>
          </p:sp>
          <p:sp>
            <p:nvSpPr>
              <p:cNvPr id="14" name="Google Shape;179;g37f520df3dc_0_413">
                <a:extLst>
                  <a:ext uri="{FF2B5EF4-FFF2-40B4-BE49-F238E27FC236}">
                    <a16:creationId xmlns:a16="http://schemas.microsoft.com/office/drawing/2014/main" id="{257CBB22-DC42-5DAF-436F-6CB59D06F58A}"/>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8C44716A-B77A-D128-29D0-71CD75B4533F}"/>
              </a:ext>
            </a:extLst>
          </p:cNvPr>
          <p:cNvSpPr>
            <a:spLocks noGrp="1"/>
          </p:cNvSpPr>
          <p:nvPr>
            <p:ph idx="13"/>
          </p:nvPr>
        </p:nvSpPr>
        <p:spPr/>
        <p:txBody>
          <a:bodyPr>
            <a:normAutofit lnSpcReduction="10000"/>
          </a:bodyPr>
          <a:lstStyle/>
          <a:p>
            <a:r>
              <a:rPr lang="en-US" dirty="0"/>
              <a:t>What was a defining feature of editing during Nigeria’s military era?</a:t>
            </a:r>
          </a:p>
        </p:txBody>
      </p:sp>
      <p:sp>
        <p:nvSpPr>
          <p:cNvPr id="3" name="Content Placeholder 2">
            <a:extLst>
              <a:ext uri="{FF2B5EF4-FFF2-40B4-BE49-F238E27FC236}">
                <a16:creationId xmlns:a16="http://schemas.microsoft.com/office/drawing/2014/main" id="{75DF4D18-DCC1-421C-0E6D-8D33B79EB6E4}"/>
              </a:ext>
            </a:extLst>
          </p:cNvPr>
          <p:cNvSpPr>
            <a:spLocks noGrp="1"/>
          </p:cNvSpPr>
          <p:nvPr>
            <p:ph idx="14"/>
          </p:nvPr>
        </p:nvSpPr>
        <p:spPr/>
        <p:txBody>
          <a:bodyPr>
            <a:normAutofit/>
          </a:bodyPr>
          <a:lstStyle/>
          <a:p>
            <a:r>
              <a:rPr lang="en-US" dirty="0"/>
              <a:t>Complete freedom of expression</a:t>
            </a:r>
            <a:endParaRPr lang="en-GB" dirty="0"/>
          </a:p>
        </p:txBody>
      </p:sp>
      <p:sp>
        <p:nvSpPr>
          <p:cNvPr id="4" name="Content Placeholder 3">
            <a:extLst>
              <a:ext uri="{FF2B5EF4-FFF2-40B4-BE49-F238E27FC236}">
                <a16:creationId xmlns:a16="http://schemas.microsoft.com/office/drawing/2014/main" id="{2286D428-D8FC-0AB1-154E-91E3AB0AFF13}"/>
              </a:ext>
            </a:extLst>
          </p:cNvPr>
          <p:cNvSpPr>
            <a:spLocks noGrp="1"/>
          </p:cNvSpPr>
          <p:nvPr>
            <p:ph idx="15"/>
          </p:nvPr>
        </p:nvSpPr>
        <p:spPr/>
        <p:txBody>
          <a:bodyPr>
            <a:normAutofit/>
          </a:bodyPr>
          <a:lstStyle/>
          <a:p>
            <a:r>
              <a:rPr lang="en-US" dirty="0"/>
              <a:t>Absence of newspapers</a:t>
            </a:r>
            <a:endParaRPr lang="en-GB" dirty="0"/>
          </a:p>
        </p:txBody>
      </p:sp>
      <p:sp>
        <p:nvSpPr>
          <p:cNvPr id="5" name="Content Placeholder 4">
            <a:extLst>
              <a:ext uri="{FF2B5EF4-FFF2-40B4-BE49-F238E27FC236}">
                <a16:creationId xmlns:a16="http://schemas.microsoft.com/office/drawing/2014/main" id="{BC4D2E17-3E41-36FC-3143-561D89FD414A}"/>
              </a:ext>
            </a:extLst>
          </p:cNvPr>
          <p:cNvSpPr>
            <a:spLocks noGrp="1"/>
          </p:cNvSpPr>
          <p:nvPr>
            <p:ph idx="16"/>
          </p:nvPr>
        </p:nvSpPr>
        <p:spPr/>
        <p:txBody>
          <a:bodyPr>
            <a:normAutofit/>
          </a:bodyPr>
          <a:lstStyle/>
          <a:p>
            <a:r>
              <a:rPr lang="en-US" dirty="0"/>
              <a:t>Editorial control and censorship</a:t>
            </a:r>
            <a:endParaRPr lang="en-GB" dirty="0"/>
          </a:p>
        </p:txBody>
      </p:sp>
      <p:sp>
        <p:nvSpPr>
          <p:cNvPr id="6" name="Content Placeholder 5">
            <a:extLst>
              <a:ext uri="{FF2B5EF4-FFF2-40B4-BE49-F238E27FC236}">
                <a16:creationId xmlns:a16="http://schemas.microsoft.com/office/drawing/2014/main" id="{FEA217A5-8437-77C2-1456-FA71C81EF406}"/>
              </a:ext>
            </a:extLst>
          </p:cNvPr>
          <p:cNvSpPr>
            <a:spLocks noGrp="1"/>
          </p:cNvSpPr>
          <p:nvPr>
            <p:ph idx="17"/>
          </p:nvPr>
        </p:nvSpPr>
        <p:spPr/>
        <p:txBody>
          <a:bodyPr>
            <a:normAutofit/>
          </a:bodyPr>
          <a:lstStyle/>
          <a:p>
            <a:r>
              <a:rPr lang="en-US" dirty="0"/>
              <a:t>Focus on entertainment content</a:t>
            </a:r>
          </a:p>
        </p:txBody>
      </p:sp>
      <p:sp>
        <p:nvSpPr>
          <p:cNvPr id="8" name="TextBox 7">
            <a:extLst>
              <a:ext uri="{FF2B5EF4-FFF2-40B4-BE49-F238E27FC236}">
                <a16:creationId xmlns:a16="http://schemas.microsoft.com/office/drawing/2014/main" id="{9BB75244-2338-56BA-F163-937B047BFED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07059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A8CD-000C-BE27-43A9-936F7F6C06FB}"/>
              </a:ext>
            </a:extLst>
          </p:cNvPr>
          <p:cNvSpPr>
            <a:spLocks noGrp="1"/>
          </p:cNvSpPr>
          <p:nvPr>
            <p:ph type="title"/>
          </p:nvPr>
        </p:nvSpPr>
        <p:spPr/>
        <p:txBody>
          <a:bodyPr/>
          <a:lstStyle/>
          <a:p>
            <a:r>
              <a:rPr lang="en-GB" b="1"/>
              <a:t>Role of Editing in Media Credibility</a:t>
            </a:r>
          </a:p>
        </p:txBody>
      </p:sp>
      <p:sp>
        <p:nvSpPr>
          <p:cNvPr id="3" name="Content Placeholder 2">
            <a:extLst>
              <a:ext uri="{FF2B5EF4-FFF2-40B4-BE49-F238E27FC236}">
                <a16:creationId xmlns:a16="http://schemas.microsoft.com/office/drawing/2014/main" id="{4AD6C606-4444-DAD8-3414-8F3E67E47A06}"/>
              </a:ext>
            </a:extLst>
          </p:cNvPr>
          <p:cNvSpPr>
            <a:spLocks noGrp="1"/>
          </p:cNvSpPr>
          <p:nvPr>
            <p:ph idx="1"/>
          </p:nvPr>
        </p:nvSpPr>
        <p:spPr/>
        <p:txBody>
          <a:bodyPr/>
          <a:lstStyle/>
          <a:p>
            <a:pPr marL="0" indent="0">
              <a:buNone/>
            </a:pPr>
            <a:r>
              <a:rPr lang="en-GB" dirty="0"/>
              <a:t>Editing is central to:</a:t>
            </a:r>
          </a:p>
          <a:p>
            <a:r>
              <a:rPr lang="en-GB" dirty="0"/>
              <a:t>Accuracy of information</a:t>
            </a:r>
          </a:p>
          <a:p>
            <a:r>
              <a:rPr lang="en-GB" dirty="0"/>
              <a:t>Clarity of communication</a:t>
            </a:r>
          </a:p>
          <a:p>
            <a:r>
              <a:rPr lang="en-GB" dirty="0"/>
              <a:t>Professionalism of media output</a:t>
            </a:r>
          </a:p>
          <a:p>
            <a:r>
              <a:rPr lang="en-GB" dirty="0"/>
              <a:t>Public trust in media institutions</a:t>
            </a:r>
          </a:p>
        </p:txBody>
      </p:sp>
      <p:sp>
        <p:nvSpPr>
          <p:cNvPr id="4" name="Content Placeholder 3">
            <a:extLst>
              <a:ext uri="{FF2B5EF4-FFF2-40B4-BE49-F238E27FC236}">
                <a16:creationId xmlns:a16="http://schemas.microsoft.com/office/drawing/2014/main" id="{D16C4A08-D6B7-89F8-5571-750491EA59A6}"/>
              </a:ext>
            </a:extLst>
          </p:cNvPr>
          <p:cNvSpPr>
            <a:spLocks noGrp="1"/>
          </p:cNvSpPr>
          <p:nvPr>
            <p:ph idx="13"/>
          </p:nvPr>
        </p:nvSpPr>
        <p:spPr/>
        <p:txBody>
          <a:bodyPr/>
          <a:lstStyle/>
          <a:p>
            <a:r>
              <a:rPr lang="en-GB" b="1"/>
              <a:t>Why Editing Matters</a:t>
            </a:r>
          </a:p>
        </p:txBody>
      </p:sp>
    </p:spTree>
    <p:extLst>
      <p:ext uri="{BB962C8B-B14F-4D97-AF65-F5344CB8AC3E}">
        <p14:creationId xmlns:p14="http://schemas.microsoft.com/office/powerpoint/2010/main" val="1009125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CA7A67-638C-9B0D-0D50-CD60F60F630B}"/>
              </a:ext>
            </a:extLst>
          </p:cNvPr>
          <p:cNvSpPr>
            <a:spLocks noGrp="1"/>
          </p:cNvSpPr>
          <p:nvPr>
            <p:ph idx="13"/>
          </p:nvPr>
        </p:nvSpPr>
        <p:spPr/>
        <p:txBody>
          <a:bodyPr>
            <a:normAutofit lnSpcReduction="10000"/>
          </a:bodyPr>
          <a:lstStyle/>
          <a:p>
            <a:r>
              <a:rPr lang="en-US" dirty="0"/>
              <a:t>During the 20th century, editing became more professional due to:</a:t>
            </a:r>
          </a:p>
        </p:txBody>
      </p:sp>
      <p:sp>
        <p:nvSpPr>
          <p:cNvPr id="3" name="Content Placeholder 2">
            <a:extLst>
              <a:ext uri="{FF2B5EF4-FFF2-40B4-BE49-F238E27FC236}">
                <a16:creationId xmlns:a16="http://schemas.microsoft.com/office/drawing/2014/main" id="{56ED14AF-1BEC-840A-6D52-8AF113CDD8F4}"/>
              </a:ext>
            </a:extLst>
          </p:cNvPr>
          <p:cNvSpPr>
            <a:spLocks noGrp="1"/>
          </p:cNvSpPr>
          <p:nvPr>
            <p:ph idx="14"/>
          </p:nvPr>
        </p:nvSpPr>
        <p:spPr/>
        <p:txBody>
          <a:bodyPr>
            <a:normAutofit/>
          </a:bodyPr>
          <a:lstStyle/>
          <a:p>
            <a:r>
              <a:rPr lang="en-US" dirty="0"/>
              <a:t>Reduced demand for news</a:t>
            </a:r>
            <a:endParaRPr lang="en-GB" dirty="0"/>
          </a:p>
        </p:txBody>
      </p:sp>
      <p:sp>
        <p:nvSpPr>
          <p:cNvPr id="4" name="Content Placeholder 3">
            <a:extLst>
              <a:ext uri="{FF2B5EF4-FFF2-40B4-BE49-F238E27FC236}">
                <a16:creationId xmlns:a16="http://schemas.microsoft.com/office/drawing/2014/main" id="{210DB932-5A7A-D237-A844-930345FFAA88}"/>
              </a:ext>
            </a:extLst>
          </p:cNvPr>
          <p:cNvSpPr>
            <a:spLocks noGrp="1"/>
          </p:cNvSpPr>
          <p:nvPr>
            <p:ph idx="15"/>
          </p:nvPr>
        </p:nvSpPr>
        <p:spPr/>
        <p:txBody>
          <a:bodyPr>
            <a:normAutofit/>
          </a:bodyPr>
          <a:lstStyle/>
          <a:p>
            <a:r>
              <a:rPr lang="en-US" dirty="0"/>
              <a:t>Elimination of errors</a:t>
            </a:r>
            <a:endParaRPr lang="en-GB" dirty="0"/>
          </a:p>
        </p:txBody>
      </p:sp>
      <p:sp>
        <p:nvSpPr>
          <p:cNvPr id="5" name="Content Placeholder 4">
            <a:extLst>
              <a:ext uri="{FF2B5EF4-FFF2-40B4-BE49-F238E27FC236}">
                <a16:creationId xmlns:a16="http://schemas.microsoft.com/office/drawing/2014/main" id="{954E6BA3-B559-1406-22EF-02BD0C8D7EA1}"/>
              </a:ext>
            </a:extLst>
          </p:cNvPr>
          <p:cNvSpPr>
            <a:spLocks noGrp="1"/>
          </p:cNvSpPr>
          <p:nvPr>
            <p:ph idx="16"/>
          </p:nvPr>
        </p:nvSpPr>
        <p:spPr/>
        <p:txBody>
          <a:bodyPr>
            <a:normAutofit/>
          </a:bodyPr>
          <a:lstStyle/>
          <a:p>
            <a:r>
              <a:rPr lang="en-US" dirty="0"/>
              <a:t>Establishment of journalistic standards and ethics</a:t>
            </a:r>
            <a:endParaRPr lang="en-GB" dirty="0"/>
          </a:p>
        </p:txBody>
      </p:sp>
      <p:sp>
        <p:nvSpPr>
          <p:cNvPr id="6" name="Content Placeholder 5">
            <a:extLst>
              <a:ext uri="{FF2B5EF4-FFF2-40B4-BE49-F238E27FC236}">
                <a16:creationId xmlns:a16="http://schemas.microsoft.com/office/drawing/2014/main" id="{5F1B11E6-4FD6-E9FF-EB50-26623C4ED42F}"/>
              </a:ext>
            </a:extLst>
          </p:cNvPr>
          <p:cNvSpPr>
            <a:spLocks noGrp="1"/>
          </p:cNvSpPr>
          <p:nvPr>
            <p:ph idx="17"/>
          </p:nvPr>
        </p:nvSpPr>
        <p:spPr/>
        <p:txBody>
          <a:bodyPr>
            <a:normAutofit/>
          </a:bodyPr>
          <a:lstStyle/>
          <a:p>
            <a:pPr marL="0" indent="0"/>
            <a:r>
              <a:rPr lang="en-US" dirty="0"/>
              <a:t>Decline in media </a:t>
            </a:r>
            <a:r>
              <a:rPr lang="en-US" dirty="0" err="1"/>
              <a:t>organisations</a:t>
            </a:r>
            <a:endParaRPr lang="en-GB" dirty="0"/>
          </a:p>
        </p:txBody>
      </p:sp>
      <p:sp>
        <p:nvSpPr>
          <p:cNvPr id="7" name="Content Placeholder 4">
            <a:extLst>
              <a:ext uri="{FF2B5EF4-FFF2-40B4-BE49-F238E27FC236}">
                <a16:creationId xmlns:a16="http://schemas.microsoft.com/office/drawing/2014/main" id="{8B545BBF-B9B3-42EA-A486-419AD4727630}"/>
              </a:ext>
            </a:extLst>
          </p:cNvPr>
          <p:cNvSpPr txBox="1">
            <a:spLocks/>
          </p:cNvSpPr>
          <p:nvPr/>
        </p:nvSpPr>
        <p:spPr>
          <a:xfrm>
            <a:off x="1832614" y="5885054"/>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9" name="TextBox 8">
            <a:extLst>
              <a:ext uri="{FF2B5EF4-FFF2-40B4-BE49-F238E27FC236}">
                <a16:creationId xmlns:a16="http://schemas.microsoft.com/office/drawing/2014/main" id="{35A78E3D-D596-3076-F0C9-003239574F7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557569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7999-85D9-A889-1513-9F8885D5DE9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EEF8888-31D5-BFC8-FF0A-C1E10137A246}"/>
              </a:ext>
            </a:extLst>
          </p:cNvPr>
          <p:cNvGrpSpPr/>
          <p:nvPr/>
        </p:nvGrpSpPr>
        <p:grpSpPr>
          <a:xfrm>
            <a:off x="853505" y="4313522"/>
            <a:ext cx="10653551" cy="648400"/>
            <a:chOff x="853505" y="4313522"/>
            <a:chExt cx="10653551" cy="648400"/>
          </a:xfrm>
        </p:grpSpPr>
        <p:sp>
          <p:nvSpPr>
            <p:cNvPr id="10" name="Google Shape;179;g37f520df3dc_0_413">
              <a:extLst>
                <a:ext uri="{FF2B5EF4-FFF2-40B4-BE49-F238E27FC236}">
                  <a16:creationId xmlns:a16="http://schemas.microsoft.com/office/drawing/2014/main" id="{E32862FB-D638-239E-B2D8-ABB4342B7F5E}"/>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1" name="Group 10">
              <a:extLst>
                <a:ext uri="{FF2B5EF4-FFF2-40B4-BE49-F238E27FC236}">
                  <a16:creationId xmlns:a16="http://schemas.microsoft.com/office/drawing/2014/main" id="{4D60F31D-96DA-7FFE-CDFC-EDD533FACEED}"/>
                </a:ext>
              </a:extLst>
            </p:cNvPr>
            <p:cNvGrpSpPr/>
            <p:nvPr/>
          </p:nvGrpSpPr>
          <p:grpSpPr>
            <a:xfrm>
              <a:off x="1561672" y="4313522"/>
              <a:ext cx="9945384" cy="648400"/>
              <a:chOff x="1510301" y="4313522"/>
              <a:chExt cx="7205215" cy="648400"/>
            </a:xfrm>
          </p:grpSpPr>
          <p:sp>
            <p:nvSpPr>
              <p:cNvPr id="12" name="Google Shape;171;g37f520df3dc_0_413">
                <a:extLst>
                  <a:ext uri="{FF2B5EF4-FFF2-40B4-BE49-F238E27FC236}">
                    <a16:creationId xmlns:a16="http://schemas.microsoft.com/office/drawing/2014/main" id="{195093B6-38A4-8107-15F0-5A6B4652F48F}"/>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3" name="Google Shape;179;g37f520df3dc_0_413">
                <a:extLst>
                  <a:ext uri="{FF2B5EF4-FFF2-40B4-BE49-F238E27FC236}">
                    <a16:creationId xmlns:a16="http://schemas.microsoft.com/office/drawing/2014/main" id="{B0F3EA0C-8156-0222-56E7-22C7DA4BDE2F}"/>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C06917B7-AEFF-6B47-6464-A0F2E4118C63}"/>
              </a:ext>
            </a:extLst>
          </p:cNvPr>
          <p:cNvSpPr>
            <a:spLocks noGrp="1"/>
          </p:cNvSpPr>
          <p:nvPr>
            <p:ph idx="13"/>
          </p:nvPr>
        </p:nvSpPr>
        <p:spPr/>
        <p:txBody>
          <a:bodyPr>
            <a:normAutofit lnSpcReduction="10000"/>
          </a:bodyPr>
          <a:lstStyle/>
          <a:p>
            <a:r>
              <a:rPr lang="en-US" dirty="0"/>
              <a:t>During the 20th century, editing became more professional due to:</a:t>
            </a:r>
          </a:p>
        </p:txBody>
      </p:sp>
      <p:sp>
        <p:nvSpPr>
          <p:cNvPr id="3" name="Content Placeholder 2">
            <a:extLst>
              <a:ext uri="{FF2B5EF4-FFF2-40B4-BE49-F238E27FC236}">
                <a16:creationId xmlns:a16="http://schemas.microsoft.com/office/drawing/2014/main" id="{E2F87155-2DB8-9E1E-76C1-8B5716F2C802}"/>
              </a:ext>
            </a:extLst>
          </p:cNvPr>
          <p:cNvSpPr>
            <a:spLocks noGrp="1"/>
          </p:cNvSpPr>
          <p:nvPr>
            <p:ph idx="14"/>
          </p:nvPr>
        </p:nvSpPr>
        <p:spPr/>
        <p:txBody>
          <a:bodyPr>
            <a:normAutofit/>
          </a:bodyPr>
          <a:lstStyle/>
          <a:p>
            <a:r>
              <a:rPr lang="en-US" dirty="0"/>
              <a:t>Reduced demand for news</a:t>
            </a:r>
            <a:endParaRPr lang="en-GB" dirty="0"/>
          </a:p>
        </p:txBody>
      </p:sp>
      <p:sp>
        <p:nvSpPr>
          <p:cNvPr id="4" name="Content Placeholder 3">
            <a:extLst>
              <a:ext uri="{FF2B5EF4-FFF2-40B4-BE49-F238E27FC236}">
                <a16:creationId xmlns:a16="http://schemas.microsoft.com/office/drawing/2014/main" id="{4AE02A4E-0D7D-EC4F-344B-22DFE8C102DA}"/>
              </a:ext>
            </a:extLst>
          </p:cNvPr>
          <p:cNvSpPr>
            <a:spLocks noGrp="1"/>
          </p:cNvSpPr>
          <p:nvPr>
            <p:ph idx="15"/>
          </p:nvPr>
        </p:nvSpPr>
        <p:spPr/>
        <p:txBody>
          <a:bodyPr>
            <a:normAutofit/>
          </a:bodyPr>
          <a:lstStyle/>
          <a:p>
            <a:r>
              <a:rPr lang="en-US" dirty="0"/>
              <a:t>Elimination of errors</a:t>
            </a:r>
            <a:endParaRPr lang="en-GB" dirty="0"/>
          </a:p>
        </p:txBody>
      </p:sp>
      <p:sp>
        <p:nvSpPr>
          <p:cNvPr id="5" name="Content Placeholder 4">
            <a:extLst>
              <a:ext uri="{FF2B5EF4-FFF2-40B4-BE49-F238E27FC236}">
                <a16:creationId xmlns:a16="http://schemas.microsoft.com/office/drawing/2014/main" id="{8535EF48-5D56-629A-B547-F27BEF580D16}"/>
              </a:ext>
            </a:extLst>
          </p:cNvPr>
          <p:cNvSpPr>
            <a:spLocks noGrp="1"/>
          </p:cNvSpPr>
          <p:nvPr>
            <p:ph idx="16"/>
          </p:nvPr>
        </p:nvSpPr>
        <p:spPr/>
        <p:txBody>
          <a:bodyPr>
            <a:normAutofit/>
          </a:bodyPr>
          <a:lstStyle/>
          <a:p>
            <a:r>
              <a:rPr lang="en-US" dirty="0"/>
              <a:t>Establishment of journalistic standards and ethics</a:t>
            </a:r>
            <a:endParaRPr lang="en-GB" dirty="0"/>
          </a:p>
        </p:txBody>
      </p:sp>
      <p:sp>
        <p:nvSpPr>
          <p:cNvPr id="6" name="Content Placeholder 5">
            <a:extLst>
              <a:ext uri="{FF2B5EF4-FFF2-40B4-BE49-F238E27FC236}">
                <a16:creationId xmlns:a16="http://schemas.microsoft.com/office/drawing/2014/main" id="{C077A256-52C5-D211-CD36-482D5985ECCA}"/>
              </a:ext>
            </a:extLst>
          </p:cNvPr>
          <p:cNvSpPr>
            <a:spLocks noGrp="1"/>
          </p:cNvSpPr>
          <p:nvPr>
            <p:ph idx="17"/>
          </p:nvPr>
        </p:nvSpPr>
        <p:spPr/>
        <p:txBody>
          <a:bodyPr>
            <a:normAutofit/>
          </a:bodyPr>
          <a:lstStyle/>
          <a:p>
            <a:pPr marL="0" indent="0"/>
            <a:r>
              <a:rPr lang="en-US" dirty="0"/>
              <a:t>Decline in media </a:t>
            </a:r>
            <a:r>
              <a:rPr lang="en-US" dirty="0" err="1"/>
              <a:t>organisations</a:t>
            </a:r>
            <a:endParaRPr lang="en-GB" dirty="0"/>
          </a:p>
        </p:txBody>
      </p:sp>
      <p:sp>
        <p:nvSpPr>
          <p:cNvPr id="7" name="Content Placeholder 4">
            <a:extLst>
              <a:ext uri="{FF2B5EF4-FFF2-40B4-BE49-F238E27FC236}">
                <a16:creationId xmlns:a16="http://schemas.microsoft.com/office/drawing/2014/main" id="{F4A15179-4AB4-608E-84CD-2E4D91D37FA1}"/>
              </a:ext>
            </a:extLst>
          </p:cNvPr>
          <p:cNvSpPr txBox="1">
            <a:spLocks/>
          </p:cNvSpPr>
          <p:nvPr/>
        </p:nvSpPr>
        <p:spPr>
          <a:xfrm>
            <a:off x="1832614" y="5885054"/>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9" name="TextBox 8">
            <a:extLst>
              <a:ext uri="{FF2B5EF4-FFF2-40B4-BE49-F238E27FC236}">
                <a16:creationId xmlns:a16="http://schemas.microsoft.com/office/drawing/2014/main" id="{E8923791-BA2A-A06A-1E91-7BA5678C8942}"/>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124581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18B5-231A-256F-5324-8DB103467E59}"/>
              </a:ext>
            </a:extLst>
          </p:cNvPr>
          <p:cNvSpPr>
            <a:spLocks noGrp="1"/>
          </p:cNvSpPr>
          <p:nvPr>
            <p:ph type="title"/>
          </p:nvPr>
        </p:nvSpPr>
        <p:spPr/>
        <p:txBody>
          <a:bodyPr/>
          <a:lstStyle/>
          <a:p>
            <a:r>
              <a:rPr lang="en-GB" b="1"/>
              <a:t>Editing and Misinformation</a:t>
            </a:r>
          </a:p>
        </p:txBody>
      </p:sp>
      <p:sp>
        <p:nvSpPr>
          <p:cNvPr id="3" name="Content Placeholder 2">
            <a:extLst>
              <a:ext uri="{FF2B5EF4-FFF2-40B4-BE49-F238E27FC236}">
                <a16:creationId xmlns:a16="http://schemas.microsoft.com/office/drawing/2014/main" id="{025537B4-F964-92D8-409E-D624F7DD0DFC}"/>
              </a:ext>
            </a:extLst>
          </p:cNvPr>
          <p:cNvSpPr>
            <a:spLocks noGrp="1"/>
          </p:cNvSpPr>
          <p:nvPr>
            <p:ph idx="1"/>
          </p:nvPr>
        </p:nvSpPr>
        <p:spPr/>
        <p:txBody>
          <a:bodyPr/>
          <a:lstStyle/>
          <a:p>
            <a:r>
              <a:rPr lang="en-GB" dirty="0"/>
              <a:t>Prevents publication of false or misleading content</a:t>
            </a:r>
          </a:p>
          <a:p>
            <a:r>
              <a:rPr lang="en-GB" dirty="0"/>
              <a:t>Ensures verification of facts and sources</a:t>
            </a:r>
          </a:p>
          <a:p>
            <a:r>
              <a:rPr lang="en-GB" dirty="0"/>
              <a:t>Reduces errors that damage credibility</a:t>
            </a:r>
            <a:br>
              <a:rPr lang="en-GB" dirty="0"/>
            </a:br>
            <a:endParaRPr lang="en-GB" dirty="0"/>
          </a:p>
          <a:p>
            <a:pPr marL="0" indent="0">
              <a:buNone/>
            </a:pPr>
            <a:r>
              <a:rPr lang="en-GB" b="1" dirty="0"/>
              <a:t>Key Idea:</a:t>
            </a:r>
          </a:p>
          <a:p>
            <a:r>
              <a:rPr lang="en-GB" dirty="0"/>
              <a:t>Poor editing can lead to reputational damage and loss of trust</a:t>
            </a:r>
          </a:p>
        </p:txBody>
      </p:sp>
      <p:sp>
        <p:nvSpPr>
          <p:cNvPr id="4" name="Content Placeholder 3">
            <a:extLst>
              <a:ext uri="{FF2B5EF4-FFF2-40B4-BE49-F238E27FC236}">
                <a16:creationId xmlns:a16="http://schemas.microsoft.com/office/drawing/2014/main" id="{24769967-23BB-ABA9-A25E-A1186253F43E}"/>
              </a:ext>
            </a:extLst>
          </p:cNvPr>
          <p:cNvSpPr>
            <a:spLocks noGrp="1"/>
          </p:cNvSpPr>
          <p:nvPr>
            <p:ph idx="13"/>
          </p:nvPr>
        </p:nvSpPr>
        <p:spPr/>
        <p:txBody>
          <a:bodyPr/>
          <a:lstStyle/>
          <a:p>
            <a:r>
              <a:rPr lang="en-GB"/>
              <a:t>Editing as a Defence Against Misinformation</a:t>
            </a:r>
          </a:p>
        </p:txBody>
      </p:sp>
    </p:spTree>
    <p:extLst>
      <p:ext uri="{BB962C8B-B14F-4D97-AF65-F5344CB8AC3E}">
        <p14:creationId xmlns:p14="http://schemas.microsoft.com/office/powerpoint/2010/main" val="3179940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3D164-1C5B-E891-FBC1-184BADFEF218}"/>
              </a:ext>
            </a:extLst>
          </p:cNvPr>
          <p:cNvSpPr>
            <a:spLocks noGrp="1"/>
          </p:cNvSpPr>
          <p:nvPr>
            <p:ph type="title"/>
          </p:nvPr>
        </p:nvSpPr>
        <p:spPr/>
        <p:txBody>
          <a:bodyPr/>
          <a:lstStyle/>
          <a:p>
            <a:r>
              <a:rPr lang="en-GB" b="1"/>
              <a:t>Conceptual Insight</a:t>
            </a:r>
          </a:p>
        </p:txBody>
      </p:sp>
      <p:sp>
        <p:nvSpPr>
          <p:cNvPr id="3" name="Content Placeholder 2">
            <a:extLst>
              <a:ext uri="{FF2B5EF4-FFF2-40B4-BE49-F238E27FC236}">
                <a16:creationId xmlns:a16="http://schemas.microsoft.com/office/drawing/2014/main" id="{046979C5-DE65-0878-C1B1-5220CD1D1AD6}"/>
              </a:ext>
            </a:extLst>
          </p:cNvPr>
          <p:cNvSpPr>
            <a:spLocks noGrp="1"/>
          </p:cNvSpPr>
          <p:nvPr>
            <p:ph idx="1"/>
          </p:nvPr>
        </p:nvSpPr>
        <p:spPr/>
        <p:txBody>
          <a:bodyPr>
            <a:normAutofit/>
          </a:bodyPr>
          <a:lstStyle/>
          <a:p>
            <a:r>
              <a:rPr lang="en-GB" dirty="0"/>
              <a:t>Editors decide what content is published or rejected</a:t>
            </a:r>
          </a:p>
          <a:p>
            <a:r>
              <a:rPr lang="en-GB" dirty="0"/>
              <a:t>They influence which voices and perspectives are amplified</a:t>
            </a:r>
            <a:br>
              <a:rPr lang="en-GB" dirty="0"/>
            </a:br>
            <a:endParaRPr lang="en-GB" dirty="0"/>
          </a:p>
          <a:p>
            <a:pPr marL="0" indent="0">
              <a:buNone/>
            </a:pPr>
            <a:r>
              <a:rPr lang="en-GB" b="1" dirty="0"/>
              <a:t>Implication</a:t>
            </a:r>
            <a:r>
              <a:rPr lang="en-GB" dirty="0"/>
              <a:t>:</a:t>
            </a:r>
          </a:p>
          <a:p>
            <a:r>
              <a:rPr lang="en-GB" dirty="0"/>
              <a:t>Editing shapes public discourse</a:t>
            </a:r>
          </a:p>
          <a:p>
            <a:r>
              <a:rPr lang="en-GB" dirty="0"/>
              <a:t>Editors act as filters of information</a:t>
            </a:r>
          </a:p>
        </p:txBody>
      </p:sp>
      <p:sp>
        <p:nvSpPr>
          <p:cNvPr id="4" name="Content Placeholder 3">
            <a:extLst>
              <a:ext uri="{FF2B5EF4-FFF2-40B4-BE49-F238E27FC236}">
                <a16:creationId xmlns:a16="http://schemas.microsoft.com/office/drawing/2014/main" id="{0ABA5325-D3B1-8EA2-7CD9-6926D57D87F7}"/>
              </a:ext>
            </a:extLst>
          </p:cNvPr>
          <p:cNvSpPr>
            <a:spLocks noGrp="1"/>
          </p:cNvSpPr>
          <p:nvPr>
            <p:ph idx="13"/>
          </p:nvPr>
        </p:nvSpPr>
        <p:spPr/>
        <p:txBody>
          <a:bodyPr/>
          <a:lstStyle/>
          <a:p>
            <a:r>
              <a:rPr lang="en-GB" b="1" dirty="0"/>
              <a:t>Editing as Gatekeeping</a:t>
            </a:r>
          </a:p>
        </p:txBody>
      </p:sp>
    </p:spTree>
    <p:extLst>
      <p:ext uri="{BB962C8B-B14F-4D97-AF65-F5344CB8AC3E}">
        <p14:creationId xmlns:p14="http://schemas.microsoft.com/office/powerpoint/2010/main" val="2211465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08841-3838-C4DE-A08E-2919D96E00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5B57B4-6723-CA6D-B474-8C37EB6E95D9}"/>
              </a:ext>
            </a:extLst>
          </p:cNvPr>
          <p:cNvSpPr>
            <a:spLocks noGrp="1"/>
          </p:cNvSpPr>
          <p:nvPr>
            <p:ph idx="13"/>
          </p:nvPr>
        </p:nvSpPr>
        <p:spPr/>
        <p:txBody>
          <a:bodyPr>
            <a:normAutofit lnSpcReduction="10000"/>
          </a:bodyPr>
          <a:lstStyle/>
          <a:p>
            <a:r>
              <a:rPr lang="en-US" dirty="0"/>
              <a:t>Which of the following best describes editing in the digital era?</a:t>
            </a:r>
            <a:endParaRPr lang="en-US" b="1" dirty="0">
              <a:sym typeface="Afacad Flux"/>
            </a:endParaRPr>
          </a:p>
        </p:txBody>
      </p:sp>
      <p:sp>
        <p:nvSpPr>
          <p:cNvPr id="4" name="Content Placeholder 3">
            <a:extLst>
              <a:ext uri="{FF2B5EF4-FFF2-40B4-BE49-F238E27FC236}">
                <a16:creationId xmlns:a16="http://schemas.microsoft.com/office/drawing/2014/main" id="{C064FD30-DDFD-309C-8124-0392C8E24B68}"/>
              </a:ext>
            </a:extLst>
          </p:cNvPr>
          <p:cNvSpPr>
            <a:spLocks noGrp="1"/>
          </p:cNvSpPr>
          <p:nvPr>
            <p:ph idx="15"/>
          </p:nvPr>
        </p:nvSpPr>
        <p:spPr/>
        <p:txBody>
          <a:bodyPr>
            <a:normAutofit/>
          </a:bodyPr>
          <a:lstStyle/>
          <a:p>
            <a:r>
              <a:rPr lang="en-US" dirty="0"/>
              <a:t>Limited to print media</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AD94C2C9-3974-79D6-94EF-ED99070E78A3}"/>
              </a:ext>
            </a:extLst>
          </p:cNvPr>
          <p:cNvSpPr>
            <a:spLocks noGrp="1"/>
          </p:cNvSpPr>
          <p:nvPr>
            <p:ph idx="17"/>
          </p:nvPr>
        </p:nvSpPr>
        <p:spPr/>
        <p:txBody>
          <a:bodyPr>
            <a:normAutofit/>
          </a:bodyPr>
          <a:lstStyle/>
          <a:p>
            <a:r>
              <a:rPr lang="en-US" dirty="0"/>
              <a:t>Completely automated without human input</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27B804AC-8391-2A58-3E67-89B2DE9ABB8A}"/>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584EE599-098C-FC4A-D503-7A257E69DA63}"/>
              </a:ext>
            </a:extLst>
          </p:cNvPr>
          <p:cNvSpPr>
            <a:spLocks noGrp="1"/>
          </p:cNvSpPr>
          <p:nvPr>
            <p:ph idx="14"/>
          </p:nvPr>
        </p:nvSpPr>
        <p:spPr/>
        <p:txBody>
          <a:bodyPr>
            <a:normAutofit/>
          </a:bodyPr>
          <a:lstStyle/>
          <a:p>
            <a:r>
              <a:rPr lang="en-US" dirty="0"/>
              <a:t>Slow and manual</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D4144189-FDCF-526F-21E5-A4068310314B}"/>
              </a:ext>
            </a:extLst>
          </p:cNvPr>
          <p:cNvSpPr txBox="1">
            <a:spLocks/>
          </p:cNvSpPr>
          <p:nvPr/>
        </p:nvSpPr>
        <p:spPr>
          <a:xfrm>
            <a:off x="1832614" y="4351211"/>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Real-time and multi-platform</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12D6AE0F-B184-2415-2623-3B6275380F80}"/>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414008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A860E-52B0-08F6-4A71-16AE62D77931}"/>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D19D414C-81E7-A2D8-BA2F-94F0803A6309}"/>
              </a:ext>
            </a:extLst>
          </p:cNvPr>
          <p:cNvGrpSpPr/>
          <p:nvPr/>
        </p:nvGrpSpPr>
        <p:grpSpPr>
          <a:xfrm>
            <a:off x="853505" y="4313522"/>
            <a:ext cx="10653551" cy="648400"/>
            <a:chOff x="853505" y="4313522"/>
            <a:chExt cx="10653551" cy="648400"/>
          </a:xfrm>
        </p:grpSpPr>
        <p:sp>
          <p:nvSpPr>
            <p:cNvPr id="12" name="Google Shape;179;g37f520df3dc_0_413">
              <a:extLst>
                <a:ext uri="{FF2B5EF4-FFF2-40B4-BE49-F238E27FC236}">
                  <a16:creationId xmlns:a16="http://schemas.microsoft.com/office/drawing/2014/main" id="{25DCC434-BF03-73B8-1D40-FE1F63A9F30C}"/>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3" name="Group 12">
              <a:extLst>
                <a:ext uri="{FF2B5EF4-FFF2-40B4-BE49-F238E27FC236}">
                  <a16:creationId xmlns:a16="http://schemas.microsoft.com/office/drawing/2014/main" id="{ABCB7B54-81D8-0385-7610-405A3D7C0CB9}"/>
                </a:ext>
              </a:extLst>
            </p:cNvPr>
            <p:cNvGrpSpPr/>
            <p:nvPr/>
          </p:nvGrpSpPr>
          <p:grpSpPr>
            <a:xfrm>
              <a:off x="1561672" y="4313522"/>
              <a:ext cx="9945384" cy="648400"/>
              <a:chOff x="1510301" y="4313522"/>
              <a:chExt cx="7205215" cy="648400"/>
            </a:xfrm>
          </p:grpSpPr>
          <p:sp>
            <p:nvSpPr>
              <p:cNvPr id="14" name="Google Shape;171;g37f520df3dc_0_413">
                <a:extLst>
                  <a:ext uri="{FF2B5EF4-FFF2-40B4-BE49-F238E27FC236}">
                    <a16:creationId xmlns:a16="http://schemas.microsoft.com/office/drawing/2014/main" id="{1286B545-4DA5-AC3E-33D9-3E264ADE3D1B}"/>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5" name="Google Shape;179;g37f520df3dc_0_413">
                <a:extLst>
                  <a:ext uri="{FF2B5EF4-FFF2-40B4-BE49-F238E27FC236}">
                    <a16:creationId xmlns:a16="http://schemas.microsoft.com/office/drawing/2014/main" id="{31641C34-73A2-9C46-9D6C-F9CDAB1CF6F6}"/>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F3CAF821-2DCC-1F1E-B48F-F2CD2A7F2C55}"/>
              </a:ext>
            </a:extLst>
          </p:cNvPr>
          <p:cNvSpPr>
            <a:spLocks noGrp="1"/>
          </p:cNvSpPr>
          <p:nvPr>
            <p:ph idx="13"/>
          </p:nvPr>
        </p:nvSpPr>
        <p:spPr/>
        <p:txBody>
          <a:bodyPr>
            <a:normAutofit lnSpcReduction="10000"/>
          </a:bodyPr>
          <a:lstStyle/>
          <a:p>
            <a:r>
              <a:rPr lang="en-US" dirty="0"/>
              <a:t>Which of the following best describes editing in the digital era?</a:t>
            </a:r>
            <a:endParaRPr lang="en-US" b="1" dirty="0">
              <a:sym typeface="Afacad Flux"/>
            </a:endParaRPr>
          </a:p>
        </p:txBody>
      </p:sp>
      <p:sp>
        <p:nvSpPr>
          <p:cNvPr id="4" name="Content Placeholder 3">
            <a:extLst>
              <a:ext uri="{FF2B5EF4-FFF2-40B4-BE49-F238E27FC236}">
                <a16:creationId xmlns:a16="http://schemas.microsoft.com/office/drawing/2014/main" id="{0D303370-1B8B-9B4D-497A-B4C6748E6397}"/>
              </a:ext>
            </a:extLst>
          </p:cNvPr>
          <p:cNvSpPr>
            <a:spLocks noGrp="1"/>
          </p:cNvSpPr>
          <p:nvPr>
            <p:ph idx="15"/>
          </p:nvPr>
        </p:nvSpPr>
        <p:spPr/>
        <p:txBody>
          <a:bodyPr>
            <a:normAutofit/>
          </a:bodyPr>
          <a:lstStyle/>
          <a:p>
            <a:r>
              <a:rPr lang="en-US" dirty="0"/>
              <a:t>Limited to print media</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4BB5948B-0944-B13E-7E34-71BC8FC96822}"/>
              </a:ext>
            </a:extLst>
          </p:cNvPr>
          <p:cNvSpPr>
            <a:spLocks noGrp="1"/>
          </p:cNvSpPr>
          <p:nvPr>
            <p:ph idx="17"/>
          </p:nvPr>
        </p:nvSpPr>
        <p:spPr/>
        <p:txBody>
          <a:bodyPr>
            <a:normAutofit/>
          </a:bodyPr>
          <a:lstStyle/>
          <a:p>
            <a:r>
              <a:rPr lang="en-US" dirty="0"/>
              <a:t>Completely automated without human input</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B07EFC49-FC06-372A-29CA-D2C2B58535E4}"/>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9469EBE2-0CC1-85B3-8D1F-1C7FC3C5DDC4}"/>
              </a:ext>
            </a:extLst>
          </p:cNvPr>
          <p:cNvSpPr>
            <a:spLocks noGrp="1"/>
          </p:cNvSpPr>
          <p:nvPr>
            <p:ph idx="14"/>
          </p:nvPr>
        </p:nvSpPr>
        <p:spPr/>
        <p:txBody>
          <a:bodyPr>
            <a:normAutofit/>
          </a:bodyPr>
          <a:lstStyle/>
          <a:p>
            <a:r>
              <a:rPr lang="en-US" dirty="0"/>
              <a:t>Slow and manual</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32DEC5A5-FE2B-9718-A847-E71869BBC196}"/>
              </a:ext>
            </a:extLst>
          </p:cNvPr>
          <p:cNvSpPr txBox="1">
            <a:spLocks/>
          </p:cNvSpPr>
          <p:nvPr/>
        </p:nvSpPr>
        <p:spPr>
          <a:xfrm>
            <a:off x="1832614" y="4351211"/>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Real-time and multi-platform</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6CAEF1EF-50E7-1718-067F-B74955C5D527}"/>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929202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F1010-B3EF-CED8-5A7E-0638C3F4BBBA}"/>
              </a:ext>
            </a:extLst>
          </p:cNvPr>
          <p:cNvSpPr>
            <a:spLocks noGrp="1"/>
          </p:cNvSpPr>
          <p:nvPr>
            <p:ph type="title"/>
          </p:nvPr>
        </p:nvSpPr>
        <p:spPr/>
        <p:txBody>
          <a:bodyPr/>
          <a:lstStyle/>
          <a:p>
            <a:r>
              <a:rPr lang="en-GB" b="1"/>
              <a:t>Meaning Construction</a:t>
            </a:r>
          </a:p>
        </p:txBody>
      </p:sp>
      <p:sp>
        <p:nvSpPr>
          <p:cNvPr id="3" name="Content Placeholder 2">
            <a:extLst>
              <a:ext uri="{FF2B5EF4-FFF2-40B4-BE49-F238E27FC236}">
                <a16:creationId xmlns:a16="http://schemas.microsoft.com/office/drawing/2014/main" id="{80B5102A-82E4-66EC-89B0-94AF872AA6B7}"/>
              </a:ext>
            </a:extLst>
          </p:cNvPr>
          <p:cNvSpPr>
            <a:spLocks noGrp="1"/>
          </p:cNvSpPr>
          <p:nvPr>
            <p:ph idx="1"/>
          </p:nvPr>
        </p:nvSpPr>
        <p:spPr/>
        <p:txBody>
          <a:bodyPr>
            <a:normAutofit fontScale="85000" lnSpcReduction="20000"/>
          </a:bodyPr>
          <a:lstStyle/>
          <a:p>
            <a:r>
              <a:rPr lang="en-GB" dirty="0"/>
              <a:t>Editing is not neutral</a:t>
            </a:r>
          </a:p>
          <a:p>
            <a:r>
              <a:rPr lang="en-GB" dirty="0"/>
              <a:t>Choices in wording, structure, and visuals influence interpretation</a:t>
            </a:r>
            <a:br>
              <a:rPr lang="en-GB" dirty="0"/>
            </a:br>
            <a:endParaRPr lang="en-GB" dirty="0"/>
          </a:p>
          <a:p>
            <a:pPr marL="0" indent="0">
              <a:buNone/>
            </a:pPr>
            <a:r>
              <a:rPr lang="en-GB" b="1" dirty="0"/>
              <a:t>Examples:</a:t>
            </a:r>
          </a:p>
          <a:p>
            <a:r>
              <a:rPr lang="en-GB" dirty="0"/>
              <a:t>Headline framing</a:t>
            </a:r>
          </a:p>
          <a:p>
            <a:r>
              <a:rPr lang="en-GB" dirty="0"/>
              <a:t>Image selection</a:t>
            </a:r>
          </a:p>
          <a:p>
            <a:r>
              <a:rPr lang="en-GB" dirty="0"/>
              <a:t>Word choice</a:t>
            </a:r>
            <a:br>
              <a:rPr lang="en-GB" dirty="0"/>
            </a:br>
            <a:endParaRPr lang="en-GB" dirty="0"/>
          </a:p>
          <a:p>
            <a:pPr marL="0" indent="0">
              <a:buNone/>
            </a:pPr>
            <a:r>
              <a:rPr lang="en-GB" b="1" dirty="0"/>
              <a:t>Key Insight:</a:t>
            </a:r>
          </a:p>
          <a:p>
            <a:r>
              <a:rPr lang="en-GB" dirty="0"/>
              <a:t>Editors do not just correct content, they shape meaning</a:t>
            </a:r>
          </a:p>
        </p:txBody>
      </p:sp>
      <p:sp>
        <p:nvSpPr>
          <p:cNvPr id="4" name="Content Placeholder 3">
            <a:extLst>
              <a:ext uri="{FF2B5EF4-FFF2-40B4-BE49-F238E27FC236}">
                <a16:creationId xmlns:a16="http://schemas.microsoft.com/office/drawing/2014/main" id="{B62CDCE6-ABE9-3EB3-DABE-1EE05E484BA7}"/>
              </a:ext>
            </a:extLst>
          </p:cNvPr>
          <p:cNvSpPr>
            <a:spLocks noGrp="1"/>
          </p:cNvSpPr>
          <p:nvPr>
            <p:ph idx="13"/>
          </p:nvPr>
        </p:nvSpPr>
        <p:spPr/>
        <p:txBody>
          <a:bodyPr/>
          <a:lstStyle/>
          <a:p>
            <a:r>
              <a:rPr lang="en-GB" b="1" dirty="0"/>
              <a:t>Editing as Meaning Construction</a:t>
            </a:r>
          </a:p>
        </p:txBody>
      </p:sp>
    </p:spTree>
    <p:extLst>
      <p:ext uri="{BB962C8B-B14F-4D97-AF65-F5344CB8AC3E}">
        <p14:creationId xmlns:p14="http://schemas.microsoft.com/office/powerpoint/2010/main" val="1944837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170F8-DDA9-5644-C41D-EC74F4F914B2}"/>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B8421740-22A3-FE3D-D2B2-B409B6DE80F9}"/>
              </a:ext>
            </a:extLst>
          </p:cNvPr>
          <p:cNvSpPr>
            <a:spLocks noGrp="1"/>
          </p:cNvSpPr>
          <p:nvPr>
            <p:ph idx="1"/>
          </p:nvPr>
        </p:nvSpPr>
        <p:spPr/>
        <p:txBody>
          <a:bodyPr>
            <a:normAutofit/>
          </a:bodyPr>
          <a:lstStyle/>
          <a:p>
            <a:pPr marL="0" indent="0">
              <a:buNone/>
            </a:pPr>
            <a:r>
              <a:rPr lang="en-GB" dirty="0"/>
              <a:t>Version A: Neutral headline</a:t>
            </a:r>
          </a:p>
          <a:p>
            <a:pPr marL="0" indent="0">
              <a:buNone/>
            </a:pPr>
            <a:r>
              <a:rPr lang="en-GB" dirty="0"/>
              <a:t>Version B: Sensational headline</a:t>
            </a:r>
          </a:p>
          <a:p>
            <a:pPr marL="0" indent="0">
              <a:buNone/>
            </a:pPr>
            <a:endParaRPr lang="en-GB" dirty="0"/>
          </a:p>
          <a:p>
            <a:pPr marL="0" indent="0">
              <a:buNone/>
            </a:pPr>
            <a:r>
              <a:rPr lang="en-GB" b="1" dirty="0"/>
              <a:t>Discussion Prompt:</a:t>
            </a:r>
          </a:p>
          <a:p>
            <a:r>
              <a:rPr lang="en-GB" dirty="0"/>
              <a:t>How does editing change audience perception?</a:t>
            </a:r>
          </a:p>
        </p:txBody>
      </p:sp>
      <p:sp>
        <p:nvSpPr>
          <p:cNvPr id="4" name="Content Placeholder 3">
            <a:extLst>
              <a:ext uri="{FF2B5EF4-FFF2-40B4-BE49-F238E27FC236}">
                <a16:creationId xmlns:a16="http://schemas.microsoft.com/office/drawing/2014/main" id="{2A52DA15-6304-CE7F-EB80-D78D79884400}"/>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1072879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ED7CF-8122-A611-AFC1-9D10EC893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C7E9C-0AE6-661A-B3EB-A8D5F4AFE5D8}"/>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21C4B91E-5A7F-5F1E-5209-633EA87496D1}"/>
              </a:ext>
            </a:extLst>
          </p:cNvPr>
          <p:cNvSpPr>
            <a:spLocks noGrp="1"/>
          </p:cNvSpPr>
          <p:nvPr>
            <p:ph idx="1"/>
          </p:nvPr>
        </p:nvSpPr>
        <p:spPr/>
        <p:txBody>
          <a:bodyPr>
            <a:normAutofit/>
          </a:bodyPr>
          <a:lstStyle/>
          <a:p>
            <a:pPr marL="0" indent="0">
              <a:buNone/>
            </a:pPr>
            <a:r>
              <a:rPr lang="en-US" b="1" dirty="0"/>
              <a:t>Version A: </a:t>
            </a:r>
            <a:r>
              <a:rPr lang="en-US" dirty="0"/>
              <a:t>Neutral Headline</a:t>
            </a:r>
          </a:p>
          <a:p>
            <a:pPr marL="0" indent="0">
              <a:buNone/>
            </a:pPr>
            <a:r>
              <a:rPr lang="en-US" dirty="0"/>
              <a:t>“FG Approves New Education Policy to Improve Digital Learning in Public Schools”</a:t>
            </a:r>
          </a:p>
          <a:p>
            <a:pPr marL="0" indent="0">
              <a:buNone/>
            </a:pPr>
            <a:endParaRPr lang="en-US" dirty="0"/>
          </a:p>
          <a:p>
            <a:pPr marL="0" indent="0">
              <a:buNone/>
            </a:pPr>
            <a:r>
              <a:rPr lang="en-US" b="1" dirty="0"/>
              <a:t>Version B: </a:t>
            </a:r>
            <a:r>
              <a:rPr lang="en-US" dirty="0"/>
              <a:t>Sensational Headline</a:t>
            </a:r>
          </a:p>
          <a:p>
            <a:pPr marL="0" indent="0">
              <a:buNone/>
            </a:pPr>
            <a:r>
              <a:rPr lang="en-US" dirty="0"/>
              <a:t>“FG Rolls Out New Education Policy Despite Lack of Computers in Schools”</a:t>
            </a:r>
          </a:p>
        </p:txBody>
      </p:sp>
      <p:sp>
        <p:nvSpPr>
          <p:cNvPr id="4" name="Content Placeholder 3">
            <a:extLst>
              <a:ext uri="{FF2B5EF4-FFF2-40B4-BE49-F238E27FC236}">
                <a16:creationId xmlns:a16="http://schemas.microsoft.com/office/drawing/2014/main" id="{B051365A-4EC4-D9CD-7420-585FF23B81F1}"/>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3618468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EAEEB-C201-0235-D22C-D4DC04758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361B5-F298-C115-5512-386D9FC0301C}"/>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78EC9694-5516-3B98-52B8-081B4F21C5BB}"/>
              </a:ext>
            </a:extLst>
          </p:cNvPr>
          <p:cNvSpPr>
            <a:spLocks noGrp="1"/>
          </p:cNvSpPr>
          <p:nvPr>
            <p:ph idx="1"/>
          </p:nvPr>
        </p:nvSpPr>
        <p:spPr/>
        <p:txBody>
          <a:bodyPr>
            <a:normAutofit/>
          </a:bodyPr>
          <a:lstStyle/>
          <a:p>
            <a:pPr marL="0" indent="0">
              <a:buNone/>
            </a:pPr>
            <a:r>
              <a:rPr lang="en-US" b="1" dirty="0"/>
              <a:t>Version A: Neutral Headline</a:t>
            </a:r>
          </a:p>
          <a:p>
            <a:pPr marL="0" indent="0">
              <a:buNone/>
            </a:pPr>
            <a:r>
              <a:rPr lang="en-US" sz="6600" baseline="-25000" dirty="0"/>
              <a:t>“FG Approves New Education Policy to Improve Digital Learning in Public Schools”</a:t>
            </a:r>
          </a:p>
        </p:txBody>
      </p:sp>
      <p:sp>
        <p:nvSpPr>
          <p:cNvPr id="4" name="Content Placeholder 3">
            <a:extLst>
              <a:ext uri="{FF2B5EF4-FFF2-40B4-BE49-F238E27FC236}">
                <a16:creationId xmlns:a16="http://schemas.microsoft.com/office/drawing/2014/main" id="{B43FBD73-6CE3-4DB4-E679-4CAFF3D6C5E6}"/>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1043439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1B9C-A318-E538-7048-877EC027B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74BCB-6BE9-9FA3-9068-A83B2771EE4B}"/>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777DD60B-3F04-343D-C5E8-DEB032CC749F}"/>
              </a:ext>
            </a:extLst>
          </p:cNvPr>
          <p:cNvSpPr>
            <a:spLocks noGrp="1"/>
          </p:cNvSpPr>
          <p:nvPr>
            <p:ph idx="1"/>
          </p:nvPr>
        </p:nvSpPr>
        <p:spPr/>
        <p:txBody>
          <a:bodyPr>
            <a:normAutofit/>
          </a:bodyPr>
          <a:lstStyle/>
          <a:p>
            <a:pPr marL="0" indent="0">
              <a:buNone/>
            </a:pPr>
            <a:r>
              <a:rPr lang="en-US" b="1" dirty="0"/>
              <a:t>Version B: Sensational Headline</a:t>
            </a:r>
          </a:p>
          <a:p>
            <a:pPr marL="0" indent="0">
              <a:buNone/>
            </a:pPr>
            <a:r>
              <a:rPr lang="en-US" sz="4400" dirty="0"/>
              <a:t>“FG Rolls Out New Education Policy Despite Lack of Computers in Schools”</a:t>
            </a:r>
          </a:p>
        </p:txBody>
      </p:sp>
      <p:sp>
        <p:nvSpPr>
          <p:cNvPr id="4" name="Content Placeholder 3">
            <a:extLst>
              <a:ext uri="{FF2B5EF4-FFF2-40B4-BE49-F238E27FC236}">
                <a16:creationId xmlns:a16="http://schemas.microsoft.com/office/drawing/2014/main" id="{090F8856-3E00-606E-8553-BAB8890B9C9C}"/>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229572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38A73-15CC-BA95-6AB9-3E571E245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0A083-8479-7E06-DB48-612DB941CA96}"/>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5DB26930-B8EA-26E8-C378-111F69D50F65}"/>
              </a:ext>
            </a:extLst>
          </p:cNvPr>
          <p:cNvSpPr>
            <a:spLocks noGrp="1"/>
          </p:cNvSpPr>
          <p:nvPr>
            <p:ph idx="1"/>
          </p:nvPr>
        </p:nvSpPr>
        <p:spPr/>
        <p:txBody>
          <a:bodyPr>
            <a:normAutofit lnSpcReduction="10000"/>
          </a:bodyPr>
          <a:lstStyle/>
          <a:p>
            <a:pPr marL="0" indent="0">
              <a:buNone/>
            </a:pPr>
            <a:r>
              <a:rPr lang="en-US" dirty="0"/>
              <a:t>Version A: </a:t>
            </a:r>
            <a:r>
              <a:rPr lang="en-US" b="1" dirty="0"/>
              <a:t>Neutral Headline</a:t>
            </a:r>
          </a:p>
          <a:p>
            <a:pPr marL="0" indent="0">
              <a:buNone/>
            </a:pPr>
            <a:r>
              <a:rPr lang="en-US" sz="3600" dirty="0"/>
              <a:t>“FG Approves New Education Policy to Improve Digital Learning in Public Schools”</a:t>
            </a:r>
          </a:p>
          <a:p>
            <a:pPr marL="0" indent="0">
              <a:buNone/>
            </a:pPr>
            <a:endParaRPr lang="en-US" dirty="0"/>
          </a:p>
          <a:p>
            <a:pPr marL="0" indent="0">
              <a:buNone/>
            </a:pPr>
            <a:r>
              <a:rPr lang="en-US" dirty="0"/>
              <a:t>Version B</a:t>
            </a:r>
            <a:r>
              <a:rPr lang="en-US" b="1" dirty="0"/>
              <a:t>: Sensational Headline</a:t>
            </a:r>
          </a:p>
          <a:p>
            <a:pPr marL="0" indent="0">
              <a:buNone/>
            </a:pPr>
            <a:r>
              <a:rPr lang="en-US" sz="3600" dirty="0"/>
              <a:t>“FG Rolls Out New Education Policy Despite Lack of Computers in Schools”</a:t>
            </a:r>
            <a:r>
              <a:rPr lang="en-GB" sz="3600" b="1" dirty="0"/>
              <a:t> </a:t>
            </a:r>
          </a:p>
          <a:p>
            <a:pPr marL="0" indent="0">
              <a:buNone/>
            </a:pPr>
            <a:endParaRPr lang="en-US" dirty="0"/>
          </a:p>
        </p:txBody>
      </p:sp>
      <p:sp>
        <p:nvSpPr>
          <p:cNvPr id="4" name="Content Placeholder 3">
            <a:extLst>
              <a:ext uri="{FF2B5EF4-FFF2-40B4-BE49-F238E27FC236}">
                <a16:creationId xmlns:a16="http://schemas.microsoft.com/office/drawing/2014/main" id="{370D972C-7152-8B35-CAC4-B5555CAD63FC}"/>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1964763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F9CF-C296-96F5-3A66-86B01A926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E783C-89A0-E677-F0C4-DE91AF0582F6}"/>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6EA6F15C-A04F-A3C0-08F7-E79274A56B2B}"/>
              </a:ext>
            </a:extLst>
          </p:cNvPr>
          <p:cNvSpPr>
            <a:spLocks noGrp="1"/>
          </p:cNvSpPr>
          <p:nvPr>
            <p:ph idx="1"/>
          </p:nvPr>
        </p:nvSpPr>
        <p:spPr>
          <a:xfrm>
            <a:off x="838200" y="2547891"/>
            <a:ext cx="6842760" cy="3629072"/>
          </a:xfrm>
        </p:spPr>
        <p:txBody>
          <a:bodyPr>
            <a:normAutofit fontScale="92500" lnSpcReduction="20000"/>
          </a:bodyPr>
          <a:lstStyle/>
          <a:p>
            <a:pPr marL="0" indent="0">
              <a:buNone/>
            </a:pPr>
            <a:endParaRPr lang="en-GB" dirty="0"/>
          </a:p>
          <a:p>
            <a:pPr marL="0" indent="0">
              <a:buNone/>
            </a:pPr>
            <a:r>
              <a:rPr lang="en-GB" b="1" dirty="0"/>
              <a:t>Discussion Prompt:</a:t>
            </a:r>
          </a:p>
          <a:p>
            <a:pPr marL="0" indent="0">
              <a:buNone/>
            </a:pPr>
            <a:r>
              <a:rPr lang="en-GB" dirty="0"/>
              <a:t>How does editing change audience perception?</a:t>
            </a:r>
          </a:p>
          <a:p>
            <a:pPr marL="0" indent="0">
              <a:buNone/>
            </a:pPr>
            <a:endParaRPr lang="en-GB" dirty="0"/>
          </a:p>
          <a:p>
            <a:pPr marL="0" indent="0">
              <a:buNone/>
            </a:pPr>
            <a:r>
              <a:rPr lang="en-GB" b="1" dirty="0"/>
              <a:t>Answer Template</a:t>
            </a:r>
          </a:p>
          <a:p>
            <a:pPr marL="0" indent="0">
              <a:buNone/>
            </a:pPr>
            <a:r>
              <a:rPr lang="en-GB" dirty="0"/>
              <a:t>In this case illustration, _________________________________</a:t>
            </a:r>
          </a:p>
          <a:p>
            <a:pPr marL="0" indent="0">
              <a:buNone/>
            </a:pPr>
            <a:r>
              <a:rPr lang="en-GB" dirty="0"/>
              <a:t>Ensure that you write full sentence(s)</a:t>
            </a:r>
            <a:endParaRPr lang="en-US" dirty="0"/>
          </a:p>
        </p:txBody>
      </p:sp>
      <p:sp>
        <p:nvSpPr>
          <p:cNvPr id="4" name="Content Placeholder 3">
            <a:extLst>
              <a:ext uri="{FF2B5EF4-FFF2-40B4-BE49-F238E27FC236}">
                <a16:creationId xmlns:a16="http://schemas.microsoft.com/office/drawing/2014/main" id="{1117345F-851B-589D-4990-010723BB641A}"/>
              </a:ext>
            </a:extLst>
          </p:cNvPr>
          <p:cNvSpPr>
            <a:spLocks noGrp="1"/>
          </p:cNvSpPr>
          <p:nvPr>
            <p:ph idx="13"/>
          </p:nvPr>
        </p:nvSpPr>
        <p:spPr/>
        <p:txBody>
          <a:bodyPr/>
          <a:lstStyle/>
          <a:p>
            <a:r>
              <a:rPr lang="en-GB" b="1" dirty="0"/>
              <a:t>Example: Same Story, Different Meaning</a:t>
            </a:r>
            <a:endParaRPr lang="en-US" b="1" dirty="0"/>
          </a:p>
        </p:txBody>
      </p:sp>
      <p:sp>
        <p:nvSpPr>
          <p:cNvPr id="5" name="Content Placeholder 2">
            <a:extLst>
              <a:ext uri="{FF2B5EF4-FFF2-40B4-BE49-F238E27FC236}">
                <a16:creationId xmlns:a16="http://schemas.microsoft.com/office/drawing/2014/main" id="{8D0E29C5-0336-3CD5-67FA-582D6CBE7522}"/>
              </a:ext>
            </a:extLst>
          </p:cNvPr>
          <p:cNvSpPr txBox="1">
            <a:spLocks/>
          </p:cNvSpPr>
          <p:nvPr/>
        </p:nvSpPr>
        <p:spPr>
          <a:xfrm>
            <a:off x="6528816" y="2547891"/>
            <a:ext cx="4824984" cy="36290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Use this as a guide for your answers</a:t>
            </a:r>
          </a:p>
          <a:p>
            <a:r>
              <a:rPr lang="en-US" sz="2000" dirty="0"/>
              <a:t>Which headline would attract more clicks? Why? </a:t>
            </a:r>
          </a:p>
          <a:p>
            <a:r>
              <a:rPr lang="en-US" sz="2000" dirty="0"/>
              <a:t>Which headline builds more trust? </a:t>
            </a:r>
          </a:p>
          <a:p>
            <a:r>
              <a:rPr lang="en-US" sz="2000" dirty="0"/>
              <a:t>Which headline would a government spokesperson prefer? </a:t>
            </a:r>
          </a:p>
          <a:p>
            <a:r>
              <a:rPr lang="en-US" sz="2000" dirty="0"/>
              <a:t>Which headline would an opposition voice prefer? </a:t>
            </a:r>
          </a:p>
        </p:txBody>
      </p:sp>
    </p:spTree>
    <p:extLst>
      <p:ext uri="{BB962C8B-B14F-4D97-AF65-F5344CB8AC3E}">
        <p14:creationId xmlns:p14="http://schemas.microsoft.com/office/powerpoint/2010/main" val="1653580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2EF60-6D32-9325-8151-397B57F9D2BA}"/>
              </a:ext>
            </a:extLst>
          </p:cNvPr>
          <p:cNvSpPr>
            <a:spLocks noGrp="1"/>
          </p:cNvSpPr>
          <p:nvPr>
            <p:ph type="title"/>
          </p:nvPr>
        </p:nvSpPr>
        <p:spPr/>
        <p:txBody>
          <a:bodyPr/>
          <a:lstStyle/>
          <a:p>
            <a:r>
              <a:rPr lang="en-GB" b="1" dirty="0"/>
              <a:t>Class Activity</a:t>
            </a:r>
          </a:p>
        </p:txBody>
      </p:sp>
      <p:sp>
        <p:nvSpPr>
          <p:cNvPr id="3" name="Content Placeholder 2">
            <a:extLst>
              <a:ext uri="{FF2B5EF4-FFF2-40B4-BE49-F238E27FC236}">
                <a16:creationId xmlns:a16="http://schemas.microsoft.com/office/drawing/2014/main" id="{40F33E4B-5E11-E66A-2600-A3A6B039903C}"/>
              </a:ext>
            </a:extLst>
          </p:cNvPr>
          <p:cNvSpPr>
            <a:spLocks noGrp="1"/>
          </p:cNvSpPr>
          <p:nvPr>
            <p:ph idx="1"/>
          </p:nvPr>
        </p:nvSpPr>
        <p:spPr/>
        <p:txBody>
          <a:bodyPr>
            <a:normAutofit/>
          </a:bodyPr>
          <a:lstStyle/>
          <a:p>
            <a:pPr marL="0" indent="0">
              <a:buNone/>
            </a:pPr>
            <a:r>
              <a:rPr lang="en-GB" dirty="0"/>
              <a:t>In the next slide, I will provide a short, poorly written news paragraph. I am asking you to:</a:t>
            </a:r>
          </a:p>
          <a:p>
            <a:r>
              <a:rPr lang="en-GB" b="1" dirty="0"/>
              <a:t>Identify errors</a:t>
            </a:r>
          </a:p>
          <a:p>
            <a:r>
              <a:rPr lang="en-GB" b="1" dirty="0"/>
              <a:t>Suggest improvements</a:t>
            </a:r>
            <a:br>
              <a:rPr lang="en-GB" dirty="0"/>
            </a:br>
            <a:endParaRPr lang="en-GB" dirty="0"/>
          </a:p>
          <a:p>
            <a:pPr marL="0" indent="0">
              <a:buNone/>
            </a:pPr>
            <a:r>
              <a:rPr lang="en-GB" b="1" dirty="0"/>
              <a:t>The Objective:</a:t>
            </a:r>
          </a:p>
          <a:p>
            <a:r>
              <a:rPr lang="en-GB" dirty="0"/>
              <a:t>To introduce you to </a:t>
            </a:r>
            <a:r>
              <a:rPr lang="en-GB" b="1" dirty="0"/>
              <a:t>practical editing thinking </a:t>
            </a:r>
            <a:r>
              <a:rPr lang="en-GB" dirty="0"/>
              <a:t>early</a:t>
            </a:r>
          </a:p>
        </p:txBody>
      </p:sp>
      <p:sp>
        <p:nvSpPr>
          <p:cNvPr id="4" name="Content Placeholder 3">
            <a:extLst>
              <a:ext uri="{FF2B5EF4-FFF2-40B4-BE49-F238E27FC236}">
                <a16:creationId xmlns:a16="http://schemas.microsoft.com/office/drawing/2014/main" id="{7C03947C-47E9-88DD-03C6-A95E2A71C327}"/>
              </a:ext>
            </a:extLst>
          </p:cNvPr>
          <p:cNvSpPr>
            <a:spLocks noGrp="1"/>
          </p:cNvSpPr>
          <p:nvPr>
            <p:ph idx="13"/>
          </p:nvPr>
        </p:nvSpPr>
        <p:spPr/>
        <p:txBody>
          <a:bodyPr/>
          <a:lstStyle/>
          <a:p>
            <a:r>
              <a:rPr lang="en-GB" b="1" dirty="0"/>
              <a:t>Quick Exercise</a:t>
            </a:r>
          </a:p>
        </p:txBody>
      </p:sp>
    </p:spTree>
    <p:extLst>
      <p:ext uri="{BB962C8B-B14F-4D97-AF65-F5344CB8AC3E}">
        <p14:creationId xmlns:p14="http://schemas.microsoft.com/office/powerpoint/2010/main" val="2434123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23B67-622A-3ED2-ED65-FA315D3276BA}"/>
              </a:ext>
            </a:extLst>
          </p:cNvPr>
          <p:cNvSpPr>
            <a:spLocks noGrp="1"/>
          </p:cNvSpPr>
          <p:nvPr>
            <p:ph type="title"/>
          </p:nvPr>
        </p:nvSpPr>
        <p:spPr/>
        <p:txBody>
          <a:bodyPr/>
          <a:lstStyle/>
          <a:p>
            <a:r>
              <a:rPr lang="en-US" b="1" dirty="0"/>
              <a:t>Editing Exercise: News Paragraph</a:t>
            </a:r>
            <a:endParaRPr lang="en-GB" dirty="0"/>
          </a:p>
        </p:txBody>
      </p:sp>
      <p:sp>
        <p:nvSpPr>
          <p:cNvPr id="3" name="Content Placeholder 2">
            <a:extLst>
              <a:ext uri="{FF2B5EF4-FFF2-40B4-BE49-F238E27FC236}">
                <a16:creationId xmlns:a16="http://schemas.microsoft.com/office/drawing/2014/main" id="{114F2FB2-353A-0CE5-853D-57EFE11D0548}"/>
              </a:ext>
            </a:extLst>
          </p:cNvPr>
          <p:cNvSpPr>
            <a:spLocks noGrp="1"/>
          </p:cNvSpPr>
          <p:nvPr>
            <p:ph idx="1"/>
          </p:nvPr>
        </p:nvSpPr>
        <p:spPr/>
        <p:txBody>
          <a:bodyPr>
            <a:normAutofit lnSpcReduction="10000"/>
          </a:bodyPr>
          <a:lstStyle/>
          <a:p>
            <a:pPr marL="0" indent="0">
              <a:buNone/>
            </a:pPr>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pPr marL="0" indent="0">
              <a:buNone/>
            </a:pPr>
            <a:r>
              <a:rPr lang="en-US" b="1" dirty="0"/>
              <a:t>Task 1: Identify Errors</a:t>
            </a:r>
          </a:p>
          <a:p>
            <a:pPr marL="0" indent="0">
              <a:buNone/>
            </a:pPr>
            <a:r>
              <a:rPr lang="en-GB" b="1" dirty="0"/>
              <a:t>Task 2: Suggest improvements</a:t>
            </a:r>
          </a:p>
        </p:txBody>
      </p:sp>
      <p:sp>
        <p:nvSpPr>
          <p:cNvPr id="4" name="Content Placeholder 3">
            <a:extLst>
              <a:ext uri="{FF2B5EF4-FFF2-40B4-BE49-F238E27FC236}">
                <a16:creationId xmlns:a16="http://schemas.microsoft.com/office/drawing/2014/main" id="{291AE6E1-E664-2747-09D0-802D83CF76FB}"/>
              </a:ext>
            </a:extLst>
          </p:cNvPr>
          <p:cNvSpPr>
            <a:spLocks noGrp="1"/>
          </p:cNvSpPr>
          <p:nvPr>
            <p:ph idx="13"/>
          </p:nvPr>
        </p:nvSpPr>
        <p:spPr/>
        <p:txBody>
          <a:bodyPr/>
          <a:lstStyle/>
          <a:p>
            <a:r>
              <a:rPr lang="en-US" b="1" dirty="0"/>
              <a:t>Poorly Written Paragraph</a:t>
            </a:r>
            <a:endParaRPr lang="en-US" dirty="0"/>
          </a:p>
        </p:txBody>
      </p:sp>
    </p:spTree>
    <p:extLst>
      <p:ext uri="{BB962C8B-B14F-4D97-AF65-F5344CB8AC3E}">
        <p14:creationId xmlns:p14="http://schemas.microsoft.com/office/powerpoint/2010/main" val="4948086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702D-062D-294F-55CF-4702F4A75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17CA4-F0D0-1DAE-5DFE-B56AFDB6D56E}"/>
              </a:ext>
            </a:extLst>
          </p:cNvPr>
          <p:cNvSpPr>
            <a:spLocks noGrp="1"/>
          </p:cNvSpPr>
          <p:nvPr>
            <p:ph type="title"/>
          </p:nvPr>
        </p:nvSpPr>
        <p:spPr/>
        <p:txBody>
          <a:bodyPr/>
          <a:lstStyle/>
          <a:p>
            <a:r>
              <a:rPr lang="en-US" b="1" dirty="0"/>
              <a:t>Editing Exercise: News Paragraph</a:t>
            </a:r>
            <a:endParaRPr lang="en-GB" dirty="0"/>
          </a:p>
        </p:txBody>
      </p:sp>
      <p:sp>
        <p:nvSpPr>
          <p:cNvPr id="3" name="Content Placeholder 2">
            <a:extLst>
              <a:ext uri="{FF2B5EF4-FFF2-40B4-BE49-F238E27FC236}">
                <a16:creationId xmlns:a16="http://schemas.microsoft.com/office/drawing/2014/main" id="{2C4897F0-C715-789A-AADE-7AD58C397307}"/>
              </a:ext>
            </a:extLst>
          </p:cNvPr>
          <p:cNvSpPr>
            <a:spLocks noGrp="1"/>
          </p:cNvSpPr>
          <p:nvPr>
            <p:ph idx="1"/>
          </p:nvPr>
        </p:nvSpPr>
        <p:spPr/>
        <p:txBody>
          <a:bodyPr>
            <a:normAutofit lnSpcReduction="10000"/>
          </a:bodyPr>
          <a:lstStyle/>
          <a:p>
            <a:pPr marL="0" indent="0">
              <a:buNone/>
            </a:pPr>
            <a:r>
              <a:rPr lang="en-US" dirty="0"/>
              <a:t>The Federal Government yesterday announced plans to introduce a new education policy aimed at improving student performance across Nigeria.</a:t>
            </a:r>
          </a:p>
          <a:p>
            <a:pPr marL="0" indent="0">
              <a:buNone/>
            </a:pPr>
            <a:r>
              <a:rPr lang="en-US" dirty="0"/>
              <a:t>The Minister of Education stated that the policy focuses on digital learning and teacher training. However, many schools lack adequate computer facilities, and several teachers are not properly trained, making implementation difficult.</a:t>
            </a:r>
          </a:p>
          <a:p>
            <a:pPr marL="0" indent="0">
              <a:buNone/>
            </a:pPr>
            <a:r>
              <a:rPr lang="en-US" dirty="0"/>
              <a:t>Students in rural areas are expected to be the most affected by these challenges.</a:t>
            </a:r>
          </a:p>
        </p:txBody>
      </p:sp>
      <p:sp>
        <p:nvSpPr>
          <p:cNvPr id="4" name="Content Placeholder 3">
            <a:extLst>
              <a:ext uri="{FF2B5EF4-FFF2-40B4-BE49-F238E27FC236}">
                <a16:creationId xmlns:a16="http://schemas.microsoft.com/office/drawing/2014/main" id="{6968436C-F208-BC1E-7602-F13107ED9013}"/>
              </a:ext>
            </a:extLst>
          </p:cNvPr>
          <p:cNvSpPr>
            <a:spLocks noGrp="1"/>
          </p:cNvSpPr>
          <p:nvPr>
            <p:ph idx="13"/>
          </p:nvPr>
        </p:nvSpPr>
        <p:spPr/>
        <p:txBody>
          <a:bodyPr/>
          <a:lstStyle/>
          <a:p>
            <a:pPr marL="0" indent="0"/>
            <a:r>
              <a:rPr lang="en-US" b="1" dirty="0"/>
              <a:t>Edited Paragraph</a:t>
            </a:r>
            <a:endParaRPr lang="en-US" dirty="0"/>
          </a:p>
        </p:txBody>
      </p:sp>
    </p:spTree>
    <p:extLst>
      <p:ext uri="{BB962C8B-B14F-4D97-AF65-F5344CB8AC3E}">
        <p14:creationId xmlns:p14="http://schemas.microsoft.com/office/powerpoint/2010/main" val="1437194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EBDC-9F5F-A386-93F3-89B3BBD4F5E1}"/>
              </a:ext>
            </a:extLst>
          </p:cNvPr>
          <p:cNvSpPr>
            <a:spLocks noGrp="1"/>
          </p:cNvSpPr>
          <p:nvPr>
            <p:ph type="title"/>
          </p:nvPr>
        </p:nvSpPr>
        <p:spPr/>
        <p:txBody>
          <a:bodyPr/>
          <a:lstStyle/>
          <a:p>
            <a:r>
              <a:rPr lang="en-US" dirty="0"/>
              <a:t>AI Tools in Editing</a:t>
            </a:r>
            <a:endParaRPr lang="en-GB" dirty="0"/>
          </a:p>
        </p:txBody>
      </p:sp>
      <p:sp>
        <p:nvSpPr>
          <p:cNvPr id="3" name="Content Placeholder 2">
            <a:extLst>
              <a:ext uri="{FF2B5EF4-FFF2-40B4-BE49-F238E27FC236}">
                <a16:creationId xmlns:a16="http://schemas.microsoft.com/office/drawing/2014/main" id="{96CF7585-FB94-F2ED-21EF-629A54377050}"/>
              </a:ext>
            </a:extLst>
          </p:cNvPr>
          <p:cNvSpPr>
            <a:spLocks noGrp="1"/>
          </p:cNvSpPr>
          <p:nvPr>
            <p:ph idx="1"/>
          </p:nvPr>
        </p:nvSpPr>
        <p:spPr/>
        <p:txBody>
          <a:bodyPr>
            <a:normAutofit fontScale="85000" lnSpcReduction="20000"/>
          </a:bodyPr>
          <a:lstStyle/>
          <a:p>
            <a:pPr marL="0" indent="0">
              <a:buNone/>
            </a:pPr>
            <a:r>
              <a:rPr lang="en-US" b="1" dirty="0"/>
              <a:t>What AI Can Do Well</a:t>
            </a:r>
          </a:p>
          <a:p>
            <a:r>
              <a:rPr lang="en-US" b="1" dirty="0"/>
              <a:t>Grammar and Language Correction</a:t>
            </a:r>
            <a:br>
              <a:rPr lang="en-US" dirty="0"/>
            </a:br>
            <a:r>
              <a:rPr lang="en-US" dirty="0"/>
              <a:t>Identifies spelling, punctuation, and basic grammatical errors </a:t>
            </a:r>
          </a:p>
          <a:p>
            <a:r>
              <a:rPr lang="en-US" b="1" dirty="0"/>
              <a:t>Clarity and Readability Improvement</a:t>
            </a:r>
            <a:br>
              <a:rPr lang="en-US" dirty="0"/>
            </a:br>
            <a:r>
              <a:rPr lang="en-US" dirty="0"/>
              <a:t>Suggests simpler sentence structures and improved flow </a:t>
            </a:r>
          </a:p>
          <a:p>
            <a:r>
              <a:rPr lang="en-US" b="1" dirty="0"/>
              <a:t>Speed and Efficiency</a:t>
            </a:r>
            <a:br>
              <a:rPr lang="en-US" dirty="0"/>
            </a:br>
            <a:r>
              <a:rPr lang="en-US" dirty="0"/>
              <a:t>Processes large volumes of text quickly </a:t>
            </a:r>
          </a:p>
          <a:p>
            <a:r>
              <a:rPr lang="en-US" b="1" dirty="0"/>
              <a:t>Basic Content Refinement</a:t>
            </a:r>
            <a:br>
              <a:rPr lang="en-US" dirty="0"/>
            </a:br>
            <a:r>
              <a:rPr lang="en-US" dirty="0"/>
              <a:t>Rewrites sentences for tone and consistency </a:t>
            </a:r>
          </a:p>
          <a:p>
            <a:r>
              <a:rPr lang="en-US" b="1" dirty="0"/>
              <a:t>Headline Suggestions</a:t>
            </a:r>
            <a:br>
              <a:rPr lang="en-US" dirty="0"/>
            </a:br>
            <a:r>
              <a:rPr lang="en-US" dirty="0"/>
              <a:t>Generates multiple headline options for comparison</a:t>
            </a:r>
          </a:p>
        </p:txBody>
      </p:sp>
      <p:sp>
        <p:nvSpPr>
          <p:cNvPr id="4" name="Content Placeholder 3">
            <a:extLst>
              <a:ext uri="{FF2B5EF4-FFF2-40B4-BE49-F238E27FC236}">
                <a16:creationId xmlns:a16="http://schemas.microsoft.com/office/drawing/2014/main" id="{AE0CED7B-580A-1C98-601D-95E2F697D9DE}"/>
              </a:ext>
            </a:extLst>
          </p:cNvPr>
          <p:cNvSpPr>
            <a:spLocks noGrp="1"/>
          </p:cNvSpPr>
          <p:nvPr>
            <p:ph idx="13"/>
          </p:nvPr>
        </p:nvSpPr>
        <p:spPr/>
        <p:txBody>
          <a:bodyPr/>
          <a:lstStyle/>
          <a:p>
            <a:r>
              <a:rPr lang="en-US" dirty="0"/>
              <a:t>It is assistance, </a:t>
            </a:r>
            <a:r>
              <a:rPr lang="en-US" b="1" dirty="0"/>
              <a:t>not replacing you</a:t>
            </a:r>
            <a:endParaRPr lang="en-GB" b="1" dirty="0"/>
          </a:p>
        </p:txBody>
      </p:sp>
    </p:spTree>
    <p:extLst>
      <p:ext uri="{BB962C8B-B14F-4D97-AF65-F5344CB8AC3E}">
        <p14:creationId xmlns:p14="http://schemas.microsoft.com/office/powerpoint/2010/main" val="480252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655D6-8C12-3647-5129-940419A6A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0C3A0-F1EB-E6A6-21FD-1D4390E15345}"/>
              </a:ext>
            </a:extLst>
          </p:cNvPr>
          <p:cNvSpPr>
            <a:spLocks noGrp="1"/>
          </p:cNvSpPr>
          <p:nvPr>
            <p:ph type="title"/>
          </p:nvPr>
        </p:nvSpPr>
        <p:spPr/>
        <p:txBody>
          <a:bodyPr/>
          <a:lstStyle/>
          <a:p>
            <a:r>
              <a:rPr lang="en-US" dirty="0"/>
              <a:t>AI Tools in Editing</a:t>
            </a:r>
            <a:endParaRPr lang="en-GB" dirty="0"/>
          </a:p>
        </p:txBody>
      </p:sp>
      <p:sp>
        <p:nvSpPr>
          <p:cNvPr id="3" name="Content Placeholder 2">
            <a:extLst>
              <a:ext uri="{FF2B5EF4-FFF2-40B4-BE49-F238E27FC236}">
                <a16:creationId xmlns:a16="http://schemas.microsoft.com/office/drawing/2014/main" id="{48B6C704-9F1C-65A3-83D4-407CDE39AF66}"/>
              </a:ext>
            </a:extLst>
          </p:cNvPr>
          <p:cNvSpPr>
            <a:spLocks noGrp="1"/>
          </p:cNvSpPr>
          <p:nvPr>
            <p:ph idx="1"/>
          </p:nvPr>
        </p:nvSpPr>
        <p:spPr/>
        <p:txBody>
          <a:bodyPr>
            <a:normAutofit fontScale="85000" lnSpcReduction="20000"/>
          </a:bodyPr>
          <a:lstStyle/>
          <a:p>
            <a:pPr marL="0" indent="0">
              <a:buNone/>
            </a:pPr>
            <a:r>
              <a:rPr lang="en-US" b="1" dirty="0"/>
              <a:t>What AI Cannot Reliably Do</a:t>
            </a:r>
          </a:p>
          <a:p>
            <a:r>
              <a:rPr lang="en-US" b="1" dirty="0"/>
              <a:t>Fact-Checking with Certainty</a:t>
            </a:r>
            <a:br>
              <a:rPr lang="en-US" dirty="0"/>
            </a:br>
            <a:r>
              <a:rPr lang="en-US" dirty="0"/>
              <a:t>May generate or accept inaccurate information </a:t>
            </a:r>
          </a:p>
          <a:p>
            <a:r>
              <a:rPr lang="en-US" b="1" dirty="0"/>
              <a:t>Contextual Judgement</a:t>
            </a:r>
            <a:br>
              <a:rPr lang="en-US" dirty="0"/>
            </a:br>
            <a:r>
              <a:rPr lang="en-US" dirty="0"/>
              <a:t>Struggles with nuance, cultural sensitivity, and local realities </a:t>
            </a:r>
          </a:p>
          <a:p>
            <a:r>
              <a:rPr lang="en-US" b="1" dirty="0"/>
              <a:t>Editorial Decision-Making</a:t>
            </a:r>
            <a:br>
              <a:rPr lang="en-US" dirty="0"/>
            </a:br>
            <a:r>
              <a:rPr lang="en-US" dirty="0"/>
              <a:t>Cannot determine what should or should not be published </a:t>
            </a:r>
          </a:p>
          <a:p>
            <a:r>
              <a:rPr lang="en-US" b="1" dirty="0"/>
              <a:t>Ethical Reasoning</a:t>
            </a:r>
            <a:br>
              <a:rPr lang="en-US" dirty="0"/>
            </a:br>
            <a:r>
              <a:rPr lang="en-US" dirty="0"/>
              <a:t>Does not understand consequences of misinformation </a:t>
            </a:r>
          </a:p>
          <a:p>
            <a:r>
              <a:rPr lang="en-US" b="1" dirty="0"/>
              <a:t>Meaning Construction</a:t>
            </a:r>
            <a:br>
              <a:rPr lang="en-US" dirty="0"/>
            </a:br>
            <a:r>
              <a:rPr lang="en-US" dirty="0"/>
              <a:t>Cannot fully grasp how framing affects public perception</a:t>
            </a:r>
          </a:p>
        </p:txBody>
      </p:sp>
      <p:sp>
        <p:nvSpPr>
          <p:cNvPr id="4" name="Content Placeholder 3">
            <a:extLst>
              <a:ext uri="{FF2B5EF4-FFF2-40B4-BE49-F238E27FC236}">
                <a16:creationId xmlns:a16="http://schemas.microsoft.com/office/drawing/2014/main" id="{0B7D4909-4F52-2D52-D7F9-DC566F63A854}"/>
              </a:ext>
            </a:extLst>
          </p:cNvPr>
          <p:cNvSpPr>
            <a:spLocks noGrp="1"/>
          </p:cNvSpPr>
          <p:nvPr>
            <p:ph idx="13"/>
          </p:nvPr>
        </p:nvSpPr>
        <p:spPr/>
        <p:txBody>
          <a:bodyPr/>
          <a:lstStyle/>
          <a:p>
            <a:r>
              <a:rPr lang="en-US" dirty="0"/>
              <a:t>It is assistance, </a:t>
            </a:r>
            <a:r>
              <a:rPr lang="en-US" b="1" dirty="0"/>
              <a:t>not replacing you</a:t>
            </a:r>
            <a:endParaRPr lang="en-GB" b="1" dirty="0"/>
          </a:p>
        </p:txBody>
      </p:sp>
    </p:spTree>
    <p:extLst>
      <p:ext uri="{BB962C8B-B14F-4D97-AF65-F5344CB8AC3E}">
        <p14:creationId xmlns:p14="http://schemas.microsoft.com/office/powerpoint/2010/main" val="25948426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A3287-7C96-75B2-9094-69591104A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2FE36-6CB6-2C43-A9B3-F7DC323644D4}"/>
              </a:ext>
            </a:extLst>
          </p:cNvPr>
          <p:cNvSpPr>
            <a:spLocks noGrp="1"/>
          </p:cNvSpPr>
          <p:nvPr>
            <p:ph type="title"/>
          </p:nvPr>
        </p:nvSpPr>
        <p:spPr/>
        <p:txBody>
          <a:bodyPr/>
          <a:lstStyle/>
          <a:p>
            <a:r>
              <a:rPr lang="en-US" dirty="0"/>
              <a:t>AI Tools in Editing</a:t>
            </a:r>
            <a:endParaRPr lang="en-GB" dirty="0"/>
          </a:p>
        </p:txBody>
      </p:sp>
      <p:sp>
        <p:nvSpPr>
          <p:cNvPr id="3" name="Content Placeholder 2">
            <a:extLst>
              <a:ext uri="{FF2B5EF4-FFF2-40B4-BE49-F238E27FC236}">
                <a16:creationId xmlns:a16="http://schemas.microsoft.com/office/drawing/2014/main" id="{E37B162E-F9E2-71F6-2618-28D600D77ACA}"/>
              </a:ext>
            </a:extLst>
          </p:cNvPr>
          <p:cNvSpPr>
            <a:spLocks noGrp="1"/>
          </p:cNvSpPr>
          <p:nvPr>
            <p:ph idx="1"/>
          </p:nvPr>
        </p:nvSpPr>
        <p:spPr/>
        <p:txBody>
          <a:bodyPr>
            <a:normAutofit/>
          </a:bodyPr>
          <a:lstStyle/>
          <a:p>
            <a:pPr marL="0" indent="0">
              <a:buNone/>
            </a:pPr>
            <a:r>
              <a:rPr lang="en-US" b="1" dirty="0"/>
              <a:t>Practical Examples of Tools</a:t>
            </a:r>
          </a:p>
          <a:p>
            <a:r>
              <a:rPr lang="en-US" b="1" dirty="0"/>
              <a:t>Grammarly: </a:t>
            </a:r>
            <a:r>
              <a:rPr lang="en-US" dirty="0"/>
              <a:t>grammar and style correction </a:t>
            </a:r>
          </a:p>
          <a:p>
            <a:r>
              <a:rPr lang="en-US" b="1" dirty="0"/>
              <a:t>ChatGPT: </a:t>
            </a:r>
            <a:r>
              <a:rPr lang="en-US" dirty="0"/>
              <a:t>rewriting, </a:t>
            </a:r>
            <a:r>
              <a:rPr lang="en-US" dirty="0" err="1"/>
              <a:t>summarisation</a:t>
            </a:r>
            <a:r>
              <a:rPr lang="en-US" dirty="0"/>
              <a:t>, headline drafting </a:t>
            </a:r>
          </a:p>
          <a:p>
            <a:r>
              <a:rPr lang="en-US" b="1" dirty="0"/>
              <a:t>Microsoft Word Editor: </a:t>
            </a:r>
            <a:r>
              <a:rPr lang="en-US" dirty="0"/>
              <a:t>basic proofreading and suggestions</a:t>
            </a:r>
          </a:p>
        </p:txBody>
      </p:sp>
      <p:sp>
        <p:nvSpPr>
          <p:cNvPr id="4" name="Content Placeholder 3">
            <a:extLst>
              <a:ext uri="{FF2B5EF4-FFF2-40B4-BE49-F238E27FC236}">
                <a16:creationId xmlns:a16="http://schemas.microsoft.com/office/drawing/2014/main" id="{839512C8-DA85-E409-E36A-2CF50F13D40C}"/>
              </a:ext>
            </a:extLst>
          </p:cNvPr>
          <p:cNvSpPr>
            <a:spLocks noGrp="1"/>
          </p:cNvSpPr>
          <p:nvPr>
            <p:ph idx="13"/>
          </p:nvPr>
        </p:nvSpPr>
        <p:spPr/>
        <p:txBody>
          <a:bodyPr/>
          <a:lstStyle/>
          <a:p>
            <a:r>
              <a:rPr lang="en-US" dirty="0"/>
              <a:t>It is assistance, </a:t>
            </a:r>
            <a:r>
              <a:rPr lang="en-US" b="1" dirty="0"/>
              <a:t>not replacing you</a:t>
            </a:r>
            <a:endParaRPr lang="en-GB" b="1" dirty="0"/>
          </a:p>
        </p:txBody>
      </p:sp>
    </p:spTree>
    <p:extLst>
      <p:ext uri="{BB962C8B-B14F-4D97-AF65-F5344CB8AC3E}">
        <p14:creationId xmlns:p14="http://schemas.microsoft.com/office/powerpoint/2010/main" val="3947465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16261-FBD7-A725-4D31-3F6D85E7574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3F0B08F-421E-068C-DE88-E54A63FE89C5}"/>
              </a:ext>
            </a:extLst>
          </p:cNvPr>
          <p:cNvSpPr>
            <a:spLocks noGrp="1"/>
          </p:cNvSpPr>
          <p:nvPr>
            <p:ph idx="1"/>
          </p:nvPr>
        </p:nvSpPr>
        <p:spPr/>
        <p:txBody>
          <a:bodyPr/>
          <a:lstStyle/>
          <a:p>
            <a:r>
              <a:rPr lang="en-US" dirty="0"/>
              <a:t>Over-reliance leading to reduced human critical thinking </a:t>
            </a:r>
          </a:p>
          <a:p>
            <a:r>
              <a:rPr lang="en-US" dirty="0"/>
              <a:t>Subtle errors that appear correct but are misleading </a:t>
            </a:r>
          </a:p>
          <a:p>
            <a:r>
              <a:rPr lang="en-US" dirty="0"/>
              <a:t>Loss of editorial voice and originality </a:t>
            </a:r>
          </a:p>
          <a:p>
            <a:r>
              <a:rPr lang="en-US" dirty="0"/>
              <a:t>Potential bias embedded in AI-generated suggestion</a:t>
            </a:r>
          </a:p>
          <a:p>
            <a:endParaRPr lang="en-GB" dirty="0"/>
          </a:p>
        </p:txBody>
      </p:sp>
      <p:sp>
        <p:nvSpPr>
          <p:cNvPr id="4" name="Content Placeholder 3">
            <a:extLst>
              <a:ext uri="{FF2B5EF4-FFF2-40B4-BE49-F238E27FC236}">
                <a16:creationId xmlns:a16="http://schemas.microsoft.com/office/drawing/2014/main" id="{D235A719-0BD6-3F9F-2317-651DEC51EC32}"/>
              </a:ext>
            </a:extLst>
          </p:cNvPr>
          <p:cNvSpPr>
            <a:spLocks noGrp="1"/>
          </p:cNvSpPr>
          <p:nvPr>
            <p:ph idx="13"/>
          </p:nvPr>
        </p:nvSpPr>
        <p:spPr/>
        <p:txBody>
          <a:bodyPr/>
          <a:lstStyle/>
          <a:p>
            <a:r>
              <a:rPr lang="en-US" b="1" dirty="0"/>
              <a:t>Key Risks</a:t>
            </a:r>
          </a:p>
        </p:txBody>
      </p:sp>
    </p:spTree>
    <p:extLst>
      <p:ext uri="{BB962C8B-B14F-4D97-AF65-F5344CB8AC3E}">
        <p14:creationId xmlns:p14="http://schemas.microsoft.com/office/powerpoint/2010/main" val="36424367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5C111-29A1-608B-D346-8595520A309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709C0F0-8757-29B5-D5E7-42CE19598DAA}"/>
              </a:ext>
            </a:extLst>
          </p:cNvPr>
          <p:cNvSpPr>
            <a:spLocks noGrp="1"/>
          </p:cNvSpPr>
          <p:nvPr>
            <p:ph idx="1"/>
          </p:nvPr>
        </p:nvSpPr>
        <p:spPr/>
        <p:txBody>
          <a:bodyPr>
            <a:normAutofit/>
          </a:bodyPr>
          <a:lstStyle/>
          <a:p>
            <a:pPr marL="0" indent="0">
              <a:buNone/>
            </a:pPr>
            <a:r>
              <a:rPr lang="en-US" dirty="0"/>
              <a:t>AI assists the editor, but the editor remains responsible for accuracy, judgement, and meaning.</a:t>
            </a:r>
          </a:p>
          <a:p>
            <a:pPr>
              <a:buFont typeface="Wingdings" panose="05000000000000000000" pitchFamily="2" charset="2"/>
              <a:buChar char="§"/>
            </a:pPr>
            <a:endParaRPr lang="en-US" dirty="0">
              <a:solidFill>
                <a:srgbClr val="C00000"/>
              </a:solidFill>
            </a:endParaRPr>
          </a:p>
          <a:p>
            <a:pPr>
              <a:buFont typeface="Wingdings" panose="05000000000000000000" pitchFamily="2" charset="2"/>
              <a:buChar char="§"/>
            </a:pPr>
            <a:r>
              <a:rPr lang="en-US" dirty="0">
                <a:solidFill>
                  <a:srgbClr val="C00000"/>
                </a:solidFill>
              </a:rPr>
              <a:t>Have you ever used AI to write or edit something? </a:t>
            </a:r>
          </a:p>
          <a:p>
            <a:pPr>
              <a:buFont typeface="Wingdings" panose="05000000000000000000" pitchFamily="2" charset="2"/>
              <a:buChar char="§"/>
            </a:pPr>
            <a:r>
              <a:rPr lang="en-US" dirty="0">
                <a:solidFill>
                  <a:srgbClr val="C00000"/>
                </a:solidFill>
              </a:rPr>
              <a:t>Did you trust the output completely? Why or why not? </a:t>
            </a:r>
          </a:p>
        </p:txBody>
      </p:sp>
      <p:sp>
        <p:nvSpPr>
          <p:cNvPr id="4" name="Content Placeholder 3">
            <a:extLst>
              <a:ext uri="{FF2B5EF4-FFF2-40B4-BE49-F238E27FC236}">
                <a16:creationId xmlns:a16="http://schemas.microsoft.com/office/drawing/2014/main" id="{C17E1376-709E-EC17-3D25-865E5A091994}"/>
              </a:ext>
            </a:extLst>
          </p:cNvPr>
          <p:cNvSpPr>
            <a:spLocks noGrp="1"/>
          </p:cNvSpPr>
          <p:nvPr>
            <p:ph idx="13"/>
          </p:nvPr>
        </p:nvSpPr>
        <p:spPr/>
        <p:txBody>
          <a:bodyPr/>
          <a:lstStyle/>
          <a:p>
            <a:r>
              <a:rPr lang="en-US" b="1" dirty="0"/>
              <a:t>Core Principle</a:t>
            </a:r>
          </a:p>
        </p:txBody>
      </p:sp>
    </p:spTree>
    <p:extLst>
      <p:ext uri="{BB962C8B-B14F-4D97-AF65-F5344CB8AC3E}">
        <p14:creationId xmlns:p14="http://schemas.microsoft.com/office/powerpoint/2010/main" val="14221430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81C1E-BAC2-3C69-E58C-D375681872A8}"/>
              </a:ext>
            </a:extLst>
          </p:cNvPr>
          <p:cNvSpPr>
            <a:spLocks noGrp="1"/>
          </p:cNvSpPr>
          <p:nvPr>
            <p:ph type="title"/>
          </p:nvPr>
        </p:nvSpPr>
        <p:spPr/>
        <p:txBody>
          <a:bodyPr/>
          <a:lstStyle/>
          <a:p>
            <a:r>
              <a:rPr lang="en-GB" b="1"/>
              <a:t>Key Takeaways</a:t>
            </a:r>
          </a:p>
        </p:txBody>
      </p:sp>
      <p:sp>
        <p:nvSpPr>
          <p:cNvPr id="3" name="Content Placeholder 2">
            <a:extLst>
              <a:ext uri="{FF2B5EF4-FFF2-40B4-BE49-F238E27FC236}">
                <a16:creationId xmlns:a16="http://schemas.microsoft.com/office/drawing/2014/main" id="{C9488872-B4F4-42BD-B469-B01C4BC0DD8F}"/>
              </a:ext>
            </a:extLst>
          </p:cNvPr>
          <p:cNvSpPr>
            <a:spLocks noGrp="1"/>
          </p:cNvSpPr>
          <p:nvPr>
            <p:ph idx="1"/>
          </p:nvPr>
        </p:nvSpPr>
        <p:spPr/>
        <p:txBody>
          <a:bodyPr/>
          <a:lstStyle/>
          <a:p>
            <a:r>
              <a:rPr lang="en-GB" dirty="0"/>
              <a:t>Editing ensures clarity, accuracy, and professionalism</a:t>
            </a:r>
          </a:p>
          <a:p>
            <a:r>
              <a:rPr lang="en-GB" dirty="0"/>
              <a:t>Graphics enhance communication and engagement</a:t>
            </a:r>
          </a:p>
          <a:p>
            <a:r>
              <a:rPr lang="en-GB" dirty="0"/>
              <a:t>Editing has evolved from manual to digital systems</a:t>
            </a:r>
          </a:p>
          <a:p>
            <a:r>
              <a:rPr lang="en-GB" dirty="0"/>
              <a:t>Editors play a critical role in media credibility</a:t>
            </a:r>
          </a:p>
          <a:p>
            <a:r>
              <a:rPr lang="en-GB" dirty="0"/>
              <a:t>Editing is both gatekeeping and meaning construction</a:t>
            </a:r>
          </a:p>
          <a:p>
            <a:r>
              <a:rPr lang="en-GB" dirty="0"/>
              <a:t>AI in Editing</a:t>
            </a:r>
          </a:p>
        </p:txBody>
      </p:sp>
      <p:sp>
        <p:nvSpPr>
          <p:cNvPr id="4" name="Content Placeholder 3">
            <a:extLst>
              <a:ext uri="{FF2B5EF4-FFF2-40B4-BE49-F238E27FC236}">
                <a16:creationId xmlns:a16="http://schemas.microsoft.com/office/drawing/2014/main" id="{F43BFEFC-646C-E3A4-FB53-BF23C762985B}"/>
              </a:ext>
            </a:extLst>
          </p:cNvPr>
          <p:cNvSpPr>
            <a:spLocks noGrp="1"/>
          </p:cNvSpPr>
          <p:nvPr>
            <p:ph idx="13"/>
          </p:nvPr>
        </p:nvSpPr>
        <p:spPr/>
        <p:txBody>
          <a:bodyPr/>
          <a:lstStyle/>
          <a:p>
            <a:r>
              <a:rPr lang="en-GB" b="1" dirty="0"/>
              <a:t>Summary</a:t>
            </a:r>
          </a:p>
        </p:txBody>
      </p:sp>
    </p:spTree>
    <p:extLst>
      <p:ext uri="{BB962C8B-B14F-4D97-AF65-F5344CB8AC3E}">
        <p14:creationId xmlns:p14="http://schemas.microsoft.com/office/powerpoint/2010/main" val="4125285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CD26A-4279-3811-B7D4-6A76D5227A30}"/>
              </a:ext>
            </a:extLst>
          </p:cNvPr>
          <p:cNvSpPr>
            <a:spLocks noGrp="1"/>
          </p:cNvSpPr>
          <p:nvPr>
            <p:ph type="title"/>
          </p:nvPr>
        </p:nvSpPr>
        <p:spPr/>
        <p:txBody>
          <a:bodyPr/>
          <a:lstStyle/>
          <a:p>
            <a:r>
              <a:rPr lang="en-GB" b="1"/>
              <a:t>Assignment</a:t>
            </a:r>
          </a:p>
        </p:txBody>
      </p:sp>
      <p:sp>
        <p:nvSpPr>
          <p:cNvPr id="3" name="Content Placeholder 2">
            <a:extLst>
              <a:ext uri="{FF2B5EF4-FFF2-40B4-BE49-F238E27FC236}">
                <a16:creationId xmlns:a16="http://schemas.microsoft.com/office/drawing/2014/main" id="{70CF6E86-C8AD-E5B1-AFBB-A4C7C4F782AB}"/>
              </a:ext>
            </a:extLst>
          </p:cNvPr>
          <p:cNvSpPr>
            <a:spLocks noGrp="1"/>
          </p:cNvSpPr>
          <p:nvPr>
            <p:ph idx="1"/>
          </p:nvPr>
        </p:nvSpPr>
        <p:spPr/>
        <p:txBody>
          <a:bodyPr/>
          <a:lstStyle/>
          <a:p>
            <a:r>
              <a:rPr lang="en-GB" dirty="0"/>
              <a:t>Identify:</a:t>
            </a:r>
          </a:p>
          <a:p>
            <a:pPr lvl="1"/>
            <a:r>
              <a:rPr lang="en-GB" dirty="0"/>
              <a:t>Editing strengths</a:t>
            </a:r>
          </a:p>
          <a:p>
            <a:pPr lvl="1"/>
            <a:r>
              <a:rPr lang="en-GB" dirty="0"/>
              <a:t>Editing weaknesses</a:t>
            </a:r>
          </a:p>
          <a:p>
            <a:r>
              <a:rPr lang="en-GB" dirty="0"/>
              <a:t>Submit a 1-page analysis</a:t>
            </a:r>
          </a:p>
        </p:txBody>
      </p:sp>
      <p:sp>
        <p:nvSpPr>
          <p:cNvPr id="4" name="Content Placeholder 3">
            <a:extLst>
              <a:ext uri="{FF2B5EF4-FFF2-40B4-BE49-F238E27FC236}">
                <a16:creationId xmlns:a16="http://schemas.microsoft.com/office/drawing/2014/main" id="{981B9BEB-529F-17B0-B656-69C605B6AD62}"/>
              </a:ext>
            </a:extLst>
          </p:cNvPr>
          <p:cNvSpPr>
            <a:spLocks noGrp="1"/>
          </p:cNvSpPr>
          <p:nvPr>
            <p:ph idx="13"/>
          </p:nvPr>
        </p:nvSpPr>
        <p:spPr/>
        <p:txBody>
          <a:bodyPr/>
          <a:lstStyle/>
          <a:p>
            <a:r>
              <a:rPr lang="en-GB" b="1" dirty="0"/>
              <a:t>Find a recent news article</a:t>
            </a:r>
          </a:p>
        </p:txBody>
      </p:sp>
    </p:spTree>
    <p:extLst>
      <p:ext uri="{BB962C8B-B14F-4D97-AF65-F5344CB8AC3E}">
        <p14:creationId xmlns:p14="http://schemas.microsoft.com/office/powerpoint/2010/main" val="17733865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5DFB8-0911-8295-E46E-579C2E7F54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532ED8-B34F-3CA5-D62F-743E6A9DD08F}"/>
              </a:ext>
            </a:extLst>
          </p:cNvPr>
          <p:cNvSpPr>
            <a:spLocks noGrp="1"/>
          </p:cNvSpPr>
          <p:nvPr>
            <p:ph idx="13"/>
          </p:nvPr>
        </p:nvSpPr>
        <p:spPr/>
        <p:txBody>
          <a:bodyPr>
            <a:normAutofit lnSpcReduction="10000"/>
          </a:bodyPr>
          <a:lstStyle/>
          <a:p>
            <a:r>
              <a:rPr lang="en-US" dirty="0"/>
              <a:t>Which of the following best captures the major shift in editing over time?</a:t>
            </a:r>
          </a:p>
        </p:txBody>
      </p:sp>
      <p:sp>
        <p:nvSpPr>
          <p:cNvPr id="3" name="Content Placeholder 2">
            <a:extLst>
              <a:ext uri="{FF2B5EF4-FFF2-40B4-BE49-F238E27FC236}">
                <a16:creationId xmlns:a16="http://schemas.microsoft.com/office/drawing/2014/main" id="{12828D92-4171-E656-0E52-CE4D03F906BD}"/>
              </a:ext>
            </a:extLst>
          </p:cNvPr>
          <p:cNvSpPr>
            <a:spLocks noGrp="1"/>
          </p:cNvSpPr>
          <p:nvPr>
            <p:ph idx="14"/>
          </p:nvPr>
        </p:nvSpPr>
        <p:spPr/>
        <p:txBody>
          <a:bodyPr>
            <a:normAutofit/>
          </a:bodyPr>
          <a:lstStyle/>
          <a:p>
            <a:r>
              <a:rPr lang="en-US" dirty="0"/>
              <a:t>From visual to textual communication</a:t>
            </a:r>
            <a:endParaRPr lang="en-GB" dirty="0"/>
          </a:p>
        </p:txBody>
      </p:sp>
      <p:sp>
        <p:nvSpPr>
          <p:cNvPr id="4" name="Content Placeholder 3">
            <a:extLst>
              <a:ext uri="{FF2B5EF4-FFF2-40B4-BE49-F238E27FC236}">
                <a16:creationId xmlns:a16="http://schemas.microsoft.com/office/drawing/2014/main" id="{9783EB75-225B-B7FF-1360-233302FB2627}"/>
              </a:ext>
            </a:extLst>
          </p:cNvPr>
          <p:cNvSpPr>
            <a:spLocks noGrp="1"/>
          </p:cNvSpPr>
          <p:nvPr>
            <p:ph idx="15"/>
          </p:nvPr>
        </p:nvSpPr>
        <p:spPr/>
        <p:txBody>
          <a:bodyPr>
            <a:normAutofit fontScale="92500"/>
          </a:bodyPr>
          <a:lstStyle/>
          <a:p>
            <a:r>
              <a:rPr lang="en-US" dirty="0"/>
              <a:t>From manual correction to digital, rapid, multi-platform editing</a:t>
            </a:r>
            <a:endParaRPr lang="en-GB" dirty="0"/>
          </a:p>
        </p:txBody>
      </p:sp>
      <p:sp>
        <p:nvSpPr>
          <p:cNvPr id="5" name="Content Placeholder 4">
            <a:extLst>
              <a:ext uri="{FF2B5EF4-FFF2-40B4-BE49-F238E27FC236}">
                <a16:creationId xmlns:a16="http://schemas.microsoft.com/office/drawing/2014/main" id="{5D0949A1-F427-6F6C-C7F2-3B832DA7E3C2}"/>
              </a:ext>
            </a:extLst>
          </p:cNvPr>
          <p:cNvSpPr>
            <a:spLocks noGrp="1"/>
          </p:cNvSpPr>
          <p:nvPr>
            <p:ph idx="16"/>
          </p:nvPr>
        </p:nvSpPr>
        <p:spPr/>
        <p:txBody>
          <a:bodyPr>
            <a:normAutofit/>
          </a:bodyPr>
          <a:lstStyle/>
          <a:p>
            <a:r>
              <a:rPr lang="en-US" dirty="0"/>
              <a:t>From newspapers to books only</a:t>
            </a:r>
            <a:endParaRPr lang="en-GB" dirty="0"/>
          </a:p>
        </p:txBody>
      </p:sp>
      <p:sp>
        <p:nvSpPr>
          <p:cNvPr id="6" name="Content Placeholder 5">
            <a:extLst>
              <a:ext uri="{FF2B5EF4-FFF2-40B4-BE49-F238E27FC236}">
                <a16:creationId xmlns:a16="http://schemas.microsoft.com/office/drawing/2014/main" id="{6777337C-5E52-82F4-E07C-1498CF5FE2F5}"/>
              </a:ext>
            </a:extLst>
          </p:cNvPr>
          <p:cNvSpPr>
            <a:spLocks noGrp="1"/>
          </p:cNvSpPr>
          <p:nvPr>
            <p:ph idx="17"/>
          </p:nvPr>
        </p:nvSpPr>
        <p:spPr/>
        <p:txBody>
          <a:bodyPr>
            <a:normAutofit/>
          </a:bodyPr>
          <a:lstStyle/>
          <a:p>
            <a:r>
              <a:rPr lang="en-US" dirty="0"/>
              <a:t>From accuracy to creativity</a:t>
            </a:r>
          </a:p>
        </p:txBody>
      </p:sp>
      <p:sp>
        <p:nvSpPr>
          <p:cNvPr id="8" name="TextBox 7">
            <a:extLst>
              <a:ext uri="{FF2B5EF4-FFF2-40B4-BE49-F238E27FC236}">
                <a16:creationId xmlns:a16="http://schemas.microsoft.com/office/drawing/2014/main" id="{6A959F8B-F1DF-12E4-4FF2-A8601618B38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9702586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A9EBB-00D4-036A-BE81-3EC88049F124}"/>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5B3F3AF-28A7-A3C8-E8BC-8DA24FBAEEA6}"/>
              </a:ext>
            </a:extLst>
          </p:cNvPr>
          <p:cNvGrpSpPr/>
          <p:nvPr/>
        </p:nvGrpSpPr>
        <p:grpSpPr>
          <a:xfrm>
            <a:off x="838200" y="3568385"/>
            <a:ext cx="10653551" cy="648400"/>
            <a:chOff x="853505" y="4313522"/>
            <a:chExt cx="10653551" cy="648400"/>
          </a:xfrm>
        </p:grpSpPr>
        <p:sp>
          <p:nvSpPr>
            <p:cNvPr id="11" name="Google Shape;179;g37f520df3dc_0_413">
              <a:extLst>
                <a:ext uri="{FF2B5EF4-FFF2-40B4-BE49-F238E27FC236}">
                  <a16:creationId xmlns:a16="http://schemas.microsoft.com/office/drawing/2014/main" id="{B42A833B-6D7E-AD00-7089-2345200A6B0F}"/>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nvGrpSpPr>
            <p:cNvPr id="12" name="Group 11">
              <a:extLst>
                <a:ext uri="{FF2B5EF4-FFF2-40B4-BE49-F238E27FC236}">
                  <a16:creationId xmlns:a16="http://schemas.microsoft.com/office/drawing/2014/main" id="{7D1977FA-BF55-C516-5483-B32D770F537D}"/>
                </a:ext>
              </a:extLst>
            </p:cNvPr>
            <p:cNvGrpSpPr/>
            <p:nvPr/>
          </p:nvGrpSpPr>
          <p:grpSpPr>
            <a:xfrm>
              <a:off x="1561672" y="4313522"/>
              <a:ext cx="9945384" cy="648400"/>
              <a:chOff x="1510301" y="4313522"/>
              <a:chExt cx="7205215" cy="648400"/>
            </a:xfrm>
          </p:grpSpPr>
          <p:sp>
            <p:nvSpPr>
              <p:cNvPr id="13" name="Google Shape;171;g37f520df3dc_0_413">
                <a:extLst>
                  <a:ext uri="{FF2B5EF4-FFF2-40B4-BE49-F238E27FC236}">
                    <a16:creationId xmlns:a16="http://schemas.microsoft.com/office/drawing/2014/main" id="{BE6E2AE3-F899-A417-4FB5-E38B2DE0C88F}"/>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1867" b="1" dirty="0">
                  <a:solidFill>
                    <a:srgbClr val="0A3150"/>
                  </a:solidFill>
                  <a:latin typeface="Afacad Flux"/>
                  <a:ea typeface="Afacad Flux"/>
                  <a:cs typeface="Afacad Flux"/>
                  <a:sym typeface="Afacad Flux"/>
                </a:endParaRPr>
              </a:p>
            </p:txBody>
          </p:sp>
          <p:sp>
            <p:nvSpPr>
              <p:cNvPr id="14" name="Google Shape;179;g37f520df3dc_0_413">
                <a:extLst>
                  <a:ext uri="{FF2B5EF4-FFF2-40B4-BE49-F238E27FC236}">
                    <a16:creationId xmlns:a16="http://schemas.microsoft.com/office/drawing/2014/main" id="{A5FFF754-98CB-4D47-B357-D05F557BADA2}"/>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3C5D6081-EEB7-4AFB-B088-69ADB06594EC}"/>
              </a:ext>
            </a:extLst>
          </p:cNvPr>
          <p:cNvSpPr>
            <a:spLocks noGrp="1"/>
          </p:cNvSpPr>
          <p:nvPr>
            <p:ph idx="13"/>
          </p:nvPr>
        </p:nvSpPr>
        <p:spPr/>
        <p:txBody>
          <a:bodyPr>
            <a:normAutofit lnSpcReduction="10000"/>
          </a:bodyPr>
          <a:lstStyle/>
          <a:p>
            <a:r>
              <a:rPr lang="en-US" dirty="0"/>
              <a:t>Which of the following best captures the major shift in editing over time?</a:t>
            </a:r>
          </a:p>
        </p:txBody>
      </p:sp>
      <p:sp>
        <p:nvSpPr>
          <p:cNvPr id="3" name="Content Placeholder 2">
            <a:extLst>
              <a:ext uri="{FF2B5EF4-FFF2-40B4-BE49-F238E27FC236}">
                <a16:creationId xmlns:a16="http://schemas.microsoft.com/office/drawing/2014/main" id="{B6CBAE63-26E2-4433-F07C-DAACA7F54083}"/>
              </a:ext>
            </a:extLst>
          </p:cNvPr>
          <p:cNvSpPr>
            <a:spLocks noGrp="1"/>
          </p:cNvSpPr>
          <p:nvPr>
            <p:ph idx="14"/>
          </p:nvPr>
        </p:nvSpPr>
        <p:spPr/>
        <p:txBody>
          <a:bodyPr>
            <a:normAutofit/>
          </a:bodyPr>
          <a:lstStyle/>
          <a:p>
            <a:r>
              <a:rPr lang="en-US" dirty="0"/>
              <a:t>From visual to textual communication</a:t>
            </a:r>
            <a:endParaRPr lang="en-GB" dirty="0"/>
          </a:p>
        </p:txBody>
      </p:sp>
      <p:sp>
        <p:nvSpPr>
          <p:cNvPr id="4" name="Content Placeholder 3">
            <a:extLst>
              <a:ext uri="{FF2B5EF4-FFF2-40B4-BE49-F238E27FC236}">
                <a16:creationId xmlns:a16="http://schemas.microsoft.com/office/drawing/2014/main" id="{D67ED98B-1D3B-438D-7674-3B9AB6832FD6}"/>
              </a:ext>
            </a:extLst>
          </p:cNvPr>
          <p:cNvSpPr>
            <a:spLocks noGrp="1"/>
          </p:cNvSpPr>
          <p:nvPr>
            <p:ph idx="15"/>
          </p:nvPr>
        </p:nvSpPr>
        <p:spPr/>
        <p:txBody>
          <a:bodyPr>
            <a:normAutofit fontScale="92500"/>
          </a:bodyPr>
          <a:lstStyle/>
          <a:p>
            <a:r>
              <a:rPr lang="en-US" dirty="0"/>
              <a:t>From manual correction to digital, rapid, multi-platform editing</a:t>
            </a:r>
            <a:endParaRPr lang="en-GB" dirty="0"/>
          </a:p>
        </p:txBody>
      </p:sp>
      <p:sp>
        <p:nvSpPr>
          <p:cNvPr id="5" name="Content Placeholder 4">
            <a:extLst>
              <a:ext uri="{FF2B5EF4-FFF2-40B4-BE49-F238E27FC236}">
                <a16:creationId xmlns:a16="http://schemas.microsoft.com/office/drawing/2014/main" id="{F374E3B5-62A1-E785-FD3B-E20485B93272}"/>
              </a:ext>
            </a:extLst>
          </p:cNvPr>
          <p:cNvSpPr>
            <a:spLocks noGrp="1"/>
          </p:cNvSpPr>
          <p:nvPr>
            <p:ph idx="16"/>
          </p:nvPr>
        </p:nvSpPr>
        <p:spPr/>
        <p:txBody>
          <a:bodyPr>
            <a:normAutofit/>
          </a:bodyPr>
          <a:lstStyle/>
          <a:p>
            <a:r>
              <a:rPr lang="en-US" dirty="0"/>
              <a:t>From newspapers to books only</a:t>
            </a:r>
            <a:endParaRPr lang="en-GB" dirty="0"/>
          </a:p>
        </p:txBody>
      </p:sp>
      <p:sp>
        <p:nvSpPr>
          <p:cNvPr id="6" name="Content Placeholder 5">
            <a:extLst>
              <a:ext uri="{FF2B5EF4-FFF2-40B4-BE49-F238E27FC236}">
                <a16:creationId xmlns:a16="http://schemas.microsoft.com/office/drawing/2014/main" id="{72573AA1-26CF-C5AD-0940-99CCB306EFCB}"/>
              </a:ext>
            </a:extLst>
          </p:cNvPr>
          <p:cNvSpPr>
            <a:spLocks noGrp="1"/>
          </p:cNvSpPr>
          <p:nvPr>
            <p:ph idx="17"/>
          </p:nvPr>
        </p:nvSpPr>
        <p:spPr/>
        <p:txBody>
          <a:bodyPr>
            <a:normAutofit/>
          </a:bodyPr>
          <a:lstStyle/>
          <a:p>
            <a:r>
              <a:rPr lang="en-US" dirty="0"/>
              <a:t>From accuracy to creativity</a:t>
            </a:r>
          </a:p>
        </p:txBody>
      </p:sp>
      <p:sp>
        <p:nvSpPr>
          <p:cNvPr id="8" name="TextBox 7">
            <a:extLst>
              <a:ext uri="{FF2B5EF4-FFF2-40B4-BE49-F238E27FC236}">
                <a16:creationId xmlns:a16="http://schemas.microsoft.com/office/drawing/2014/main" id="{12310805-417A-1C28-A33F-2D5881133FB2}"/>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8699059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ED3CD-960A-FB80-8ABA-836C3DF2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EE50-8042-7B8F-4850-1A51D25B2090}"/>
              </a:ext>
            </a:extLst>
          </p:cNvPr>
          <p:cNvSpPr>
            <a:spLocks noGrp="1"/>
          </p:cNvSpPr>
          <p:nvPr>
            <p:ph type="title"/>
          </p:nvPr>
        </p:nvSpPr>
        <p:spPr>
          <a:xfrm>
            <a:off x="1113810" y="2960716"/>
            <a:ext cx="4036334" cy="2387600"/>
          </a:xfrm>
        </p:spPr>
        <p:txBody>
          <a:bodyPr vert="horz" lIns="91440" tIns="45720" rIns="91440" bIns="45720" rtlCol="0" anchor="t">
            <a:normAutofit/>
          </a:bodyPr>
          <a:lstStyle/>
          <a:p>
            <a:br>
              <a:rPr lang="en-US" sz="5400" kern="1200">
                <a:solidFill>
                  <a:schemeClr val="tx1"/>
                </a:solidFill>
                <a:latin typeface="+mj-lt"/>
                <a:ea typeface="+mj-ea"/>
                <a:cs typeface="+mj-cs"/>
              </a:rPr>
            </a:br>
            <a:r>
              <a:rPr lang="en-US" sz="5400" b="1" kern="1200">
                <a:solidFill>
                  <a:schemeClr val="tx1"/>
                </a:solidFill>
                <a:latin typeface="+mj-lt"/>
                <a:ea typeface="+mj-ea"/>
                <a:cs typeface="+mj-cs"/>
              </a:rPr>
              <a:t>Questions &amp; Next Steps</a:t>
            </a:r>
            <a:endParaRPr lang="en-US" sz="5400" kern="120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1BF7CE8-258D-135C-DC5B-A31881A1D614}"/>
              </a:ext>
            </a:extLst>
          </p:cNvPr>
          <p:cNvSpPr>
            <a:spLocks noGrp="1"/>
          </p:cNvSpPr>
          <p:nvPr>
            <p:ph idx="13"/>
          </p:nvPr>
        </p:nvSpPr>
        <p:spPr>
          <a:xfrm>
            <a:off x="1113809" y="953037"/>
            <a:ext cx="4036333" cy="1709849"/>
          </a:xfrm>
        </p:spPr>
        <p:txBody>
          <a:bodyPr vert="horz" lIns="91440" tIns="45720" rIns="91440" bIns="45720" rtlCol="0" anchor="b">
            <a:normAutofit/>
          </a:bodyPr>
          <a:lstStyle/>
          <a:p>
            <a:pPr marL="0" indent="0"/>
            <a:r>
              <a:rPr lang="en-US" sz="2000" b="1" kern="1200" dirty="0">
                <a:solidFill>
                  <a:schemeClr val="tx1"/>
                </a:solidFill>
                <a:latin typeface="+mn-lt"/>
                <a:ea typeface="+mn-ea"/>
                <a:cs typeface="+mn-cs"/>
              </a:rPr>
              <a:t>Any Questions?</a:t>
            </a:r>
            <a:endParaRPr lang="en-US" sz="2000" kern="1200" dirty="0">
              <a:solidFill>
                <a:schemeClr val="tx1"/>
              </a:solidFill>
              <a:latin typeface="+mn-lt"/>
              <a:ea typeface="+mn-ea"/>
              <a:cs typeface="+mn-cs"/>
            </a:endParaRPr>
          </a:p>
        </p:txBody>
      </p:sp>
      <p:pic>
        <p:nvPicPr>
          <p:cNvPr id="5" name="Picture 4">
            <a:extLst>
              <a:ext uri="{FF2B5EF4-FFF2-40B4-BE49-F238E27FC236}">
                <a16:creationId xmlns:a16="http://schemas.microsoft.com/office/drawing/2014/main" id="{DF6740DE-C7A4-5080-A408-DBA0F3161302}"/>
              </a:ext>
            </a:extLst>
          </p:cNvPr>
          <p:cNvPicPr>
            <a:picLocks noChangeAspect="1"/>
          </p:cNvPicPr>
          <p:nvPr/>
        </p:nvPicPr>
        <p:blipFill>
          <a:blip r:embed="rId2"/>
          <a:stretch>
            <a:fillRect/>
          </a:stretch>
        </p:blipFill>
        <p:spPr>
          <a:xfrm>
            <a:off x="6096000" y="953037"/>
            <a:ext cx="4953691" cy="4944165"/>
          </a:xfrm>
          <a:prstGeom prst="rect">
            <a:avLst/>
          </a:prstGeom>
        </p:spPr>
      </p:pic>
    </p:spTree>
    <p:extLst>
      <p:ext uri="{BB962C8B-B14F-4D97-AF65-F5344CB8AC3E}">
        <p14:creationId xmlns:p14="http://schemas.microsoft.com/office/powerpoint/2010/main" val="4291814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C8C558-B309-F1EE-C60D-84412B222ACF}"/>
              </a:ext>
            </a:extLst>
          </p:cNvPr>
          <p:cNvSpPr>
            <a:spLocks noGrp="1"/>
          </p:cNvSpPr>
          <p:nvPr>
            <p:ph sz="half" idx="2"/>
          </p:nvPr>
        </p:nvSpPr>
        <p:spPr/>
        <p:txBody>
          <a:bodyPr/>
          <a:lstStyle/>
          <a:p>
            <a:pPr marL="0" indent="0">
              <a:buNone/>
            </a:pPr>
            <a:r>
              <a:rPr lang="en-US" dirty="0"/>
              <a:t>Scan to check-out</a:t>
            </a:r>
            <a:endParaRPr lang="en-GB" dirty="0"/>
          </a:p>
        </p:txBody>
      </p:sp>
      <p:sp>
        <p:nvSpPr>
          <p:cNvPr id="3" name="Content Placeholder 2">
            <a:extLst>
              <a:ext uri="{FF2B5EF4-FFF2-40B4-BE49-F238E27FC236}">
                <a16:creationId xmlns:a16="http://schemas.microsoft.com/office/drawing/2014/main" id="{09730BEF-2C9B-7A0B-279F-B7284D4A8D15}"/>
              </a:ext>
            </a:extLst>
          </p:cNvPr>
          <p:cNvSpPr>
            <a:spLocks noGrp="1"/>
          </p:cNvSpPr>
          <p:nvPr>
            <p:ph sz="quarter" idx="4"/>
          </p:nvPr>
        </p:nvSpPr>
        <p:spPr/>
        <p:txBody>
          <a:bodyPr/>
          <a:lstStyle/>
          <a:p>
            <a:endParaRPr lang="en-GB"/>
          </a:p>
        </p:txBody>
      </p:sp>
      <p:pic>
        <p:nvPicPr>
          <p:cNvPr id="5" name="Picture 4">
            <a:extLst>
              <a:ext uri="{FF2B5EF4-FFF2-40B4-BE49-F238E27FC236}">
                <a16:creationId xmlns:a16="http://schemas.microsoft.com/office/drawing/2014/main" id="{6E8FD659-CC82-3E24-8797-F90E997A0E5E}"/>
              </a:ext>
            </a:extLst>
          </p:cNvPr>
          <p:cNvPicPr>
            <a:picLocks noChangeAspect="1"/>
          </p:cNvPicPr>
          <p:nvPr/>
        </p:nvPicPr>
        <p:blipFill>
          <a:blip r:embed="rId2"/>
          <a:stretch>
            <a:fillRect/>
          </a:stretch>
        </p:blipFill>
        <p:spPr>
          <a:xfrm>
            <a:off x="6239316" y="847364"/>
            <a:ext cx="5048955" cy="5163271"/>
          </a:xfrm>
          <a:prstGeom prst="rect">
            <a:avLst/>
          </a:prstGeom>
        </p:spPr>
      </p:pic>
    </p:spTree>
    <p:extLst>
      <p:ext uri="{BB962C8B-B14F-4D97-AF65-F5344CB8AC3E}">
        <p14:creationId xmlns:p14="http://schemas.microsoft.com/office/powerpoint/2010/main" val="12053604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E728-9400-4FC9-4CF6-E417F6A3855E}"/>
              </a:ext>
            </a:extLst>
          </p:cNvPr>
          <p:cNvSpPr>
            <a:spLocks noGrp="1"/>
          </p:cNvSpPr>
          <p:nvPr>
            <p:ph type="title"/>
          </p:nvPr>
        </p:nvSpPr>
        <p:spPr/>
        <p:txBody>
          <a:bodyPr/>
          <a:lstStyle/>
          <a:p>
            <a:endParaRPr lang="en-GB" b="1" dirty="0"/>
          </a:p>
        </p:txBody>
      </p:sp>
      <p:sp>
        <p:nvSpPr>
          <p:cNvPr id="3" name="Content Placeholder 2">
            <a:extLst>
              <a:ext uri="{FF2B5EF4-FFF2-40B4-BE49-F238E27FC236}">
                <a16:creationId xmlns:a16="http://schemas.microsoft.com/office/drawing/2014/main" id="{5F79CB41-0C7D-F8E6-A1D3-81657B01F23D}"/>
              </a:ext>
            </a:extLst>
          </p:cNvPr>
          <p:cNvSpPr>
            <a:spLocks noGrp="1"/>
          </p:cNvSpPr>
          <p:nvPr>
            <p:ph idx="1"/>
          </p:nvPr>
        </p:nvSpPr>
        <p:spPr/>
        <p:txBody>
          <a:bodyPr/>
          <a:lstStyle/>
          <a:p>
            <a:r>
              <a:rPr lang="en-GB" dirty="0"/>
              <a:t>The Newsroom Workflow</a:t>
            </a:r>
          </a:p>
          <a:p>
            <a:r>
              <a:rPr lang="en-GB" dirty="0"/>
              <a:t>Roles and Responsibilities of a Sub-editor</a:t>
            </a:r>
          </a:p>
          <a:p>
            <a:r>
              <a:rPr lang="en-GB" dirty="0"/>
              <a:t>Introduction to Editing Symbols</a:t>
            </a:r>
          </a:p>
        </p:txBody>
      </p:sp>
      <p:sp>
        <p:nvSpPr>
          <p:cNvPr id="4" name="Content Placeholder 3">
            <a:extLst>
              <a:ext uri="{FF2B5EF4-FFF2-40B4-BE49-F238E27FC236}">
                <a16:creationId xmlns:a16="http://schemas.microsoft.com/office/drawing/2014/main" id="{BC7C3CAE-EA48-4279-9A8E-57C6929502BB}"/>
              </a:ext>
            </a:extLst>
          </p:cNvPr>
          <p:cNvSpPr>
            <a:spLocks noGrp="1"/>
          </p:cNvSpPr>
          <p:nvPr>
            <p:ph idx="13"/>
          </p:nvPr>
        </p:nvSpPr>
        <p:spPr/>
        <p:txBody>
          <a:bodyPr/>
          <a:lstStyle/>
          <a:p>
            <a:r>
              <a:rPr lang="en-GB" b="1" dirty="0"/>
              <a:t>Preview of Next Class</a:t>
            </a:r>
          </a:p>
        </p:txBody>
      </p:sp>
    </p:spTree>
    <p:extLst>
      <p:ext uri="{BB962C8B-B14F-4D97-AF65-F5344CB8AC3E}">
        <p14:creationId xmlns:p14="http://schemas.microsoft.com/office/powerpoint/2010/main" val="1686986384"/>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267</TotalTime>
  <Words>4499</Words>
  <Application>Microsoft Office PowerPoint</Application>
  <PresentationFormat>Widescreen</PresentationFormat>
  <Paragraphs>611</Paragraphs>
  <Slides>50</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Afacad Flux</vt:lpstr>
      <vt:lpstr>Aptos</vt:lpstr>
      <vt:lpstr>Aptos Display</vt:lpstr>
      <vt:lpstr>Arial</vt:lpstr>
      <vt:lpstr>Manrope</vt:lpstr>
      <vt:lpstr>Wingdings</vt:lpstr>
      <vt:lpstr>Office Theme</vt:lpstr>
      <vt:lpstr>Lesson #1  Foundations of Editing  and Graphics</vt:lpstr>
      <vt:lpstr>PowerPoint Presentation</vt:lpstr>
      <vt:lpstr> QuickQuestions</vt:lpstr>
      <vt:lpstr> What We Will Cover Today</vt:lpstr>
      <vt:lpstr>Objectives </vt:lpstr>
      <vt:lpstr> Introduction</vt:lpstr>
      <vt:lpstr> Introduction</vt:lpstr>
      <vt:lpstr>What are Graphics?</vt:lpstr>
      <vt:lpstr>PowerPoint Presentation</vt:lpstr>
      <vt:lpstr>PowerPoint Presentation</vt:lpstr>
      <vt:lpstr>Scope of Editing in Media</vt:lpstr>
      <vt:lpstr>Types of Editing</vt:lpstr>
      <vt:lpstr>Historical Evolution (Global Context)</vt:lpstr>
      <vt:lpstr>PowerPoint Presentation</vt:lpstr>
      <vt:lpstr>PowerPoint Presentation</vt:lpstr>
      <vt:lpstr>Historical Evolution (Nigeria)</vt:lpstr>
      <vt:lpstr>PowerPoint Presentation</vt:lpstr>
      <vt:lpstr>PowerPoint Presentation</vt:lpstr>
      <vt:lpstr>PowerPoint Presentation</vt:lpstr>
      <vt:lpstr>PowerPoint Presentation</vt:lpstr>
      <vt:lpstr>PowerPoint Presentation</vt:lpstr>
      <vt:lpstr>Role of Editing in Media Credibility</vt:lpstr>
      <vt:lpstr>PowerPoint Presentation</vt:lpstr>
      <vt:lpstr>PowerPoint Presentation</vt:lpstr>
      <vt:lpstr>Editing and Misinformation</vt:lpstr>
      <vt:lpstr>Conceptual Insight</vt:lpstr>
      <vt:lpstr>PowerPoint Presentation</vt:lpstr>
      <vt:lpstr>PowerPoint Presentation</vt:lpstr>
      <vt:lpstr>Meaning Construction</vt:lpstr>
      <vt:lpstr>Case Illustration</vt:lpstr>
      <vt:lpstr>Case Illustration</vt:lpstr>
      <vt:lpstr>Case Illustration</vt:lpstr>
      <vt:lpstr>Case Illustration</vt:lpstr>
      <vt:lpstr>Case Illustration</vt:lpstr>
      <vt:lpstr>Case Illustration</vt:lpstr>
      <vt:lpstr>Class Activity</vt:lpstr>
      <vt:lpstr>Editing Exercise: News Paragraph</vt:lpstr>
      <vt:lpstr>Editing Exercise: News Paragraph</vt:lpstr>
      <vt:lpstr>AI Tools in Editing</vt:lpstr>
      <vt:lpstr>AI Tools in Editing</vt:lpstr>
      <vt:lpstr>AI Tools in Editing</vt:lpstr>
      <vt:lpstr>PowerPoint Presentation</vt:lpstr>
      <vt:lpstr>PowerPoint Presentation</vt:lpstr>
      <vt:lpstr>Key Takeaways</vt:lpstr>
      <vt:lpstr>Assignment</vt:lpstr>
      <vt:lpstr>PowerPoint Presentation</vt:lpstr>
      <vt:lpstr>PowerPoint Presentation</vt:lpstr>
      <vt:lpstr> Questions &amp; Next Steps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Introduction to Copy Editing and the Publishing Ecosystem</dc:title>
  <dc:creator>OA</dc:creator>
  <cp:lastModifiedBy>OA</cp:lastModifiedBy>
  <cp:revision>5</cp:revision>
  <dcterms:created xsi:type="dcterms:W3CDTF">2026-03-17T11:27:34Z</dcterms:created>
  <dcterms:modified xsi:type="dcterms:W3CDTF">2026-04-03T08:19:52Z</dcterms:modified>
</cp:coreProperties>
</file>